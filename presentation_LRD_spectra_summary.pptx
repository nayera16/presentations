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0" r:id="rId1"/>
  </p:sldMasterIdLst>
  <p:notesMasterIdLst>
    <p:notesMasterId r:id="rId23"/>
  </p:notesMasterIdLst>
  <p:sldIdLst>
    <p:sldId id="256" r:id="rId2"/>
    <p:sldId id="258" r:id="rId3"/>
    <p:sldId id="259" r:id="rId4"/>
    <p:sldId id="262" r:id="rId5"/>
    <p:sldId id="340" r:id="rId6"/>
    <p:sldId id="339" r:id="rId7"/>
    <p:sldId id="266" r:id="rId8"/>
    <p:sldId id="345" r:id="rId9"/>
    <p:sldId id="342" r:id="rId10"/>
    <p:sldId id="343" r:id="rId11"/>
    <p:sldId id="350" r:id="rId12"/>
    <p:sldId id="344" r:id="rId13"/>
    <p:sldId id="269" r:id="rId14"/>
    <p:sldId id="346" r:id="rId15"/>
    <p:sldId id="347" r:id="rId16"/>
    <p:sldId id="348" r:id="rId17"/>
    <p:sldId id="349" r:id="rId18"/>
    <p:sldId id="351" r:id="rId19"/>
    <p:sldId id="353" r:id="rId20"/>
    <p:sldId id="352" r:id="rId21"/>
    <p:sldId id="354" r:id="rId22"/>
  </p:sldIdLst>
  <p:sldSz cx="9144000" cy="5143500" type="screen16x9"/>
  <p:notesSz cx="6858000" cy="9144000"/>
  <p:embeddedFontLst>
    <p:embeddedFont>
      <p:font typeface="Cambria Math" panose="02040503050406030204" pitchFamily="18" charset="0"/>
      <p:regular r:id="rId24"/>
    </p:embeddedFont>
    <p:embeddedFont>
      <p:font typeface="Source Code Pro ExtraLight" panose="020B0309030403020204" pitchFamily="49" charset="0"/>
      <p:regular r:id="rId25"/>
      <p:italic r:id="rId26"/>
    </p:embeddedFont>
    <p:embeddedFont>
      <p:font typeface="Source Code Pro Light" panose="020B0409030403020204" pitchFamily="49" charset="0"/>
      <p:regular r:id="rId27"/>
      <p:italic r:id="rId28"/>
    </p:embeddedFont>
    <p:embeddedFont>
      <p:font typeface="Teko" pitchFamily="2" charset="0"/>
      <p:regular r:id="rId29"/>
      <p:bold r:id="rId30"/>
    </p:embeddedFont>
    <p:embeddedFont>
      <p:font typeface="Teko Medium" pitchFamily="2"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0C7855-7825-9D46-B0F2-D3CEE0368060}" v="34" dt="2025-12-02T04:42:36.383"/>
  </p1510:revLst>
</p1510:revInfo>
</file>

<file path=ppt/tableStyles.xml><?xml version="1.0" encoding="utf-8"?>
<a:tblStyleLst xmlns:a="http://schemas.openxmlformats.org/drawingml/2006/main" def="{48FEF74C-34CA-49FC-A376-822DE979F93C}">
  <a:tblStyle styleId="{48FEF74C-34CA-49FC-A376-822DE979F93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80"/>
    <p:restoredTop sz="83723"/>
  </p:normalViewPr>
  <p:slideViewPr>
    <p:cSldViewPr snapToGrid="0">
      <p:cViewPr varScale="1">
        <p:scale>
          <a:sx n="122" d="100"/>
          <a:sy n="122" d="100"/>
        </p:scale>
        <p:origin x="10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essalam, Nayera Marie - (nmabdessalam)" userId="37feefe1-b2e7-4b6d-b06c-d49b9c66d65b" providerId="ADAL" clId="{08F63BB5-3FB4-50F4-A162-BE02B58AB22D}"/>
    <pc:docChg chg="undo custSel modSld">
      <pc:chgData name="Abdessalam, Nayera Marie - (nmabdessalam)" userId="37feefe1-b2e7-4b6d-b06c-d49b9c66d65b" providerId="ADAL" clId="{08F63BB5-3FB4-50F4-A162-BE02B58AB22D}" dt="2025-12-02T18:47:57.964" v="344" actId="20577"/>
      <pc:docMkLst>
        <pc:docMk/>
      </pc:docMkLst>
      <pc:sldChg chg="delSp mod">
        <pc:chgData name="Abdessalam, Nayera Marie - (nmabdessalam)" userId="37feefe1-b2e7-4b6d-b06c-d49b9c66d65b" providerId="ADAL" clId="{08F63BB5-3FB4-50F4-A162-BE02B58AB22D}" dt="2025-12-02T05:58:35.305" v="290" actId="478"/>
        <pc:sldMkLst>
          <pc:docMk/>
          <pc:sldMk cId="1082363416" sldId="339"/>
        </pc:sldMkLst>
        <pc:spChg chg="del">
          <ac:chgData name="Abdessalam, Nayera Marie - (nmabdessalam)" userId="37feefe1-b2e7-4b6d-b06c-d49b9c66d65b" providerId="ADAL" clId="{08F63BB5-3FB4-50F4-A162-BE02B58AB22D}" dt="2025-12-02T05:58:35.305" v="290" actId="478"/>
          <ac:spMkLst>
            <pc:docMk/>
            <pc:sldMk cId="1082363416" sldId="339"/>
            <ac:spMk id="4" creationId="{64EC5269-F0FB-22D0-E2BB-0A6BDE7B06EF}"/>
          </ac:spMkLst>
        </pc:spChg>
      </pc:sldChg>
      <pc:sldChg chg="addSp modSp mod modNotesTx">
        <pc:chgData name="Abdessalam, Nayera Marie - (nmabdessalam)" userId="37feefe1-b2e7-4b6d-b06c-d49b9c66d65b" providerId="ADAL" clId="{08F63BB5-3FB4-50F4-A162-BE02B58AB22D}" dt="2025-12-02T04:17:00.676" v="238" actId="20577"/>
        <pc:sldMkLst>
          <pc:docMk/>
          <pc:sldMk cId="3252435323" sldId="343"/>
        </pc:sldMkLst>
        <pc:spChg chg="add mod">
          <ac:chgData name="Abdessalam, Nayera Marie - (nmabdessalam)" userId="37feefe1-b2e7-4b6d-b06c-d49b9c66d65b" providerId="ADAL" clId="{08F63BB5-3FB4-50F4-A162-BE02B58AB22D}" dt="2025-12-02T04:06:27.079" v="37" actId="1076"/>
          <ac:spMkLst>
            <pc:docMk/>
            <pc:sldMk cId="3252435323" sldId="343"/>
            <ac:spMk id="2" creationId="{013B3C26-6B27-7309-07B1-817D1DA2E157}"/>
          </ac:spMkLst>
        </pc:spChg>
        <pc:spChg chg="mod">
          <ac:chgData name="Abdessalam, Nayera Marie - (nmabdessalam)" userId="37feefe1-b2e7-4b6d-b06c-d49b9c66d65b" providerId="ADAL" clId="{08F63BB5-3FB4-50F4-A162-BE02B58AB22D}" dt="2025-12-02T03:56:59.359" v="14" actId="1035"/>
          <ac:spMkLst>
            <pc:docMk/>
            <pc:sldMk cId="3252435323" sldId="343"/>
            <ac:spMk id="11" creationId="{2EB51894-C519-D5A6-3A08-09172CA99E04}"/>
          </ac:spMkLst>
        </pc:spChg>
      </pc:sldChg>
      <pc:sldChg chg="addSp modSp mod modNotesTx">
        <pc:chgData name="Abdessalam, Nayera Marie - (nmabdessalam)" userId="37feefe1-b2e7-4b6d-b06c-d49b9c66d65b" providerId="ADAL" clId="{08F63BB5-3FB4-50F4-A162-BE02B58AB22D}" dt="2025-12-02T04:13:51.712" v="119" actId="20577"/>
        <pc:sldMkLst>
          <pc:docMk/>
          <pc:sldMk cId="2828906952" sldId="344"/>
        </pc:sldMkLst>
        <pc:spChg chg="mod">
          <ac:chgData name="Abdessalam, Nayera Marie - (nmabdessalam)" userId="37feefe1-b2e7-4b6d-b06c-d49b9c66d65b" providerId="ADAL" clId="{08F63BB5-3FB4-50F4-A162-BE02B58AB22D}" dt="2025-12-02T03:57:21.297" v="19" actId="1076"/>
          <ac:spMkLst>
            <pc:docMk/>
            <pc:sldMk cId="2828906952" sldId="344"/>
            <ac:spMk id="7" creationId="{B6C29084-7B94-5CB6-4C05-0DEB3F8A474F}"/>
          </ac:spMkLst>
        </pc:spChg>
        <pc:spChg chg="mod">
          <ac:chgData name="Abdessalam, Nayera Marie - (nmabdessalam)" userId="37feefe1-b2e7-4b6d-b06c-d49b9c66d65b" providerId="ADAL" clId="{08F63BB5-3FB4-50F4-A162-BE02B58AB22D}" dt="2025-12-02T03:57:05.994" v="16" actId="1036"/>
          <ac:spMkLst>
            <pc:docMk/>
            <pc:sldMk cId="2828906952" sldId="344"/>
            <ac:spMk id="11" creationId="{AC1DFF31-74E2-2451-5DEB-9E37692910E6}"/>
          </ac:spMkLst>
        </pc:spChg>
        <pc:picChg chg="add mod">
          <ac:chgData name="Abdessalam, Nayera Marie - (nmabdessalam)" userId="37feefe1-b2e7-4b6d-b06c-d49b9c66d65b" providerId="ADAL" clId="{08F63BB5-3FB4-50F4-A162-BE02B58AB22D}" dt="2025-12-02T03:57:30.448" v="24" actId="1038"/>
          <ac:picMkLst>
            <pc:docMk/>
            <pc:sldMk cId="2828906952" sldId="344"/>
            <ac:picMk id="1026" creationId="{9F891C04-9887-C843-AAD7-6B946DD89E51}"/>
          </ac:picMkLst>
        </pc:picChg>
      </pc:sldChg>
      <pc:sldChg chg="modSp mod modNotesTx">
        <pc:chgData name="Abdessalam, Nayera Marie - (nmabdessalam)" userId="37feefe1-b2e7-4b6d-b06c-d49b9c66d65b" providerId="ADAL" clId="{08F63BB5-3FB4-50F4-A162-BE02B58AB22D}" dt="2025-12-02T18:47:57.964" v="344" actId="20577"/>
        <pc:sldMkLst>
          <pc:docMk/>
          <pc:sldMk cId="1788268395" sldId="345"/>
        </pc:sldMkLst>
        <pc:spChg chg="mod">
          <ac:chgData name="Abdessalam, Nayera Marie - (nmabdessalam)" userId="37feefe1-b2e7-4b6d-b06c-d49b9c66d65b" providerId="ADAL" clId="{08F63BB5-3FB4-50F4-A162-BE02B58AB22D}" dt="2025-12-02T05:42:09.316" v="289" actId="20577"/>
          <ac:spMkLst>
            <pc:docMk/>
            <pc:sldMk cId="1788268395" sldId="345"/>
            <ac:spMk id="3204" creationId="{51CDBD3D-55B2-0FC2-0095-76E157D3C967}"/>
          </ac:spMkLst>
        </pc:spChg>
      </pc:sldChg>
      <pc:sldChg chg="addSp modSp mod modNotesTx">
        <pc:chgData name="Abdessalam, Nayera Marie - (nmabdessalam)" userId="37feefe1-b2e7-4b6d-b06c-d49b9c66d65b" providerId="ADAL" clId="{08F63BB5-3FB4-50F4-A162-BE02B58AB22D}" dt="2025-12-02T04:13:05.105" v="113" actId="20577"/>
        <pc:sldMkLst>
          <pc:docMk/>
          <pc:sldMk cId="1564380197" sldId="350"/>
        </pc:sldMkLst>
        <pc:spChg chg="add mod">
          <ac:chgData name="Abdessalam, Nayera Marie - (nmabdessalam)" userId="37feefe1-b2e7-4b6d-b06c-d49b9c66d65b" providerId="ADAL" clId="{08F63BB5-3FB4-50F4-A162-BE02B58AB22D}" dt="2025-12-02T04:10:25.387" v="39"/>
          <ac:spMkLst>
            <pc:docMk/>
            <pc:sldMk cId="1564380197" sldId="350"/>
            <ac:spMk id="9" creationId="{2D3D40D5-8B94-577E-990C-240C7F925580}"/>
          </ac:spMkLst>
        </pc:spChg>
        <pc:spChg chg="add mod">
          <ac:chgData name="Abdessalam, Nayera Marie - (nmabdessalam)" userId="37feefe1-b2e7-4b6d-b06c-d49b9c66d65b" providerId="ADAL" clId="{08F63BB5-3FB4-50F4-A162-BE02B58AB22D}" dt="2025-12-02T04:12:09.716" v="58" actId="1076"/>
          <ac:spMkLst>
            <pc:docMk/>
            <pc:sldMk cId="1564380197" sldId="350"/>
            <ac:spMk id="10" creationId="{07A3FF44-7526-37EB-E1DF-A8CFDA89C611}"/>
          </ac:spMkLst>
        </pc:spChg>
        <pc:spChg chg="add mod">
          <ac:chgData name="Abdessalam, Nayera Marie - (nmabdessalam)" userId="37feefe1-b2e7-4b6d-b06c-d49b9c66d65b" providerId="ADAL" clId="{08F63BB5-3FB4-50F4-A162-BE02B58AB22D}" dt="2025-12-02T04:10:48.084" v="42"/>
          <ac:spMkLst>
            <pc:docMk/>
            <pc:sldMk cId="1564380197" sldId="350"/>
            <ac:spMk id="11" creationId="{DAF70A58-2251-CD92-88C8-D9DE312E1BB6}"/>
          </ac:spMkLst>
        </pc:spChg>
        <pc:spChg chg="add mod">
          <ac:chgData name="Abdessalam, Nayera Marie - (nmabdessalam)" userId="37feefe1-b2e7-4b6d-b06c-d49b9c66d65b" providerId="ADAL" clId="{08F63BB5-3FB4-50F4-A162-BE02B58AB22D}" dt="2025-12-02T04:12:33.231" v="102" actId="14100"/>
          <ac:spMkLst>
            <pc:docMk/>
            <pc:sldMk cId="1564380197" sldId="350"/>
            <ac:spMk id="14" creationId="{683DFA77-3B61-2369-9F88-001338CBEE81}"/>
          </ac:spMkLst>
        </pc:spChg>
        <pc:picChg chg="mod">
          <ac:chgData name="Abdessalam, Nayera Marie - (nmabdessalam)" userId="37feefe1-b2e7-4b6d-b06c-d49b9c66d65b" providerId="ADAL" clId="{08F63BB5-3FB4-50F4-A162-BE02B58AB22D}" dt="2025-12-02T04:11:32.128" v="55" actId="688"/>
          <ac:picMkLst>
            <pc:docMk/>
            <pc:sldMk cId="1564380197" sldId="350"/>
            <ac:picMk id="4" creationId="{6FDBCDF7-D524-4FCD-2687-428353444E28}"/>
          </ac:picMkLst>
        </pc:picChg>
        <pc:picChg chg="add mod">
          <ac:chgData name="Abdessalam, Nayera Marie - (nmabdessalam)" userId="37feefe1-b2e7-4b6d-b06c-d49b9c66d65b" providerId="ADAL" clId="{08F63BB5-3FB4-50F4-A162-BE02B58AB22D}" dt="2025-12-02T04:11:39.476" v="57" actId="1076"/>
          <ac:picMkLst>
            <pc:docMk/>
            <pc:sldMk cId="1564380197" sldId="350"/>
            <ac:picMk id="13" creationId="{1740FCF5-90C9-AB14-00BB-4E4E32D40078}"/>
          </ac:picMkLst>
        </pc:picChg>
      </pc:sldChg>
      <pc:sldChg chg="delSp modSp mod">
        <pc:chgData name="Abdessalam, Nayera Marie - (nmabdessalam)" userId="37feefe1-b2e7-4b6d-b06c-d49b9c66d65b" providerId="ADAL" clId="{08F63BB5-3FB4-50F4-A162-BE02B58AB22D}" dt="2025-12-02T04:42:47.664" v="274" actId="478"/>
        <pc:sldMkLst>
          <pc:docMk/>
          <pc:sldMk cId="1640706313" sldId="352"/>
        </pc:sldMkLst>
        <pc:spChg chg="mod">
          <ac:chgData name="Abdessalam, Nayera Marie - (nmabdessalam)" userId="37feefe1-b2e7-4b6d-b06c-d49b9c66d65b" providerId="ADAL" clId="{08F63BB5-3FB4-50F4-A162-BE02B58AB22D}" dt="2025-12-02T04:42:36.383" v="273" actId="1076"/>
          <ac:spMkLst>
            <pc:docMk/>
            <pc:sldMk cId="1640706313" sldId="352"/>
            <ac:spMk id="7" creationId="{7A278603-B142-D92E-8637-0DEDD7097C22}"/>
          </ac:spMkLst>
        </pc:spChg>
        <pc:spChg chg="del">
          <ac:chgData name="Abdessalam, Nayera Marie - (nmabdessalam)" userId="37feefe1-b2e7-4b6d-b06c-d49b9c66d65b" providerId="ADAL" clId="{08F63BB5-3FB4-50F4-A162-BE02B58AB22D}" dt="2025-12-02T04:42:47.664" v="274" actId="478"/>
          <ac:spMkLst>
            <pc:docMk/>
            <pc:sldMk cId="1640706313" sldId="352"/>
            <ac:spMk id="1525" creationId="{98544635-6D73-C0DD-7318-429B88DB2A87}"/>
          </ac:spMkLst>
        </pc:spChg>
        <pc:spChg chg="del">
          <ac:chgData name="Abdessalam, Nayera Marie - (nmabdessalam)" userId="37feefe1-b2e7-4b6d-b06c-d49b9c66d65b" providerId="ADAL" clId="{08F63BB5-3FB4-50F4-A162-BE02B58AB22D}" dt="2025-12-02T04:42:47.664" v="274" actId="478"/>
          <ac:spMkLst>
            <pc:docMk/>
            <pc:sldMk cId="1640706313" sldId="352"/>
            <ac:spMk id="1526" creationId="{AB1F2603-17E8-DE08-5B1A-953E8FFA7D9A}"/>
          </ac:spMkLst>
        </pc:spChg>
        <pc:spChg chg="del">
          <ac:chgData name="Abdessalam, Nayera Marie - (nmabdessalam)" userId="37feefe1-b2e7-4b6d-b06c-d49b9c66d65b" providerId="ADAL" clId="{08F63BB5-3FB4-50F4-A162-BE02B58AB22D}" dt="2025-12-02T04:42:47.664" v="274" actId="478"/>
          <ac:spMkLst>
            <pc:docMk/>
            <pc:sldMk cId="1640706313" sldId="352"/>
            <ac:spMk id="1527" creationId="{802EDC6D-BFB4-DB9E-F6DD-E75F39DCF615}"/>
          </ac:spMkLst>
        </pc:spChg>
        <pc:spChg chg="del">
          <ac:chgData name="Abdessalam, Nayera Marie - (nmabdessalam)" userId="37feefe1-b2e7-4b6d-b06c-d49b9c66d65b" providerId="ADAL" clId="{08F63BB5-3FB4-50F4-A162-BE02B58AB22D}" dt="2025-12-02T04:42:47.664" v="274" actId="478"/>
          <ac:spMkLst>
            <pc:docMk/>
            <pc:sldMk cId="1640706313" sldId="352"/>
            <ac:spMk id="1528" creationId="{D31A2DF3-B74F-3DD8-224F-34D6AE1B5981}"/>
          </ac:spMkLst>
        </pc:spChg>
      </pc:sldChg>
      <pc:sldChg chg="modSp mod">
        <pc:chgData name="Abdessalam, Nayera Marie - (nmabdessalam)" userId="37feefe1-b2e7-4b6d-b06c-d49b9c66d65b" providerId="ADAL" clId="{08F63BB5-3FB4-50F4-A162-BE02B58AB22D}" dt="2025-12-02T04:43:36.048" v="279" actId="20577"/>
        <pc:sldMkLst>
          <pc:docMk/>
          <pc:sldMk cId="3138004939" sldId="353"/>
        </pc:sldMkLst>
        <pc:spChg chg="mod">
          <ac:chgData name="Abdessalam, Nayera Marie - (nmabdessalam)" userId="37feefe1-b2e7-4b6d-b06c-d49b9c66d65b" providerId="ADAL" clId="{08F63BB5-3FB4-50F4-A162-BE02B58AB22D}" dt="2025-12-02T03:57:43.927" v="35" actId="20577"/>
          <ac:spMkLst>
            <pc:docMk/>
            <pc:sldMk cId="3138004939" sldId="353"/>
            <ac:spMk id="2632" creationId="{7CEB0389-089F-65C4-A8FA-9F6A128F4B63}"/>
          </ac:spMkLst>
        </pc:spChg>
        <pc:spChg chg="mod">
          <ac:chgData name="Abdessalam, Nayera Marie - (nmabdessalam)" userId="37feefe1-b2e7-4b6d-b06c-d49b9c66d65b" providerId="ADAL" clId="{08F63BB5-3FB4-50F4-A162-BE02B58AB22D}" dt="2025-12-02T04:43:36.048" v="279" actId="20577"/>
          <ac:spMkLst>
            <pc:docMk/>
            <pc:sldMk cId="3138004939" sldId="353"/>
            <ac:spMk id="2634" creationId="{D4B1D5F1-B73B-97F3-62EA-150D4EC0B43B}"/>
          </ac:spMkLst>
        </pc:spChg>
        <pc:spChg chg="mod">
          <ac:chgData name="Abdessalam, Nayera Marie - (nmabdessalam)" userId="37feefe1-b2e7-4b6d-b06c-d49b9c66d65b" providerId="ADAL" clId="{08F63BB5-3FB4-50F4-A162-BE02B58AB22D}" dt="2025-12-02T04:43:11.906" v="275" actId="58"/>
          <ac:spMkLst>
            <pc:docMk/>
            <pc:sldMk cId="3138004939" sldId="353"/>
            <ac:spMk id="2639" creationId="{0CDD0EB1-84CD-9AA1-A5D6-8666D0D3D98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google.com/search?q=little+red+dots&amp;oq=what+do+forbidden+lines+reveal+about+little+red+dots+astronomy&amp;gs_lcrp=EgZjaHJvbWUyCQgAEEUYORigATIHCAEQIRigATIHCAIQIRigATIHCAMQIRigATIHCAQQIRigATIHCAUQIRiPAjIHCAYQIRiPAtIBCTEzNjI4ajBqN6gCALACAA&amp;sourceid=chrome&amp;ie=UTF-8&amp;mstk=AUtExfC77YPOQA2WUosPU3B_lmdwpYKG07KET9g5bmscOYhBIm-GZTBRisqL3ZMCsVEac014IsNgvdAYqHTYpP5RdEF7oZns-rys_f9OMxhyIMOE93D1EA8LZkLoMmpgUbZiL7iQPvnY8GWaHoybkKWZZjA1-IUzhnW8sKkRtJrojdXPC8M&amp;csui=3&amp;ved=2ahUKEwi-vrrW2J2RAxVgIkQIHdMsHc8QgK4QegQIAhAB"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rxiv.org/html/2506.04350v1#bib.bib122"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arxiv.org/html/2506.04350v1#bib.bib119" TargetMode="External"/><Relationship Id="rId5" Type="http://schemas.openxmlformats.org/officeDocument/2006/relationships/hyperlink" Target="https://arxiv.org/html/2506.04350v1#bib.bib122" TargetMode="External"/><Relationship Id="rId4" Type="http://schemas.openxmlformats.org/officeDocument/2006/relationships/hyperlink" Target="https://arxiv.org/html/2506.04350v1#bib.bib119"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arxiv.org/html/2506.04350v1#bib.bib122"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arxiv.org/html/2506.04350v1#bib.bib119" TargetMode="External"/><Relationship Id="rId5" Type="http://schemas.openxmlformats.org/officeDocument/2006/relationships/hyperlink" Target="https://arxiv.org/html/2506.04350v1#bib.bib122" TargetMode="External"/><Relationship Id="rId4" Type="http://schemas.openxmlformats.org/officeDocument/2006/relationships/hyperlink" Target="https://arxiv.org/html/2506.04350v1#bib.bib119"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rxiv.org/html/2506.04350v1#bib.bib122"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s://arxiv.org/html/2506.04350v1#bib.bib119" TargetMode="External"/><Relationship Id="rId5" Type="http://schemas.openxmlformats.org/officeDocument/2006/relationships/hyperlink" Target="https://arxiv.org/html/2506.04350v1#bib.bib122" TargetMode="External"/><Relationship Id="rId4" Type="http://schemas.openxmlformats.org/officeDocument/2006/relationships/hyperlink" Target="https://arxiv.org/html/2506.04350v1#bib.bib119"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gc3f39c37e4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1" name="Google Shape;1271;gc3f39c37e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3"/>
        <p:cNvGrpSpPr/>
        <p:nvPr/>
      </p:nvGrpSpPr>
      <p:grpSpPr>
        <a:xfrm>
          <a:off x="0" y="0"/>
          <a:ext cx="0" cy="0"/>
          <a:chOff x="0" y="0"/>
          <a:chExt cx="0" cy="0"/>
        </a:xfrm>
      </p:grpSpPr>
      <p:sp>
        <p:nvSpPr>
          <p:cNvPr id="1364" name="Google Shape;1364;gc4b8acc492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5" name="Google Shape;1365;gc4b8acc49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p:cNvGrpSpPr/>
        <p:nvPr/>
      </p:nvGrpSpPr>
      <p:grpSpPr>
        <a:xfrm>
          <a:off x="0" y="0"/>
          <a:ext cx="0" cy="0"/>
          <a:chOff x="0" y="0"/>
          <a:chExt cx="0" cy="0"/>
        </a:xfrm>
      </p:grpSpPr>
      <p:sp>
        <p:nvSpPr>
          <p:cNvPr id="1390" name="Google Shape;1390;gc50a408bdc_0_7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1" name="Google Shape;1391;gc50a408bdc_0_7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8"/>
        <p:cNvGrpSpPr/>
        <p:nvPr/>
      </p:nvGrpSpPr>
      <p:grpSpPr>
        <a:xfrm>
          <a:off x="0" y="0"/>
          <a:ext cx="0" cy="0"/>
          <a:chOff x="0" y="0"/>
          <a:chExt cx="0" cy="0"/>
        </a:xfrm>
      </p:grpSpPr>
      <p:sp>
        <p:nvSpPr>
          <p:cNvPr id="1519" name="Google Shape;1519;gc3f39c37e4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0" name="Google Shape;1520;gc3f39c37e4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Blue = more flux at shorter wavelengths</a:t>
            </a:r>
          </a:p>
          <a:p>
            <a:r>
              <a:rPr lang="en-US" b="1" dirty="0"/>
              <a:t>Red = more flux at longer wavelengths</a:t>
            </a:r>
          </a:p>
          <a:p>
            <a:r>
              <a:rPr lang="en-US" b="1" dirty="0"/>
              <a:t>Steep red slope in the optical wavelengths make them appear red in </a:t>
            </a:r>
            <a:r>
              <a:rPr lang="en-US" b="1" dirty="0" err="1"/>
              <a:t>NIRCam</a:t>
            </a:r>
            <a:endParaRPr lang="en-US" b="1" dirty="0"/>
          </a:p>
          <a:p>
            <a:endParaRPr lang="en-US" b="1" dirty="0"/>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UV is left of ~2.5, optical is to the right</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SED graph, shows overall picture of flux across many wavelengths</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Figure 1. Example of sources with a fake V-shape continuum (a) and a real V-shape continuum (b). In each panel, we show the line-subtracted spectrum in gray and the emission lines (H</a:t>
            </a:r>
            <a:r>
              <a:rPr lang="el-GR" dirty="0"/>
              <a:t>β, [</a:t>
            </a:r>
            <a:r>
              <a:rPr lang="en-US" dirty="0"/>
              <a:t>O iii], and H</a:t>
            </a:r>
            <a:r>
              <a:rPr lang="el-GR" dirty="0"/>
              <a:t>α </a:t>
            </a:r>
            <a:r>
              <a:rPr lang="en-US" dirty="0"/>
              <a:t>lines) in blue. The observed photometry and line-free photometry are shown as the orange circles and red squares, respectively. The average SED of LRDs from H. B. Akins et al. (2024) are shown as the pink cross for comparison. The redshift and main emission lines are labeled. The JWST and HST transmission curves are in red and teal blue, respectively</a:t>
            </a:r>
          </a:p>
          <a:p>
            <a:endParaRPr lang="en-US" dirty="0"/>
          </a:p>
        </p:txBody>
      </p:sp>
    </p:spTree>
    <p:extLst>
      <p:ext uri="{BB962C8B-B14F-4D97-AF65-F5344CB8AC3E}">
        <p14:creationId xmlns:p14="http://schemas.microsoft.com/office/powerpoint/2010/main" val="597954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a:extLst>
            <a:ext uri="{FF2B5EF4-FFF2-40B4-BE49-F238E27FC236}">
              <a16:creationId xmlns:a16="http://schemas.microsoft.com/office/drawing/2014/main" id="{ABA071AE-E2BF-21E7-B0B4-B9016A82E109}"/>
            </a:ext>
          </a:extLst>
        </p:cNvPr>
        <p:cNvGrpSpPr/>
        <p:nvPr/>
      </p:nvGrpSpPr>
      <p:grpSpPr>
        <a:xfrm>
          <a:off x="0" y="0"/>
          <a:ext cx="0" cy="0"/>
          <a:chOff x="0" y="0"/>
          <a:chExt cx="0" cy="0"/>
        </a:xfrm>
      </p:grpSpPr>
      <p:sp>
        <p:nvSpPr>
          <p:cNvPr id="1390" name="Google Shape;1390;gc50a408bdc_0_759:notes">
            <a:extLst>
              <a:ext uri="{FF2B5EF4-FFF2-40B4-BE49-F238E27FC236}">
                <a16:creationId xmlns:a16="http://schemas.microsoft.com/office/drawing/2014/main" id="{6463883B-2530-67D3-36F1-9B4DB761F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1" name="Google Shape;1391;gc50a408bdc_0_759:notes">
            <a:extLst>
              <a:ext uri="{FF2B5EF4-FFF2-40B4-BE49-F238E27FC236}">
                <a16:creationId xmlns:a16="http://schemas.microsoft.com/office/drawing/2014/main" id="{9BED27C3-9C93-D8D2-A65A-E2F07AB3E2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8933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gc3f39c37e4_0_4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1656" name="Google Shape;1656;gc3f39c37e4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Photometry alone can’t distinguish LRDs from dusty starbursts or line-boosted galaxies.</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Diversity of red, high-redshift sources in RUBIES. Right: F115W</a:t>
                </a:r>
                <a14:m>
                  <m:oMath xmlns:m="http://schemas.openxmlformats.org/officeDocument/2006/math">
                    <m:r>
                      <a:rPr lang="en-US" sz="1100" b="0" i="0" u="none" strike="noStrike" cap="none">
                        <a:solidFill>
                          <a:srgbClr val="000000"/>
                        </a:solidFill>
                        <a:latin typeface="Cambria Math" panose="02040503050406030204" pitchFamily="18" charset="0"/>
                        <a:ea typeface="Arial"/>
                        <a:cs typeface="Arial"/>
                        <a:sym typeface="Arial"/>
                      </a:rPr>
                      <m:t>−</m:t>
                    </m:r>
                  </m:oMath>
                </a14:m>
                <a:r>
                  <a:rPr lang="en-US" sz="1100" b="0" i="0" u="none" strike="noStrike" cap="none" dirty="0">
                    <a:solidFill>
                      <a:srgbClr val="000000"/>
                    </a:solidFill>
                    <a:effectLst/>
                    <a:latin typeface="Arial"/>
                    <a:ea typeface="Arial"/>
                    <a:cs typeface="Arial"/>
                    <a:sym typeface="Arial"/>
                  </a:rPr>
                  <a:t>F200W vs. F277W</a:t>
                </a:r>
                <a14:m>
                  <m:oMath xmlns:m="http://schemas.openxmlformats.org/officeDocument/2006/math">
                    <m:r>
                      <a:rPr lang="en-US" sz="1100" b="0" i="0" u="none" strike="noStrike" cap="none">
                        <a:solidFill>
                          <a:srgbClr val="000000"/>
                        </a:solidFill>
                        <a:latin typeface="Cambria Math" panose="02040503050406030204" pitchFamily="18" charset="0"/>
                        <a:ea typeface="Arial"/>
                        <a:cs typeface="Arial"/>
                        <a:sym typeface="Arial"/>
                      </a:rPr>
                      <m:t>−</m:t>
                    </m:r>
                  </m:oMath>
                </a14:m>
                <a:r>
                  <a:rPr lang="en-US" sz="1100" b="0" i="0" u="none" strike="noStrike" cap="none" dirty="0">
                    <a:solidFill>
                      <a:srgbClr val="000000"/>
                    </a:solidFill>
                    <a:effectLst/>
                    <a:latin typeface="Arial"/>
                    <a:ea typeface="Arial"/>
                    <a:cs typeface="Arial"/>
                    <a:sym typeface="Arial"/>
                  </a:rPr>
                  <a:t>F444W for RUBIES with robust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𝑧</m:t>
                        </m:r>
                      </m:e>
                      <m:sub>
                        <m:r>
                          <m:rPr>
                            <m:sty m:val="p"/>
                          </m:rPr>
                          <a:rPr lang="en-US" sz="1100" b="0" i="0" u="none" strike="noStrike" cap="none">
                            <a:solidFill>
                              <a:srgbClr val="000000"/>
                            </a:solidFill>
                            <a:latin typeface="Cambria Math" panose="02040503050406030204" pitchFamily="18" charset="0"/>
                            <a:ea typeface="Arial"/>
                            <a:cs typeface="Arial"/>
                            <a:sym typeface="Arial"/>
                          </a:rPr>
                          <m:t>spec</m:t>
                        </m:r>
                      </m:sub>
                    </m:sSub>
                    <m:r>
                      <a:rPr lang="ar-AE" sz="1100" b="0" i="0" u="none" strike="noStrike" cap="none">
                        <a:solidFill>
                          <a:srgbClr val="000000"/>
                        </a:solidFill>
                        <a:latin typeface="Cambria Math" panose="02040503050406030204" pitchFamily="18" charset="0"/>
                        <a:ea typeface="Arial"/>
                        <a:cs typeface="Arial"/>
                        <a:sym typeface="Arial"/>
                      </a:rPr>
                      <m:t>&gt;3.1</m:t>
                    </m:r>
                  </m:oMath>
                </a14:m>
                <a:r>
                  <a:rPr lang="ar-AE"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grey histogram) which populate a broad distribution in color space. Right: PRISM spectra and </a:t>
                </a:r>
                <a:r>
                  <a:rPr lang="en-US" sz="1100" b="0" i="0" u="none" strike="noStrike" cap="none" dirty="0" err="1">
                    <a:solidFill>
                      <a:srgbClr val="000000"/>
                    </a:solidFill>
                    <a:effectLst/>
                    <a:latin typeface="Arial"/>
                    <a:ea typeface="Arial"/>
                    <a:cs typeface="Arial"/>
                    <a:sym typeface="Arial"/>
                  </a:rPr>
                  <a:t>NIRCam</a:t>
                </a:r>
                <a:r>
                  <a:rPr lang="en-US" sz="1100" b="0" i="0" u="none" strike="noStrike" cap="none" dirty="0">
                    <a:solidFill>
                      <a:srgbClr val="000000"/>
                    </a:solidFill>
                    <a:effectLst/>
                    <a:latin typeface="Arial"/>
                    <a:ea typeface="Arial"/>
                    <a:cs typeface="Arial"/>
                    <a:sym typeface="Arial"/>
                  </a:rPr>
                  <a:t> photometry, G395M spectra (zoomed in on H</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𝛼</m:t>
                    </m:r>
                  </m:oMath>
                </a14:m>
                <a:r>
                  <a:rPr lang="en-US" sz="1100" b="0" i="0" u="none" strike="noStrike" cap="none" dirty="0">
                    <a:solidFill>
                      <a:srgbClr val="000000"/>
                    </a:solidFill>
                    <a:effectLst/>
                    <a:latin typeface="Arial"/>
                    <a:ea typeface="Arial"/>
                    <a:cs typeface="Arial"/>
                    <a:sym typeface="Arial"/>
                  </a:rPr>
                  <a:t>), and 1”</a:t>
                </a:r>
                <a14:m>
                  <m:oMath xmlns:m="http://schemas.openxmlformats.org/officeDocument/2006/math">
                    <m:r>
                      <a:rPr lang="en-US" sz="1100" b="0" i="0" u="none" strike="noStrike" cap="none">
                        <a:solidFill>
                          <a:srgbClr val="000000"/>
                        </a:solidFill>
                        <a:latin typeface="Cambria Math" panose="02040503050406030204" pitchFamily="18" charset="0"/>
                        <a:ea typeface="Arial"/>
                        <a:cs typeface="Arial"/>
                        <a:sym typeface="Arial"/>
                      </a:rPr>
                      <m:t>×</m:t>
                    </m:r>
                  </m:oMath>
                </a14:m>
                <a:r>
                  <a:rPr lang="en-US" sz="1100" b="0" i="0" u="none" strike="noStrike" cap="none" dirty="0">
                    <a:solidFill>
                      <a:srgbClr val="000000"/>
                    </a:solidFill>
                    <a:effectLst/>
                    <a:latin typeface="Arial"/>
                    <a:ea typeface="Arial"/>
                    <a:cs typeface="Arial"/>
                    <a:sym typeface="Arial"/>
                  </a:rPr>
                  <a:t>1” </a:t>
                </a:r>
                <a:r>
                  <a:rPr lang="en-US" sz="1100" b="0" i="0" u="none" strike="noStrike" cap="none" dirty="0" err="1">
                    <a:solidFill>
                      <a:srgbClr val="000000"/>
                    </a:solidFill>
                    <a:effectLst/>
                    <a:latin typeface="Arial"/>
                    <a:ea typeface="Arial"/>
                    <a:cs typeface="Arial"/>
                    <a:sym typeface="Arial"/>
                  </a:rPr>
                  <a:t>NIRCam</a:t>
                </a:r>
                <a:r>
                  <a:rPr lang="en-US" sz="1100" b="0" i="0" u="none" strike="noStrike" cap="none" dirty="0">
                    <a:solidFill>
                      <a:srgbClr val="000000"/>
                    </a:solidFill>
                    <a:effectLst/>
                    <a:latin typeface="Arial"/>
                    <a:ea typeface="Arial"/>
                    <a:cs typeface="Arial"/>
                    <a:sym typeface="Arial"/>
                  </a:rPr>
                  <a:t> F444W/F277W/F150W RGB images for three RUBIES targets that are close in color space. The top row shows a typical LRD, with a </a:t>
                </a:r>
                <a:r>
                  <a:rPr lang="en-US" sz="1100" b="0" i="0" u="none" strike="noStrike" cap="none" dirty="0" err="1">
                    <a:solidFill>
                      <a:srgbClr val="000000"/>
                    </a:solidFill>
                    <a:effectLst/>
                    <a:latin typeface="Arial"/>
                    <a:ea typeface="Arial"/>
                    <a:cs typeface="Arial"/>
                    <a:sym typeface="Arial"/>
                  </a:rPr>
                  <a:t>v-shaped</a:t>
                </a:r>
                <a:r>
                  <a:rPr lang="en-US" sz="1100" b="0" i="0" u="none" strike="noStrike" cap="none" dirty="0">
                    <a:solidFill>
                      <a:srgbClr val="000000"/>
                    </a:solidFill>
                    <a:effectLst/>
                    <a:latin typeface="Arial"/>
                    <a:ea typeface="Arial"/>
                    <a:cs typeface="Arial"/>
                    <a:sym typeface="Arial"/>
                  </a:rPr>
                  <a:t> continuum, broad H</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𝛼</m:t>
                    </m:r>
                  </m:oMath>
                </a14:m>
                <a:r>
                  <a:rPr lang="en-US" sz="1100" b="0" i="0" u="none" strike="noStrike" cap="none" dirty="0">
                    <a:solidFill>
                      <a:srgbClr val="000000"/>
                    </a:solidFill>
                    <a:effectLst/>
                    <a:latin typeface="Arial"/>
                    <a:ea typeface="Arial"/>
                    <a:cs typeface="Arial"/>
                    <a:sym typeface="Arial"/>
                  </a:rPr>
                  <a:t> emission line and very compact morphology. The middle row shows an extended red object with a </a:t>
                </a:r>
                <a:r>
                  <a:rPr lang="en-US" sz="1100" b="0" i="0" u="none" strike="noStrike" cap="none" dirty="0" err="1">
                    <a:solidFill>
                      <a:srgbClr val="000000"/>
                    </a:solidFill>
                    <a:effectLst/>
                    <a:latin typeface="Arial"/>
                    <a:ea typeface="Arial"/>
                    <a:cs typeface="Arial"/>
                    <a:sym typeface="Arial"/>
                  </a:rPr>
                  <a:t>v-shaped</a:t>
                </a:r>
                <a:r>
                  <a:rPr lang="en-US" sz="1100" b="0" i="0" u="none" strike="noStrike" cap="none" dirty="0">
                    <a:solidFill>
                      <a:srgbClr val="000000"/>
                    </a:solidFill>
                    <a:effectLst/>
                    <a:latin typeface="Arial"/>
                    <a:ea typeface="Arial"/>
                    <a:cs typeface="Arial"/>
                    <a:sym typeface="Arial"/>
                  </a:rPr>
                  <a:t> continuum, but narrow H</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𝛼</m:t>
                    </m:r>
                  </m:oMath>
                </a14:m>
                <a:r>
                  <a:rPr lang="en-US" sz="1100" b="0" i="0" u="none" strike="noStrike" cap="none" dirty="0">
                    <a:solidFill>
                      <a:srgbClr val="000000"/>
                    </a:solidFill>
                    <a:effectLst/>
                    <a:latin typeface="Arial"/>
                    <a:ea typeface="Arial"/>
                    <a:cs typeface="Arial"/>
                    <a:sym typeface="Arial"/>
                  </a:rPr>
                  <a:t> and [N </a:t>
                </a:r>
                <a:r>
                  <a:rPr lang="en-US" sz="1100" b="0" i="0" u="none" strike="noStrike" cap="small" dirty="0">
                    <a:solidFill>
                      <a:srgbClr val="000000"/>
                    </a:solidFill>
                    <a:effectLst/>
                    <a:latin typeface="Arial"/>
                    <a:ea typeface="Arial"/>
                    <a:cs typeface="Arial"/>
                    <a:sym typeface="Arial"/>
                  </a:rPr>
                  <a:t>ii</a:t>
                </a:r>
                <a:r>
                  <a:rPr lang="en-US" sz="1100" b="0" i="0" u="none" strike="noStrike" cap="none" dirty="0">
                    <a:solidFill>
                      <a:srgbClr val="000000"/>
                    </a:solidFill>
                    <a:effectLst/>
                    <a:latin typeface="Arial"/>
                    <a:ea typeface="Arial"/>
                    <a:cs typeface="Arial"/>
                    <a:sym typeface="Arial"/>
                  </a:rPr>
                  <a:t>] emission. The red source in the bottom row is a point source with a relatively blue continuum, but appears as red due to high EW emission lines, including a broad H</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𝛼</m:t>
                    </m:r>
                  </m:oMath>
                </a14:m>
                <a:r>
                  <a:rPr lang="en-US" sz="1100" b="0" i="0" u="none" strike="noStrike" cap="none" dirty="0">
                    <a:solidFill>
                      <a:srgbClr val="000000"/>
                    </a:solidFill>
                    <a:effectLst/>
                    <a:latin typeface="Arial"/>
                    <a:ea typeface="Arial"/>
                    <a:cs typeface="Arial"/>
                    <a:sym typeface="Arial"/>
                  </a:rPr>
                  <a:t> line. This demonstrates that sources with similar broad-band photometric colors can have very different spectral properties.</a:t>
                </a:r>
                <a:endParaRPr dirty="0"/>
              </a:p>
            </p:txBody>
          </p:sp>
        </mc:Choice>
        <mc:Fallback xmlns="">
          <p:sp>
            <p:nvSpPr>
              <p:cNvPr id="1656" name="Google Shape;1656;gc3f39c37e4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Photometry alone can’t distinguish LRDs from dusty starbursts or line-boosted galaxies.</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Diversity of red, high-redshift sources in RUBIES. Right: F115W</a:t>
                </a:r>
                <a:r>
                  <a:rPr lang="en-US" sz="1100" b="0" i="0" u="none" strike="noStrike" cap="none">
                    <a:solidFill>
                      <a:srgbClr val="000000"/>
                    </a:solidFill>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F200W vs. F277W</a:t>
                </a:r>
                <a:r>
                  <a:rPr lang="en-US" sz="1100" b="0" i="0" u="none" strike="noStrike" cap="none">
                    <a:solidFill>
                      <a:srgbClr val="000000"/>
                    </a:solidFill>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F444W for RUBIES with robust </a:t>
                </a:r>
                <a:r>
                  <a:rPr lang="ar-AE" sz="1100" b="0" i="0" u="none" strike="noStrike" cap="none">
                    <a:solidFill>
                      <a:srgbClr val="000000"/>
                    </a:solidFill>
                    <a:latin typeface="Arial"/>
                    <a:ea typeface="Arial"/>
                    <a:cs typeface="Arial"/>
                    <a:sym typeface="Arial"/>
                  </a:rPr>
                  <a:t>𝑧_</a:t>
                </a:r>
                <a:r>
                  <a:rPr lang="en-US" sz="1100" b="0" i="0" u="none" strike="noStrike" cap="none">
                    <a:solidFill>
                      <a:srgbClr val="000000"/>
                    </a:solidFill>
                    <a:latin typeface="Arial"/>
                    <a:ea typeface="Arial"/>
                    <a:cs typeface="Arial"/>
                    <a:sym typeface="Arial"/>
                  </a:rPr>
                  <a:t>spec</a:t>
                </a:r>
                <a:r>
                  <a:rPr lang="ar-AE" sz="1100" b="0" i="0" u="none" strike="noStrike" cap="none">
                    <a:solidFill>
                      <a:srgbClr val="000000"/>
                    </a:solidFill>
                    <a:latin typeface="Arial"/>
                    <a:ea typeface="Arial"/>
                    <a:cs typeface="Arial"/>
                    <a:sym typeface="Arial"/>
                  </a:rPr>
                  <a:t>&gt;3.1</a:t>
                </a:r>
                <a:r>
                  <a:rPr lang="ar-AE"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grey histogram) which populate a broad distribution in color space. Right: PRISM spectra and </a:t>
                </a:r>
                <a:r>
                  <a:rPr lang="en-US" sz="1100" b="0" i="0" u="none" strike="noStrike" cap="none" dirty="0" err="1">
                    <a:solidFill>
                      <a:srgbClr val="000000"/>
                    </a:solidFill>
                    <a:effectLst/>
                    <a:latin typeface="Arial"/>
                    <a:ea typeface="Arial"/>
                    <a:cs typeface="Arial"/>
                    <a:sym typeface="Arial"/>
                  </a:rPr>
                  <a:t>NIRCam</a:t>
                </a:r>
                <a:r>
                  <a:rPr lang="en-US" sz="1100" b="0" i="0" u="none" strike="noStrike" cap="none" dirty="0">
                    <a:solidFill>
                      <a:srgbClr val="000000"/>
                    </a:solidFill>
                    <a:effectLst/>
                    <a:latin typeface="Arial"/>
                    <a:ea typeface="Arial"/>
                    <a:cs typeface="Arial"/>
                    <a:sym typeface="Arial"/>
                  </a:rPr>
                  <a:t> photometry, G395M spectra (zoomed in on H</a:t>
                </a:r>
                <a:r>
                  <a:rPr lang="en-US" sz="1100" b="0" i="0" u="none" strike="noStrike" cap="none">
                    <a:solidFill>
                      <a:srgbClr val="000000"/>
                    </a:solidFill>
                    <a:latin typeface="Arial"/>
                    <a:ea typeface="Arial"/>
                    <a:cs typeface="Arial"/>
                    <a:sym typeface="Arial"/>
                  </a:rPr>
                  <a:t>𝛼</a:t>
                </a:r>
                <a:r>
                  <a:rPr lang="en-US" sz="1100" b="0" i="0" u="none" strike="noStrike" cap="none" dirty="0">
                    <a:solidFill>
                      <a:srgbClr val="000000"/>
                    </a:solidFill>
                    <a:effectLst/>
                    <a:latin typeface="Arial"/>
                    <a:ea typeface="Arial"/>
                    <a:cs typeface="Arial"/>
                    <a:sym typeface="Arial"/>
                  </a:rPr>
                  <a:t>), and 1”</a:t>
                </a:r>
                <a:r>
                  <a:rPr lang="en-US" sz="1100" b="0" i="0" u="none" strike="noStrike" cap="none">
                    <a:solidFill>
                      <a:srgbClr val="000000"/>
                    </a:solidFill>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1” </a:t>
                </a:r>
                <a:r>
                  <a:rPr lang="en-US" sz="1100" b="0" i="0" u="none" strike="noStrike" cap="none" dirty="0" err="1">
                    <a:solidFill>
                      <a:srgbClr val="000000"/>
                    </a:solidFill>
                    <a:effectLst/>
                    <a:latin typeface="Arial"/>
                    <a:ea typeface="Arial"/>
                    <a:cs typeface="Arial"/>
                    <a:sym typeface="Arial"/>
                  </a:rPr>
                  <a:t>NIRCam</a:t>
                </a:r>
                <a:r>
                  <a:rPr lang="en-US" sz="1100" b="0" i="0" u="none" strike="noStrike" cap="none" dirty="0">
                    <a:solidFill>
                      <a:srgbClr val="000000"/>
                    </a:solidFill>
                    <a:effectLst/>
                    <a:latin typeface="Arial"/>
                    <a:ea typeface="Arial"/>
                    <a:cs typeface="Arial"/>
                    <a:sym typeface="Arial"/>
                  </a:rPr>
                  <a:t> F444W/F277W/F150W RGB images for three RUBIES targets that are close in color space. The top row shows a typical LRD, with a </a:t>
                </a:r>
                <a:r>
                  <a:rPr lang="en-US" sz="1100" b="0" i="0" u="none" strike="noStrike" cap="none" dirty="0" err="1">
                    <a:solidFill>
                      <a:srgbClr val="000000"/>
                    </a:solidFill>
                    <a:effectLst/>
                    <a:latin typeface="Arial"/>
                    <a:ea typeface="Arial"/>
                    <a:cs typeface="Arial"/>
                    <a:sym typeface="Arial"/>
                  </a:rPr>
                  <a:t>v-shaped</a:t>
                </a:r>
                <a:r>
                  <a:rPr lang="en-US" sz="1100" b="0" i="0" u="none" strike="noStrike" cap="none" dirty="0">
                    <a:solidFill>
                      <a:srgbClr val="000000"/>
                    </a:solidFill>
                    <a:effectLst/>
                    <a:latin typeface="Arial"/>
                    <a:ea typeface="Arial"/>
                    <a:cs typeface="Arial"/>
                    <a:sym typeface="Arial"/>
                  </a:rPr>
                  <a:t> continuum, broad H</a:t>
                </a:r>
                <a:r>
                  <a:rPr lang="en-US" sz="1100" b="0" i="0" u="none" strike="noStrike" cap="none">
                    <a:solidFill>
                      <a:srgbClr val="000000"/>
                    </a:solidFill>
                    <a:latin typeface="Arial"/>
                    <a:ea typeface="Arial"/>
                    <a:cs typeface="Arial"/>
                    <a:sym typeface="Arial"/>
                  </a:rPr>
                  <a:t>𝛼</a:t>
                </a:r>
                <a:r>
                  <a:rPr lang="en-US" sz="1100" b="0" i="0" u="none" strike="noStrike" cap="none" dirty="0">
                    <a:solidFill>
                      <a:srgbClr val="000000"/>
                    </a:solidFill>
                    <a:effectLst/>
                    <a:latin typeface="Arial"/>
                    <a:ea typeface="Arial"/>
                    <a:cs typeface="Arial"/>
                    <a:sym typeface="Arial"/>
                  </a:rPr>
                  <a:t> emission line and very compact morphology. The middle row shows an extended red object with a </a:t>
                </a:r>
                <a:r>
                  <a:rPr lang="en-US" sz="1100" b="0" i="0" u="none" strike="noStrike" cap="none" dirty="0" err="1">
                    <a:solidFill>
                      <a:srgbClr val="000000"/>
                    </a:solidFill>
                    <a:effectLst/>
                    <a:latin typeface="Arial"/>
                    <a:ea typeface="Arial"/>
                    <a:cs typeface="Arial"/>
                    <a:sym typeface="Arial"/>
                  </a:rPr>
                  <a:t>v-shaped</a:t>
                </a:r>
                <a:r>
                  <a:rPr lang="en-US" sz="1100" b="0" i="0" u="none" strike="noStrike" cap="none" dirty="0">
                    <a:solidFill>
                      <a:srgbClr val="000000"/>
                    </a:solidFill>
                    <a:effectLst/>
                    <a:latin typeface="Arial"/>
                    <a:ea typeface="Arial"/>
                    <a:cs typeface="Arial"/>
                    <a:sym typeface="Arial"/>
                  </a:rPr>
                  <a:t> continuum, but narrow H</a:t>
                </a:r>
                <a:r>
                  <a:rPr lang="en-US" sz="1100" b="0" i="0" u="none" strike="noStrike" cap="none">
                    <a:solidFill>
                      <a:srgbClr val="000000"/>
                    </a:solidFill>
                    <a:latin typeface="Arial"/>
                    <a:ea typeface="Arial"/>
                    <a:cs typeface="Arial"/>
                    <a:sym typeface="Arial"/>
                  </a:rPr>
                  <a:t>𝛼</a:t>
                </a:r>
                <a:r>
                  <a:rPr lang="en-US" sz="1100" b="0" i="0" u="none" strike="noStrike" cap="none" dirty="0">
                    <a:solidFill>
                      <a:srgbClr val="000000"/>
                    </a:solidFill>
                    <a:effectLst/>
                    <a:latin typeface="Arial"/>
                    <a:ea typeface="Arial"/>
                    <a:cs typeface="Arial"/>
                    <a:sym typeface="Arial"/>
                  </a:rPr>
                  <a:t> and [N </a:t>
                </a:r>
                <a:r>
                  <a:rPr lang="en-US" sz="1100" b="0" i="0" u="none" strike="noStrike" cap="small" dirty="0">
                    <a:solidFill>
                      <a:srgbClr val="000000"/>
                    </a:solidFill>
                    <a:effectLst/>
                    <a:latin typeface="Arial"/>
                    <a:ea typeface="Arial"/>
                    <a:cs typeface="Arial"/>
                    <a:sym typeface="Arial"/>
                  </a:rPr>
                  <a:t>ii</a:t>
                </a:r>
                <a:r>
                  <a:rPr lang="en-US" sz="1100" b="0" i="0" u="none" strike="noStrike" cap="none" dirty="0">
                    <a:solidFill>
                      <a:srgbClr val="000000"/>
                    </a:solidFill>
                    <a:effectLst/>
                    <a:latin typeface="Arial"/>
                    <a:ea typeface="Arial"/>
                    <a:cs typeface="Arial"/>
                    <a:sym typeface="Arial"/>
                  </a:rPr>
                  <a:t>] emission. The red source in the bottom row is a point source with a relatively blue continuum, but appears as red due to high EW emission lines, including a broad H</a:t>
                </a:r>
                <a:r>
                  <a:rPr lang="en-US" sz="1100" b="0" i="0" u="none" strike="noStrike" cap="none">
                    <a:solidFill>
                      <a:srgbClr val="000000"/>
                    </a:solidFill>
                    <a:latin typeface="Arial"/>
                    <a:ea typeface="Arial"/>
                    <a:cs typeface="Arial"/>
                    <a:sym typeface="Arial"/>
                  </a:rPr>
                  <a:t>𝛼</a:t>
                </a:r>
                <a:r>
                  <a:rPr lang="en-US" sz="1100" b="0" i="0" u="none" strike="noStrike" cap="none" dirty="0">
                    <a:solidFill>
                      <a:srgbClr val="000000"/>
                    </a:solidFill>
                    <a:effectLst/>
                    <a:latin typeface="Arial"/>
                    <a:ea typeface="Arial"/>
                    <a:cs typeface="Arial"/>
                    <a:sym typeface="Arial"/>
                  </a:rPr>
                  <a:t> line. This demonstrates that sources with similar broad-band photometric colors can have very different spectral properties.</a:t>
                </a:r>
                <a:endParaRPr dirty="0"/>
              </a:p>
            </p:txBody>
          </p:sp>
        </mc:Fallback>
      </mc:AlternateContent>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7">
          <a:extLst>
            <a:ext uri="{FF2B5EF4-FFF2-40B4-BE49-F238E27FC236}">
              <a16:creationId xmlns:a16="http://schemas.microsoft.com/office/drawing/2014/main" id="{DCB39F96-53EA-0E6A-48C4-8D21C43BE0F1}"/>
            </a:ext>
          </a:extLst>
        </p:cNvPr>
        <p:cNvGrpSpPr/>
        <p:nvPr/>
      </p:nvGrpSpPr>
      <p:grpSpPr>
        <a:xfrm>
          <a:off x="0" y="0"/>
          <a:ext cx="0" cy="0"/>
          <a:chOff x="0" y="0"/>
          <a:chExt cx="0" cy="0"/>
        </a:xfrm>
      </p:grpSpPr>
      <p:sp>
        <p:nvSpPr>
          <p:cNvPr id="3198" name="Google Shape;3198;gb6a635bb28_0_203:notes">
            <a:extLst>
              <a:ext uri="{FF2B5EF4-FFF2-40B4-BE49-F238E27FC236}">
                <a16:creationId xmlns:a16="http://schemas.microsoft.com/office/drawing/2014/main" id="{DC464E5A-4F62-1075-F753-92093B93CC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9" name="Google Shape;3199;gb6a635bb28_0_203:notes">
            <a:extLst>
              <a:ext uri="{FF2B5EF4-FFF2-40B4-BE49-F238E27FC236}">
                <a16:creationId xmlns:a16="http://schemas.microsoft.com/office/drawing/2014/main" id="{A5E4CC6A-450F-65D5-5F8E-C7F33607C3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r>
              <a:rPr lang="en-US" sz="1100" b="0" i="0" u="none" strike="noStrike" cap="none" dirty="0">
                <a:solidFill>
                  <a:srgbClr val="000000"/>
                </a:solidFill>
                <a:effectLst/>
                <a:latin typeface="Arial"/>
                <a:ea typeface="Arial"/>
                <a:cs typeface="Arial"/>
                <a:sym typeface="Arial"/>
              </a:rPr>
              <a:t>Forbidden lines are important for studying "</a:t>
            </a:r>
            <a:r>
              <a:rPr lang="en-US" sz="1100" b="0" i="0" u="none" strike="noStrike" cap="none" dirty="0">
                <a:solidFill>
                  <a:srgbClr val="000000"/>
                </a:solidFill>
                <a:effectLst/>
                <a:latin typeface="Arial"/>
                <a:ea typeface="Arial"/>
                <a:cs typeface="Arial"/>
                <a:sym typeface="Arial"/>
                <a:hlinkClick r:id="rId3"/>
              </a:rPr>
              <a:t>little red dots</a:t>
            </a:r>
            <a:r>
              <a:rPr lang="en-US" sz="1100" b="0" i="0" u="none" strike="noStrike" cap="none" dirty="0">
                <a:solidFill>
                  <a:srgbClr val="000000"/>
                </a:solidFill>
                <a:effectLst/>
                <a:latin typeface="Arial"/>
                <a:ea typeface="Arial"/>
                <a:cs typeface="Arial"/>
                <a:sym typeface="Arial"/>
              </a:rPr>
              <a:t>" (LRDs) because they are a signature of a central black hole surrounded by dense gas and dust. Their presence, especially when combined with the absence of X-ray emission, suggests that </a:t>
            </a:r>
            <a:r>
              <a:rPr lang="en-US" dirty="0"/>
              <a:t>the red color is due to this obscuring gas and dust rather than a dense population of stars</a:t>
            </a:r>
            <a:r>
              <a:rPr lang="en-US" sz="1100" b="0" i="0" u="none" strike="noStrike" cap="none" dirty="0">
                <a:solidFill>
                  <a:srgbClr val="000000"/>
                </a:solidFill>
                <a:effectLst/>
                <a:latin typeface="Arial"/>
                <a:ea typeface="Arial"/>
                <a:cs typeface="Arial"/>
                <a:sym typeface="Arial"/>
              </a:rPr>
              <a:t>. This implies that at least some LRDs are likely powered by central black holes rather than just stars</a:t>
            </a:r>
          </a:p>
          <a:p>
            <a:pPr marL="171450" lvl="0" indent="-171450" algn="l" rtl="0">
              <a:spcBef>
                <a:spcPts val="0"/>
              </a:spcBef>
              <a:spcAft>
                <a:spcPts val="0"/>
              </a:spcAft>
            </a:pPr>
            <a:r>
              <a:rPr lang="en-US" sz="1100" b="1" i="0" u="none" strike="noStrike" cap="none" dirty="0">
                <a:solidFill>
                  <a:srgbClr val="000000"/>
                </a:solidFill>
                <a:effectLst/>
                <a:latin typeface="Arial"/>
                <a:ea typeface="Arial"/>
                <a:cs typeface="Arial"/>
                <a:sym typeface="Arial"/>
              </a:rPr>
              <a:t>Forbidden lines</a:t>
            </a:r>
            <a:r>
              <a:rPr lang="en-US" sz="1100" b="0" i="0" u="none" strike="noStrike" cap="none" dirty="0">
                <a:solidFill>
                  <a:srgbClr val="000000"/>
                </a:solidFill>
                <a:effectLst/>
                <a:latin typeface="Arial"/>
                <a:ea typeface="Arial"/>
                <a:cs typeface="Arial"/>
                <a:sym typeface="Arial"/>
              </a:rPr>
              <a:t> help rule out line broadening from outflows. </a:t>
            </a:r>
          </a:p>
          <a:p>
            <a:pPr marL="171450" lvl="0" indent="-171450" algn="l" rtl="0">
              <a:spcBef>
                <a:spcPts val="0"/>
              </a:spcBef>
              <a:spcAft>
                <a:spcPts val="0"/>
              </a:spcAft>
            </a:pPr>
            <a:r>
              <a:rPr lang="en-US" dirty="0"/>
              <a:t>Mention forbidden lines discussed </a:t>
            </a:r>
            <a:r>
              <a:rPr lang="en-US"/>
              <a:t>in class!!!!</a:t>
            </a:r>
            <a:endParaRPr dirty="0"/>
          </a:p>
        </p:txBody>
      </p:sp>
    </p:spTree>
    <p:extLst>
      <p:ext uri="{BB962C8B-B14F-4D97-AF65-F5344CB8AC3E}">
        <p14:creationId xmlns:p14="http://schemas.microsoft.com/office/powerpoint/2010/main" val="3382670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a:extLst>
            <a:ext uri="{FF2B5EF4-FFF2-40B4-BE49-F238E27FC236}">
              <a16:creationId xmlns:a16="http://schemas.microsoft.com/office/drawing/2014/main" id="{453C5AB8-9F33-D375-9472-04841724F8FB}"/>
            </a:ext>
          </a:extLst>
        </p:cNvPr>
        <p:cNvGrpSpPr/>
        <p:nvPr/>
      </p:nvGrpSpPr>
      <p:grpSpPr>
        <a:xfrm>
          <a:off x="0" y="0"/>
          <a:ext cx="0" cy="0"/>
          <a:chOff x="0" y="0"/>
          <a:chExt cx="0" cy="0"/>
        </a:xfrm>
      </p:grpSpPr>
      <p:sp>
        <p:nvSpPr>
          <p:cNvPr id="1390" name="Google Shape;1390;gc50a408bdc_0_759:notes">
            <a:extLst>
              <a:ext uri="{FF2B5EF4-FFF2-40B4-BE49-F238E27FC236}">
                <a16:creationId xmlns:a16="http://schemas.microsoft.com/office/drawing/2014/main" id="{6B0553E1-271B-6174-CB02-CFE8C66C22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1" name="Google Shape;1391;gc50a408bdc_0_759:notes">
            <a:extLst>
              <a:ext uri="{FF2B5EF4-FFF2-40B4-BE49-F238E27FC236}">
                <a16:creationId xmlns:a16="http://schemas.microsoft.com/office/drawing/2014/main" id="{ABA4FDE6-AC49-F550-F896-525412C046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6936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8">
          <a:extLst>
            <a:ext uri="{FF2B5EF4-FFF2-40B4-BE49-F238E27FC236}">
              <a16:creationId xmlns:a16="http://schemas.microsoft.com/office/drawing/2014/main" id="{051B4379-9102-E36F-AF0A-36E758AB5569}"/>
            </a:ext>
          </a:extLst>
        </p:cNvPr>
        <p:cNvGrpSpPr/>
        <p:nvPr/>
      </p:nvGrpSpPr>
      <p:grpSpPr>
        <a:xfrm>
          <a:off x="0" y="0"/>
          <a:ext cx="0" cy="0"/>
          <a:chOff x="0" y="0"/>
          <a:chExt cx="0" cy="0"/>
        </a:xfrm>
      </p:grpSpPr>
      <p:sp>
        <p:nvSpPr>
          <p:cNvPr id="1519" name="Google Shape;1519;gc3f39c37e4_0_386:notes">
            <a:extLst>
              <a:ext uri="{FF2B5EF4-FFF2-40B4-BE49-F238E27FC236}">
                <a16:creationId xmlns:a16="http://schemas.microsoft.com/office/drawing/2014/main" id="{32E8ACE3-A173-EF88-5748-2B5E477F98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0" name="Google Shape;1520;gc3f39c37e4_0_386:notes">
            <a:extLst>
              <a:ext uri="{FF2B5EF4-FFF2-40B4-BE49-F238E27FC236}">
                <a16:creationId xmlns:a16="http://schemas.microsoft.com/office/drawing/2014/main" id="{3999E5AF-8FED-C64E-0449-B605D0F340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G395- diffraction gratings used for medium resolution spec</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Grism</a:t>
            </a:r>
            <a:r>
              <a:rPr lang="en-US" dirty="0"/>
              <a:t> = </a:t>
            </a:r>
            <a:r>
              <a:rPr lang="en-US" dirty="0" err="1"/>
              <a:t>slitless</a:t>
            </a:r>
            <a:r>
              <a:rPr lang="en-US" dirty="0"/>
              <a:t> spectroscopy</a:t>
            </a:r>
          </a:p>
        </p:txBody>
      </p:sp>
    </p:spTree>
    <p:extLst>
      <p:ext uri="{BB962C8B-B14F-4D97-AF65-F5344CB8AC3E}">
        <p14:creationId xmlns:p14="http://schemas.microsoft.com/office/powerpoint/2010/main" val="3267988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NIRSpec</a:t>
            </a:r>
            <a:r>
              <a:rPr lang="en-US" dirty="0"/>
              <a:t> does exactly what this Czerny–Turner spectrometer does: it takes incoming light, passes it through a slit, collimates it, disperses it into colors, and focuses it onto a detector, just at much higher precision and in the near-infrared.</a:t>
            </a:r>
          </a:p>
          <a:p>
            <a:endParaRPr lang="en-US" dirty="0"/>
          </a:p>
        </p:txBody>
      </p:sp>
    </p:spTree>
    <p:extLst>
      <p:ext uri="{BB962C8B-B14F-4D97-AF65-F5344CB8AC3E}">
        <p14:creationId xmlns:p14="http://schemas.microsoft.com/office/powerpoint/2010/main" val="105238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8">
          <a:extLst>
            <a:ext uri="{FF2B5EF4-FFF2-40B4-BE49-F238E27FC236}">
              <a16:creationId xmlns:a16="http://schemas.microsoft.com/office/drawing/2014/main" id="{C3EC0059-C30F-BC4B-7760-97B5647F166F}"/>
            </a:ext>
          </a:extLst>
        </p:cNvPr>
        <p:cNvGrpSpPr/>
        <p:nvPr/>
      </p:nvGrpSpPr>
      <p:grpSpPr>
        <a:xfrm>
          <a:off x="0" y="0"/>
          <a:ext cx="0" cy="0"/>
          <a:chOff x="0" y="0"/>
          <a:chExt cx="0" cy="0"/>
        </a:xfrm>
      </p:grpSpPr>
      <p:sp>
        <p:nvSpPr>
          <p:cNvPr id="1519" name="Google Shape;1519;gc3f39c37e4_0_386:notes">
            <a:extLst>
              <a:ext uri="{FF2B5EF4-FFF2-40B4-BE49-F238E27FC236}">
                <a16:creationId xmlns:a16="http://schemas.microsoft.com/office/drawing/2014/main" id="{E9BAA08E-A233-4A71-EBF0-34216842FA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0" name="Google Shape;1520;gc3f39c37e4_0_386:notes">
            <a:extLst>
              <a:ext uri="{FF2B5EF4-FFF2-40B4-BE49-F238E27FC236}">
                <a16:creationId xmlns:a16="http://schemas.microsoft.com/office/drawing/2014/main" id="{F9CBC02B-1300-3F8C-A9B8-37E50056CA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MIRI’s spectrometer follows the same principles: take the light, collimate it, disperse it, and detect it, but instead of a simple grating, it uses an integral-field unit that makes a data cube: a 2D image </a:t>
            </a:r>
            <a:r>
              <a:rPr lang="en-US" i="1" dirty="0"/>
              <a:t>plus</a:t>
            </a:r>
            <a:r>
              <a:rPr lang="en-US" dirty="0"/>
              <a:t> a spectrum for each pixel</a:t>
            </a:r>
            <a:endParaRPr dirty="0"/>
          </a:p>
        </p:txBody>
      </p:sp>
    </p:spTree>
    <p:extLst>
      <p:ext uri="{BB962C8B-B14F-4D97-AF65-F5344CB8AC3E}">
        <p14:creationId xmlns:p14="http://schemas.microsoft.com/office/powerpoint/2010/main" val="782547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6"/>
        <p:cNvGrpSpPr/>
        <p:nvPr/>
      </p:nvGrpSpPr>
      <p:grpSpPr>
        <a:xfrm>
          <a:off x="0" y="0"/>
          <a:ext cx="0" cy="0"/>
          <a:chOff x="0" y="0"/>
          <a:chExt cx="0" cy="0"/>
        </a:xfrm>
      </p:grpSpPr>
      <p:sp>
        <p:nvSpPr>
          <p:cNvPr id="1827" name="Google Shape;1827;gc50a408bdc_0_10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8" name="Google Shape;1828;gc50a408bdc_0_10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1" u="none" strike="noStrike" cap="none" dirty="0">
                <a:solidFill>
                  <a:srgbClr val="000000"/>
                </a:solidFill>
                <a:effectLst/>
                <a:latin typeface="Arial"/>
                <a:ea typeface="Arial"/>
                <a:cs typeface="Arial"/>
                <a:sym typeface="Arial"/>
              </a:rPr>
              <a:t>JWST</a:t>
            </a: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NIRCam</a:t>
            </a:r>
            <a:r>
              <a:rPr lang="en-US" sz="1100" b="0" i="0" u="none" strike="noStrike" cap="none" dirty="0">
                <a:solidFill>
                  <a:srgbClr val="000000"/>
                </a:solidFill>
                <a:effectLst/>
                <a:latin typeface="Arial"/>
                <a:ea typeface="Arial"/>
                <a:cs typeface="Arial"/>
                <a:sym typeface="Arial"/>
              </a:rPr>
              <a:t> (first row) and MIRI (second row) 2”x2” postage stamps. The last postage stamp in each row are the RGB images with F444W (R) + F277W (G) + F150W (B) for </a:t>
            </a:r>
            <a:r>
              <a:rPr lang="en-US" sz="1100" b="0" i="0" u="none" strike="noStrike" cap="none" dirty="0" err="1">
                <a:solidFill>
                  <a:srgbClr val="000000"/>
                </a:solidFill>
                <a:effectLst/>
                <a:latin typeface="Arial"/>
                <a:ea typeface="Arial"/>
                <a:cs typeface="Arial"/>
                <a:sym typeface="Arial"/>
              </a:rPr>
              <a:t>NIRCam</a:t>
            </a:r>
            <a:r>
              <a:rPr lang="en-US" sz="1100" b="0" i="0" u="none" strike="noStrike" cap="none" dirty="0">
                <a:solidFill>
                  <a:srgbClr val="000000"/>
                </a:solidFill>
                <a:effectLst/>
                <a:latin typeface="Arial"/>
                <a:ea typeface="Arial"/>
                <a:cs typeface="Arial"/>
                <a:sym typeface="Arial"/>
              </a:rPr>
              <a:t>, and F1500W (R) + F1000W (G) + F770W (B) for MIRI. The bottom two rows are the 2D and 1D </a:t>
            </a:r>
            <a:r>
              <a:rPr lang="en-US" sz="1100" b="0" i="1" u="none" strike="noStrike" cap="none" dirty="0" err="1">
                <a:solidFill>
                  <a:srgbClr val="000000"/>
                </a:solidFill>
                <a:effectLst/>
                <a:latin typeface="Arial"/>
                <a:ea typeface="Arial"/>
                <a:cs typeface="Arial"/>
                <a:sym typeface="Arial"/>
              </a:rPr>
              <a:t>NIRCam</a:t>
            </a: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grism</a:t>
            </a:r>
            <a:r>
              <a:rPr lang="en-US" sz="1100" b="0" i="0" u="none" strike="noStrike" cap="none" dirty="0">
                <a:solidFill>
                  <a:srgbClr val="000000"/>
                </a:solidFill>
                <a:effectLst/>
                <a:latin typeface="Arial"/>
                <a:ea typeface="Arial"/>
                <a:cs typeface="Arial"/>
                <a:sym typeface="Arial"/>
              </a:rPr>
              <a:t> data for 24253 and 20320, with the observed emission lines labeled.</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a:extLst>
            <a:ext uri="{FF2B5EF4-FFF2-40B4-BE49-F238E27FC236}">
              <a16:creationId xmlns:a16="http://schemas.microsoft.com/office/drawing/2014/main" id="{109A2978-3029-09FA-6F8C-84A48BDBB4A2}"/>
            </a:ext>
          </a:extLst>
        </p:cNvPr>
        <p:cNvGrpSpPr/>
        <p:nvPr/>
      </p:nvGrpSpPr>
      <p:grpSpPr>
        <a:xfrm>
          <a:off x="0" y="0"/>
          <a:ext cx="0" cy="0"/>
          <a:chOff x="0" y="0"/>
          <a:chExt cx="0" cy="0"/>
        </a:xfrm>
      </p:grpSpPr>
      <p:sp>
        <p:nvSpPr>
          <p:cNvPr id="1390" name="Google Shape;1390;gc50a408bdc_0_759:notes">
            <a:extLst>
              <a:ext uri="{FF2B5EF4-FFF2-40B4-BE49-F238E27FC236}">
                <a16:creationId xmlns:a16="http://schemas.microsoft.com/office/drawing/2014/main" id="{C7DF1BE8-AE90-677D-8FA1-630685DB99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1" name="Google Shape;1391;gc50a408bdc_0_759:notes">
            <a:extLst>
              <a:ext uri="{FF2B5EF4-FFF2-40B4-BE49-F238E27FC236}">
                <a16:creationId xmlns:a16="http://schemas.microsoft.com/office/drawing/2014/main" id="{E661565B-272E-D2B6-89EE-50E2BD70C0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7667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Figure 8:Median-stacked spectra of narrow-line LRDs (blue solid curve) and broad-line LRDs (orange solid curve). For comparison, we also plot the LRDs at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𝑧</m:t>
                    </m:r>
                    <m:r>
                      <a:rPr lang="en-US" sz="1100" b="0" i="0" u="none" strike="noStrike" cap="none">
                        <a:solidFill>
                          <a:srgbClr val="000000"/>
                        </a:solidFill>
                        <a:latin typeface="Cambria Math" panose="02040503050406030204" pitchFamily="18" charset="0"/>
                        <a:ea typeface="Arial"/>
                        <a:cs typeface="Arial"/>
                        <a:sym typeface="Arial"/>
                      </a:rPr>
                      <m:t>=3.1</m:t>
                    </m:r>
                  </m:oMath>
                </a14:m>
                <a:r>
                  <a:rPr lang="en-US" sz="1100" b="0" i="0" u="none" strike="noStrike" cap="none" dirty="0">
                    <a:solidFill>
                      <a:srgbClr val="000000"/>
                    </a:solidFill>
                    <a:effectLst/>
                    <a:latin typeface="Arial"/>
                    <a:ea typeface="Arial"/>
                    <a:cs typeface="Arial"/>
                    <a:sym typeface="Arial"/>
                  </a:rPr>
                  <a:t> from B. Wang et al. (</a:t>
                </a:r>
                <a:r>
                  <a:rPr lang="en-US" sz="1100" b="0" i="0" u="sng" strike="noStrike" cap="none" dirty="0">
                    <a:solidFill>
                      <a:srgbClr val="000000"/>
                    </a:solidFill>
                    <a:effectLst/>
                    <a:latin typeface="Arial"/>
                    <a:ea typeface="Arial"/>
                    <a:cs typeface="Arial"/>
                    <a:sym typeface="Arial"/>
                    <a:hlinkClick r:id="rId3"/>
                  </a:rPr>
                  <a:t>2024</a:t>
                </a:r>
                <a:r>
                  <a:rPr lang="en-US" sz="1100" b="0" i="0" u="none" strike="noStrike" cap="none" dirty="0">
                    <a:solidFill>
                      <a:srgbClr val="000000"/>
                    </a:solidFill>
                    <a:effectLst/>
                    <a:latin typeface="Arial"/>
                    <a:ea typeface="Arial"/>
                    <a:cs typeface="Arial"/>
                    <a:sym typeface="Arial"/>
                  </a:rPr>
                  <a:t>, green dashed curve) and the composite spectrum of typical SDSS quasars (D. E. Vanden Berk et al., </a:t>
                </a:r>
                <a:r>
                  <a:rPr lang="en-US" sz="1100" b="0" i="0" u="sng" strike="noStrike" cap="none" dirty="0">
                    <a:solidFill>
                      <a:srgbClr val="000000"/>
                    </a:solidFill>
                    <a:effectLst/>
                    <a:latin typeface="Arial"/>
                    <a:ea typeface="Arial"/>
                    <a:cs typeface="Arial"/>
                    <a:sym typeface="Arial"/>
                    <a:hlinkClick r:id="rId4"/>
                  </a:rPr>
                  <a:t>2001</a:t>
                </a:r>
                <a:r>
                  <a:rPr lang="en-US" sz="1100" b="0" i="0" u="none" strike="noStrike" cap="none" dirty="0">
                    <a:solidFill>
                      <a:srgbClr val="000000"/>
                    </a:solidFill>
                    <a:effectLst/>
                    <a:latin typeface="Arial"/>
                    <a:ea typeface="Arial"/>
                    <a:cs typeface="Arial"/>
                    <a:sym typeface="Arial"/>
                  </a:rPr>
                  <a:t>, red dotted curve).</a:t>
                </a:r>
              </a:p>
              <a:p>
                <a:pPr algn="l"/>
                <a:r>
                  <a:rPr lang="en-US" sz="1100" b="0" i="0" u="none" strike="noStrike" cap="none" dirty="0">
                    <a:solidFill>
                      <a:srgbClr val="000000"/>
                    </a:solidFill>
                    <a:effectLst/>
                    <a:latin typeface="Arial"/>
                    <a:cs typeface="Arial"/>
                    <a:sym typeface="Arial"/>
                  </a:rPr>
                  <a:t>BROAD/NARROW LINES = Ha/Hb (</a:t>
                </a:r>
                <a:r>
                  <a:rPr lang="en-US" sz="1100" b="0" i="0" u="none" strike="noStrike" cap="none" dirty="0" err="1">
                    <a:solidFill>
                      <a:srgbClr val="000000"/>
                    </a:solidFill>
                    <a:effectLst/>
                    <a:latin typeface="Arial"/>
                    <a:cs typeface="Arial"/>
                    <a:sym typeface="Arial"/>
                  </a:rPr>
                  <a:t>balmer</a:t>
                </a:r>
                <a:r>
                  <a:rPr lang="en-US" sz="1100" b="0" i="0" u="none" strike="noStrike" cap="none" dirty="0">
                    <a:solidFill>
                      <a:srgbClr val="000000"/>
                    </a:solidFill>
                    <a:effectLst/>
                    <a:latin typeface="Arial"/>
                    <a:cs typeface="Arial"/>
                    <a:sym typeface="Arial"/>
                  </a:rPr>
                  <a:t> lines)</a:t>
                </a:r>
                <a:endParaRPr lang="en-US" dirty="0"/>
              </a:p>
            </p:txBody>
          </p:sp>
        </mc:Choice>
        <mc:Fallback xmlns="">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Figure 8:Median-stacked spectra of narrow-line LRDs (blue solid curve) and broad-line LRDs (orange solid curve). For comparison, we also plot the LRDs at </a:t>
                </a:r>
                <a:r>
                  <a:rPr lang="en-US" sz="1100" b="0" i="0" u="none" strike="noStrike" cap="none">
                    <a:solidFill>
                      <a:srgbClr val="000000"/>
                    </a:solidFill>
                    <a:latin typeface="Arial"/>
                    <a:ea typeface="Arial"/>
                    <a:cs typeface="Arial"/>
                    <a:sym typeface="Arial"/>
                  </a:rPr>
                  <a:t>𝑧=3.1</a:t>
                </a:r>
                <a:r>
                  <a:rPr lang="en-US" sz="1100" b="0" i="0" u="none" strike="noStrike" cap="none" dirty="0">
                    <a:solidFill>
                      <a:srgbClr val="000000"/>
                    </a:solidFill>
                    <a:effectLst/>
                    <a:latin typeface="Arial"/>
                    <a:ea typeface="Arial"/>
                    <a:cs typeface="Arial"/>
                    <a:sym typeface="Arial"/>
                  </a:rPr>
                  <a:t> from B. Wang et al. (</a:t>
                </a:r>
                <a:r>
                  <a:rPr lang="en-US" sz="1100" b="0" i="0" u="sng" strike="noStrike" cap="none" dirty="0">
                    <a:solidFill>
                      <a:srgbClr val="000000"/>
                    </a:solidFill>
                    <a:effectLst/>
                    <a:latin typeface="Arial"/>
                    <a:ea typeface="Arial"/>
                    <a:cs typeface="Arial"/>
                    <a:sym typeface="Arial"/>
                    <a:hlinkClick r:id="rId5"/>
                  </a:rPr>
                  <a:t>2024</a:t>
                </a:r>
                <a:r>
                  <a:rPr lang="en-US" sz="1100" b="0" i="0" u="none" strike="noStrike" cap="none" dirty="0">
                    <a:solidFill>
                      <a:srgbClr val="000000"/>
                    </a:solidFill>
                    <a:effectLst/>
                    <a:latin typeface="Arial"/>
                    <a:ea typeface="Arial"/>
                    <a:cs typeface="Arial"/>
                    <a:sym typeface="Arial"/>
                  </a:rPr>
                  <a:t>, green dashed curve) and the composite spectrum of typical SDSS quasars (D. E. Vanden Berk et al., </a:t>
                </a:r>
                <a:r>
                  <a:rPr lang="en-US" sz="1100" b="0" i="0" u="sng" strike="noStrike" cap="none" dirty="0">
                    <a:solidFill>
                      <a:srgbClr val="000000"/>
                    </a:solidFill>
                    <a:effectLst/>
                    <a:latin typeface="Arial"/>
                    <a:ea typeface="Arial"/>
                    <a:cs typeface="Arial"/>
                    <a:sym typeface="Arial"/>
                    <a:hlinkClick r:id="rId6"/>
                  </a:rPr>
                  <a:t>2001</a:t>
                </a:r>
                <a:r>
                  <a:rPr lang="en-US" sz="1100" b="0" i="0" u="none" strike="noStrike" cap="none" dirty="0">
                    <a:solidFill>
                      <a:srgbClr val="000000"/>
                    </a:solidFill>
                    <a:effectLst/>
                    <a:latin typeface="Arial"/>
                    <a:ea typeface="Arial"/>
                    <a:cs typeface="Arial"/>
                    <a:sym typeface="Arial"/>
                  </a:rPr>
                  <a:t>, red dotted curve).</a:t>
                </a:r>
              </a:p>
              <a:p>
                <a:pPr algn="l"/>
                <a:r>
                  <a:rPr lang="en-US" sz="1100" b="0" i="0" u="none" strike="noStrike" cap="none" dirty="0">
                    <a:solidFill>
                      <a:srgbClr val="000000"/>
                    </a:solidFill>
                    <a:effectLst/>
                    <a:latin typeface="Arial"/>
                    <a:cs typeface="Arial"/>
                    <a:sym typeface="Arial"/>
                  </a:rPr>
                  <a:t>BROAD/NARROW LINES = Ha/Hb (</a:t>
                </a:r>
                <a:r>
                  <a:rPr lang="en-US" sz="1100" b="0" i="0" u="none" strike="noStrike" cap="none" dirty="0" err="1">
                    <a:solidFill>
                      <a:srgbClr val="000000"/>
                    </a:solidFill>
                    <a:effectLst/>
                    <a:latin typeface="Arial"/>
                    <a:cs typeface="Arial"/>
                    <a:sym typeface="Arial"/>
                  </a:rPr>
                  <a:t>balmer</a:t>
                </a:r>
                <a:r>
                  <a:rPr lang="en-US" sz="1100" b="0" i="0" u="none" strike="noStrike" cap="none" dirty="0">
                    <a:solidFill>
                      <a:srgbClr val="000000"/>
                    </a:solidFill>
                    <a:effectLst/>
                    <a:latin typeface="Arial"/>
                    <a:cs typeface="Arial"/>
                    <a:sym typeface="Arial"/>
                  </a:rPr>
                  <a:t> lines)</a:t>
                </a:r>
                <a:endParaRPr lang="en-US" dirty="0"/>
              </a:p>
            </p:txBody>
          </p:sp>
        </mc:Fallback>
      </mc:AlternateContent>
    </p:spTree>
    <p:extLst>
      <p:ext uri="{BB962C8B-B14F-4D97-AF65-F5344CB8AC3E}">
        <p14:creationId xmlns:p14="http://schemas.microsoft.com/office/powerpoint/2010/main" val="1010805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D717-F959-CEC7-3689-B4E106E5D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FFE8F-B323-EA20-4518-F9A928CCF1F7}"/>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407876E-9AD4-AF91-A828-A6D0323002F5}"/>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Figure 8:Median-stacked spectra of narrow-line LRDs (blue solid curve) and broad-line LRDs (orange solid curve). For comparison, we also plot the LRDs at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𝑧</m:t>
                    </m:r>
                    <m:r>
                      <a:rPr lang="en-US" sz="1100" b="0" i="0" u="none" strike="noStrike" cap="none">
                        <a:solidFill>
                          <a:srgbClr val="000000"/>
                        </a:solidFill>
                        <a:latin typeface="Cambria Math" panose="02040503050406030204" pitchFamily="18" charset="0"/>
                        <a:ea typeface="Arial"/>
                        <a:cs typeface="Arial"/>
                        <a:sym typeface="Arial"/>
                      </a:rPr>
                      <m:t>=3.1</m:t>
                    </m:r>
                  </m:oMath>
                </a14:m>
                <a:r>
                  <a:rPr lang="en-US" sz="1100" b="0" i="0" u="none" strike="noStrike" cap="none" dirty="0">
                    <a:solidFill>
                      <a:srgbClr val="000000"/>
                    </a:solidFill>
                    <a:effectLst/>
                    <a:latin typeface="Arial"/>
                    <a:ea typeface="Arial"/>
                    <a:cs typeface="Arial"/>
                    <a:sym typeface="Arial"/>
                  </a:rPr>
                  <a:t> from B. Wang et al. (</a:t>
                </a:r>
                <a:r>
                  <a:rPr lang="en-US" sz="1100" b="0" i="0" u="sng" strike="noStrike" cap="none" dirty="0">
                    <a:solidFill>
                      <a:srgbClr val="000000"/>
                    </a:solidFill>
                    <a:effectLst/>
                    <a:latin typeface="Arial"/>
                    <a:ea typeface="Arial"/>
                    <a:cs typeface="Arial"/>
                    <a:sym typeface="Arial"/>
                    <a:hlinkClick r:id="rId3"/>
                  </a:rPr>
                  <a:t>2024</a:t>
                </a:r>
                <a:r>
                  <a:rPr lang="en-US" sz="1100" b="0" i="0" u="none" strike="noStrike" cap="none" dirty="0">
                    <a:solidFill>
                      <a:srgbClr val="000000"/>
                    </a:solidFill>
                    <a:effectLst/>
                    <a:latin typeface="Arial"/>
                    <a:ea typeface="Arial"/>
                    <a:cs typeface="Arial"/>
                    <a:sym typeface="Arial"/>
                  </a:rPr>
                  <a:t>, green dashed curve) and the composite spectrum of typical SDSS quasars (D. E. Vanden Berk et al., </a:t>
                </a:r>
                <a:r>
                  <a:rPr lang="en-US" sz="1100" b="0" i="0" u="sng" strike="noStrike" cap="none" dirty="0">
                    <a:solidFill>
                      <a:srgbClr val="000000"/>
                    </a:solidFill>
                    <a:effectLst/>
                    <a:latin typeface="Arial"/>
                    <a:ea typeface="Arial"/>
                    <a:cs typeface="Arial"/>
                    <a:sym typeface="Arial"/>
                    <a:hlinkClick r:id="rId4"/>
                  </a:rPr>
                  <a:t>2001</a:t>
                </a:r>
                <a:r>
                  <a:rPr lang="en-US" sz="1100" b="0" i="0" u="none" strike="noStrike" cap="none" dirty="0">
                    <a:solidFill>
                      <a:srgbClr val="000000"/>
                    </a:solidFill>
                    <a:effectLst/>
                    <a:latin typeface="Arial"/>
                    <a:ea typeface="Arial"/>
                    <a:cs typeface="Arial"/>
                    <a:sym typeface="Arial"/>
                  </a:rPr>
                  <a:t>, red dotted curve).</a:t>
                </a:r>
              </a:p>
              <a:p>
                <a:pPr algn="l"/>
                <a:r>
                  <a:rPr lang="en-US" sz="1100" b="0" i="0" u="none" strike="noStrike" cap="none" dirty="0">
                    <a:solidFill>
                      <a:srgbClr val="000000"/>
                    </a:solidFill>
                    <a:effectLst/>
                    <a:latin typeface="Arial"/>
                    <a:cs typeface="Arial"/>
                    <a:sym typeface="Arial"/>
                  </a:rPr>
                  <a:t>BROAD/NARROW LINES = Ha/Hb (</a:t>
                </a:r>
                <a:r>
                  <a:rPr lang="en-US" sz="1100" b="0" i="0" u="none" strike="noStrike" cap="none" dirty="0" err="1">
                    <a:solidFill>
                      <a:srgbClr val="000000"/>
                    </a:solidFill>
                    <a:effectLst/>
                    <a:latin typeface="Arial"/>
                    <a:cs typeface="Arial"/>
                    <a:sym typeface="Arial"/>
                  </a:rPr>
                  <a:t>balmer</a:t>
                </a:r>
                <a:r>
                  <a:rPr lang="en-US" sz="1100" b="0" i="0" u="none" strike="noStrike" cap="none" dirty="0">
                    <a:solidFill>
                      <a:srgbClr val="000000"/>
                    </a:solidFill>
                    <a:effectLst/>
                    <a:latin typeface="Arial"/>
                    <a:cs typeface="Arial"/>
                    <a:sym typeface="Arial"/>
                  </a:rPr>
                  <a:t> lines)</a:t>
                </a:r>
                <a:endParaRPr lang="en-US" dirty="0"/>
              </a:p>
            </p:txBody>
          </p:sp>
        </mc:Choice>
        <mc:Fallback xmlns="">
          <p:sp>
            <p:nvSpPr>
              <p:cNvPr id="3" name="Notes Placeholder 2">
                <a:extLst>
                  <a:ext uri="{FF2B5EF4-FFF2-40B4-BE49-F238E27FC236}">
                    <a16:creationId xmlns:a16="http://schemas.microsoft.com/office/drawing/2014/main" id="{6407876E-9AD4-AF91-A828-A6D0323002F5}"/>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Figure 8:Median-stacked spectra of narrow-line LRDs (blue solid curve) and broad-line LRDs (orange solid curve). For comparison, we also plot the LRDs at </a:t>
                </a:r>
                <a:r>
                  <a:rPr lang="en-US" sz="1100" b="0" i="0" u="none" strike="noStrike" cap="none">
                    <a:solidFill>
                      <a:srgbClr val="000000"/>
                    </a:solidFill>
                    <a:latin typeface="Arial"/>
                    <a:ea typeface="Arial"/>
                    <a:cs typeface="Arial"/>
                    <a:sym typeface="Arial"/>
                  </a:rPr>
                  <a:t>𝑧=3.1</a:t>
                </a:r>
                <a:r>
                  <a:rPr lang="en-US" sz="1100" b="0" i="0" u="none" strike="noStrike" cap="none" dirty="0">
                    <a:solidFill>
                      <a:srgbClr val="000000"/>
                    </a:solidFill>
                    <a:effectLst/>
                    <a:latin typeface="Arial"/>
                    <a:ea typeface="Arial"/>
                    <a:cs typeface="Arial"/>
                    <a:sym typeface="Arial"/>
                  </a:rPr>
                  <a:t> from B. Wang et al. (</a:t>
                </a:r>
                <a:r>
                  <a:rPr lang="en-US" sz="1100" b="0" i="0" u="sng" strike="noStrike" cap="none" dirty="0">
                    <a:solidFill>
                      <a:srgbClr val="000000"/>
                    </a:solidFill>
                    <a:effectLst/>
                    <a:latin typeface="Arial"/>
                    <a:ea typeface="Arial"/>
                    <a:cs typeface="Arial"/>
                    <a:sym typeface="Arial"/>
                    <a:hlinkClick r:id="rId5"/>
                  </a:rPr>
                  <a:t>2024</a:t>
                </a:r>
                <a:r>
                  <a:rPr lang="en-US" sz="1100" b="0" i="0" u="none" strike="noStrike" cap="none" dirty="0">
                    <a:solidFill>
                      <a:srgbClr val="000000"/>
                    </a:solidFill>
                    <a:effectLst/>
                    <a:latin typeface="Arial"/>
                    <a:ea typeface="Arial"/>
                    <a:cs typeface="Arial"/>
                    <a:sym typeface="Arial"/>
                  </a:rPr>
                  <a:t>, green dashed curve) and the composite spectrum of typical SDSS quasars (D. E. Vanden Berk et al., </a:t>
                </a:r>
                <a:r>
                  <a:rPr lang="en-US" sz="1100" b="0" i="0" u="sng" strike="noStrike" cap="none" dirty="0">
                    <a:solidFill>
                      <a:srgbClr val="000000"/>
                    </a:solidFill>
                    <a:effectLst/>
                    <a:latin typeface="Arial"/>
                    <a:ea typeface="Arial"/>
                    <a:cs typeface="Arial"/>
                    <a:sym typeface="Arial"/>
                    <a:hlinkClick r:id="rId6"/>
                  </a:rPr>
                  <a:t>2001</a:t>
                </a:r>
                <a:r>
                  <a:rPr lang="en-US" sz="1100" b="0" i="0" u="none" strike="noStrike" cap="none" dirty="0">
                    <a:solidFill>
                      <a:srgbClr val="000000"/>
                    </a:solidFill>
                    <a:effectLst/>
                    <a:latin typeface="Arial"/>
                    <a:ea typeface="Arial"/>
                    <a:cs typeface="Arial"/>
                    <a:sym typeface="Arial"/>
                  </a:rPr>
                  <a:t>, red dotted curve).</a:t>
                </a:r>
              </a:p>
              <a:p>
                <a:pPr algn="l"/>
                <a:r>
                  <a:rPr lang="en-US" sz="1100" b="0" i="0" u="none" strike="noStrike" cap="none" dirty="0">
                    <a:solidFill>
                      <a:srgbClr val="000000"/>
                    </a:solidFill>
                    <a:effectLst/>
                    <a:latin typeface="Arial"/>
                    <a:cs typeface="Arial"/>
                    <a:sym typeface="Arial"/>
                  </a:rPr>
                  <a:t>BROAD/NARROW LINES = Ha/Hb (</a:t>
                </a:r>
                <a:r>
                  <a:rPr lang="en-US" sz="1100" b="0" i="0" u="none" strike="noStrike" cap="none" dirty="0" err="1">
                    <a:solidFill>
                      <a:srgbClr val="000000"/>
                    </a:solidFill>
                    <a:effectLst/>
                    <a:latin typeface="Arial"/>
                    <a:cs typeface="Arial"/>
                    <a:sym typeface="Arial"/>
                  </a:rPr>
                  <a:t>balmer</a:t>
                </a:r>
                <a:r>
                  <a:rPr lang="en-US" sz="1100" b="0" i="0" u="none" strike="noStrike" cap="none" dirty="0">
                    <a:solidFill>
                      <a:srgbClr val="000000"/>
                    </a:solidFill>
                    <a:effectLst/>
                    <a:latin typeface="Arial"/>
                    <a:cs typeface="Arial"/>
                    <a:sym typeface="Arial"/>
                  </a:rPr>
                  <a:t> lines)</a:t>
                </a:r>
                <a:endParaRPr lang="en-US" dirty="0"/>
              </a:p>
            </p:txBody>
          </p:sp>
        </mc:Fallback>
      </mc:AlternateContent>
    </p:spTree>
    <p:extLst>
      <p:ext uri="{BB962C8B-B14F-4D97-AF65-F5344CB8AC3E}">
        <p14:creationId xmlns:p14="http://schemas.microsoft.com/office/powerpoint/2010/main" val="1991177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7C686-9717-B965-D74C-C36704545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9CFE4-2C1A-1F5C-B5C4-5740511D034F}"/>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B73DE15-1EC1-6C03-7F71-0FD1E1A3C797}"/>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Figure 8:Median-stacked spectra of narrow-line LRDs (blue solid curve) and broad-line LRDs (orange solid curve). For comparison, we also plot the LRDs at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𝑧</m:t>
                    </m:r>
                    <m:r>
                      <a:rPr lang="en-US" sz="1100" b="0" i="0" u="none" strike="noStrike" cap="none">
                        <a:solidFill>
                          <a:srgbClr val="000000"/>
                        </a:solidFill>
                        <a:latin typeface="Cambria Math" panose="02040503050406030204" pitchFamily="18" charset="0"/>
                        <a:ea typeface="Arial"/>
                        <a:cs typeface="Arial"/>
                        <a:sym typeface="Arial"/>
                      </a:rPr>
                      <m:t>=3.1</m:t>
                    </m:r>
                  </m:oMath>
                </a14:m>
                <a:r>
                  <a:rPr lang="en-US" sz="1100" b="0" i="0" u="none" strike="noStrike" cap="none" dirty="0">
                    <a:solidFill>
                      <a:srgbClr val="000000"/>
                    </a:solidFill>
                    <a:effectLst/>
                    <a:latin typeface="Arial"/>
                    <a:ea typeface="Arial"/>
                    <a:cs typeface="Arial"/>
                    <a:sym typeface="Arial"/>
                  </a:rPr>
                  <a:t> from B. Wang et al. (</a:t>
                </a:r>
                <a:r>
                  <a:rPr lang="en-US" sz="1100" b="0" i="0" u="sng" strike="noStrike" cap="none" dirty="0">
                    <a:solidFill>
                      <a:srgbClr val="000000"/>
                    </a:solidFill>
                    <a:effectLst/>
                    <a:latin typeface="Arial"/>
                    <a:ea typeface="Arial"/>
                    <a:cs typeface="Arial"/>
                    <a:sym typeface="Arial"/>
                    <a:hlinkClick r:id="rId3"/>
                  </a:rPr>
                  <a:t>2024</a:t>
                </a:r>
                <a:r>
                  <a:rPr lang="en-US" sz="1100" b="0" i="0" u="none" strike="noStrike" cap="none" dirty="0">
                    <a:solidFill>
                      <a:srgbClr val="000000"/>
                    </a:solidFill>
                    <a:effectLst/>
                    <a:latin typeface="Arial"/>
                    <a:ea typeface="Arial"/>
                    <a:cs typeface="Arial"/>
                    <a:sym typeface="Arial"/>
                  </a:rPr>
                  <a:t>, green dashed curve) and the composite spectrum of typical SDSS quasars (D. E. Vanden Berk et al., </a:t>
                </a:r>
                <a:r>
                  <a:rPr lang="en-US" sz="1100" b="0" i="0" u="sng" strike="noStrike" cap="none" dirty="0">
                    <a:solidFill>
                      <a:srgbClr val="000000"/>
                    </a:solidFill>
                    <a:effectLst/>
                    <a:latin typeface="Arial"/>
                    <a:ea typeface="Arial"/>
                    <a:cs typeface="Arial"/>
                    <a:sym typeface="Arial"/>
                    <a:hlinkClick r:id="rId4"/>
                  </a:rPr>
                  <a:t>2001</a:t>
                </a:r>
                <a:r>
                  <a:rPr lang="en-US" sz="1100" b="0" i="0" u="none" strike="noStrike" cap="none" dirty="0">
                    <a:solidFill>
                      <a:srgbClr val="000000"/>
                    </a:solidFill>
                    <a:effectLst/>
                    <a:latin typeface="Arial"/>
                    <a:ea typeface="Arial"/>
                    <a:cs typeface="Arial"/>
                    <a:sym typeface="Arial"/>
                  </a:rPr>
                  <a:t>, red dotted curve).</a:t>
                </a:r>
              </a:p>
              <a:p>
                <a:pPr algn="l"/>
                <a:r>
                  <a:rPr lang="en-US" sz="1100" b="0" i="0" u="none" strike="noStrike" cap="none" dirty="0">
                    <a:solidFill>
                      <a:srgbClr val="000000"/>
                    </a:solidFill>
                    <a:effectLst/>
                    <a:latin typeface="Arial"/>
                    <a:cs typeface="Arial"/>
                    <a:sym typeface="Arial"/>
                  </a:rPr>
                  <a:t>BROAD/NARROW LINES = Ha/Hb (</a:t>
                </a:r>
                <a:r>
                  <a:rPr lang="en-US" sz="1100" b="0" i="0" u="none" strike="noStrike" cap="none" dirty="0" err="1">
                    <a:solidFill>
                      <a:srgbClr val="000000"/>
                    </a:solidFill>
                    <a:effectLst/>
                    <a:latin typeface="Arial"/>
                    <a:cs typeface="Arial"/>
                    <a:sym typeface="Arial"/>
                  </a:rPr>
                  <a:t>balmer</a:t>
                </a:r>
                <a:r>
                  <a:rPr lang="en-US" sz="1100" b="0" i="0" u="none" strike="noStrike" cap="none" dirty="0">
                    <a:solidFill>
                      <a:srgbClr val="000000"/>
                    </a:solidFill>
                    <a:effectLst/>
                    <a:latin typeface="Arial"/>
                    <a:cs typeface="Arial"/>
                    <a:sym typeface="Arial"/>
                  </a:rPr>
                  <a:t> lines)</a:t>
                </a:r>
                <a:endParaRPr lang="en-US" dirty="0"/>
              </a:p>
            </p:txBody>
          </p:sp>
        </mc:Choice>
        <mc:Fallback xmlns="">
          <p:sp>
            <p:nvSpPr>
              <p:cNvPr id="3" name="Notes Placeholder 2">
                <a:extLst>
                  <a:ext uri="{FF2B5EF4-FFF2-40B4-BE49-F238E27FC236}">
                    <a16:creationId xmlns:a16="http://schemas.microsoft.com/office/drawing/2014/main" id="{1B73DE15-1EC1-6C03-7F71-0FD1E1A3C797}"/>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Figure 8:Median-stacked spectra of narrow-line LRDs (blue solid curve) and broad-line LRDs (orange solid curve). For comparison, we also plot the LRDs at </a:t>
                </a:r>
                <a:r>
                  <a:rPr lang="en-US" sz="1100" b="0" i="0" u="none" strike="noStrike" cap="none">
                    <a:solidFill>
                      <a:srgbClr val="000000"/>
                    </a:solidFill>
                    <a:latin typeface="Arial"/>
                    <a:ea typeface="Arial"/>
                    <a:cs typeface="Arial"/>
                    <a:sym typeface="Arial"/>
                  </a:rPr>
                  <a:t>𝑧=3.1</a:t>
                </a:r>
                <a:r>
                  <a:rPr lang="en-US" sz="1100" b="0" i="0" u="none" strike="noStrike" cap="none" dirty="0">
                    <a:solidFill>
                      <a:srgbClr val="000000"/>
                    </a:solidFill>
                    <a:effectLst/>
                    <a:latin typeface="Arial"/>
                    <a:ea typeface="Arial"/>
                    <a:cs typeface="Arial"/>
                    <a:sym typeface="Arial"/>
                  </a:rPr>
                  <a:t> from B. Wang et al. (</a:t>
                </a:r>
                <a:r>
                  <a:rPr lang="en-US" sz="1100" b="0" i="0" u="sng" strike="noStrike" cap="none" dirty="0">
                    <a:solidFill>
                      <a:srgbClr val="000000"/>
                    </a:solidFill>
                    <a:effectLst/>
                    <a:latin typeface="Arial"/>
                    <a:ea typeface="Arial"/>
                    <a:cs typeface="Arial"/>
                    <a:sym typeface="Arial"/>
                    <a:hlinkClick r:id="rId5"/>
                  </a:rPr>
                  <a:t>2024</a:t>
                </a:r>
                <a:r>
                  <a:rPr lang="en-US" sz="1100" b="0" i="0" u="none" strike="noStrike" cap="none" dirty="0">
                    <a:solidFill>
                      <a:srgbClr val="000000"/>
                    </a:solidFill>
                    <a:effectLst/>
                    <a:latin typeface="Arial"/>
                    <a:ea typeface="Arial"/>
                    <a:cs typeface="Arial"/>
                    <a:sym typeface="Arial"/>
                  </a:rPr>
                  <a:t>, green dashed curve) and the composite spectrum of typical SDSS quasars (D. E. Vanden Berk et al., </a:t>
                </a:r>
                <a:r>
                  <a:rPr lang="en-US" sz="1100" b="0" i="0" u="sng" strike="noStrike" cap="none" dirty="0">
                    <a:solidFill>
                      <a:srgbClr val="000000"/>
                    </a:solidFill>
                    <a:effectLst/>
                    <a:latin typeface="Arial"/>
                    <a:ea typeface="Arial"/>
                    <a:cs typeface="Arial"/>
                    <a:sym typeface="Arial"/>
                    <a:hlinkClick r:id="rId6"/>
                  </a:rPr>
                  <a:t>2001</a:t>
                </a:r>
                <a:r>
                  <a:rPr lang="en-US" sz="1100" b="0" i="0" u="none" strike="noStrike" cap="none" dirty="0">
                    <a:solidFill>
                      <a:srgbClr val="000000"/>
                    </a:solidFill>
                    <a:effectLst/>
                    <a:latin typeface="Arial"/>
                    <a:ea typeface="Arial"/>
                    <a:cs typeface="Arial"/>
                    <a:sym typeface="Arial"/>
                  </a:rPr>
                  <a:t>, red dotted curve).</a:t>
                </a:r>
              </a:p>
              <a:p>
                <a:pPr algn="l"/>
                <a:r>
                  <a:rPr lang="en-US" sz="1100" b="0" i="0" u="none" strike="noStrike" cap="none" dirty="0">
                    <a:solidFill>
                      <a:srgbClr val="000000"/>
                    </a:solidFill>
                    <a:effectLst/>
                    <a:latin typeface="Arial"/>
                    <a:cs typeface="Arial"/>
                    <a:sym typeface="Arial"/>
                  </a:rPr>
                  <a:t>BROAD/NARROW LINES = Ha/Hb (</a:t>
                </a:r>
                <a:r>
                  <a:rPr lang="en-US" sz="1100" b="0" i="0" u="none" strike="noStrike" cap="none" dirty="0" err="1">
                    <a:solidFill>
                      <a:srgbClr val="000000"/>
                    </a:solidFill>
                    <a:effectLst/>
                    <a:latin typeface="Arial"/>
                    <a:cs typeface="Arial"/>
                    <a:sym typeface="Arial"/>
                  </a:rPr>
                  <a:t>balmer</a:t>
                </a:r>
                <a:r>
                  <a:rPr lang="en-US" sz="1100" b="0" i="0" u="none" strike="noStrike" cap="none" dirty="0">
                    <a:solidFill>
                      <a:srgbClr val="000000"/>
                    </a:solidFill>
                    <a:effectLst/>
                    <a:latin typeface="Arial"/>
                    <a:cs typeface="Arial"/>
                    <a:sym typeface="Arial"/>
                  </a:rPr>
                  <a:t> lines)</a:t>
                </a:r>
                <a:endParaRPr lang="en-US" dirty="0"/>
              </a:p>
            </p:txBody>
          </p:sp>
        </mc:Fallback>
      </mc:AlternateContent>
    </p:spTree>
    <p:extLst>
      <p:ext uri="{BB962C8B-B14F-4D97-AF65-F5344CB8AC3E}">
        <p14:creationId xmlns:p14="http://schemas.microsoft.com/office/powerpoint/2010/main" val="40803539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8">
          <a:extLst>
            <a:ext uri="{FF2B5EF4-FFF2-40B4-BE49-F238E27FC236}">
              <a16:creationId xmlns:a16="http://schemas.microsoft.com/office/drawing/2014/main" id="{DA8E70AB-DAC5-A539-66B0-EEA5A2312964}"/>
            </a:ext>
          </a:extLst>
        </p:cNvPr>
        <p:cNvGrpSpPr/>
        <p:nvPr/>
      </p:nvGrpSpPr>
      <p:grpSpPr>
        <a:xfrm>
          <a:off x="0" y="0"/>
          <a:ext cx="0" cy="0"/>
          <a:chOff x="0" y="0"/>
          <a:chExt cx="0" cy="0"/>
        </a:xfrm>
      </p:grpSpPr>
      <p:sp>
        <p:nvSpPr>
          <p:cNvPr id="1519" name="Google Shape;1519;gc3f39c37e4_0_386:notes">
            <a:extLst>
              <a:ext uri="{FF2B5EF4-FFF2-40B4-BE49-F238E27FC236}">
                <a16:creationId xmlns:a16="http://schemas.microsoft.com/office/drawing/2014/main" id="{E5406A4C-F65F-F2DD-89DB-AED08F50FC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0" name="Google Shape;1520;gc3f39c37e4_0_386:notes">
            <a:extLst>
              <a:ext uri="{FF2B5EF4-FFF2-40B4-BE49-F238E27FC236}">
                <a16:creationId xmlns:a16="http://schemas.microsoft.com/office/drawing/2014/main" id="{DB455BF7-3B18-8621-B2B5-3DA0D92D7E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3164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5">
          <a:extLst>
            <a:ext uri="{FF2B5EF4-FFF2-40B4-BE49-F238E27FC236}">
              <a16:creationId xmlns:a16="http://schemas.microsoft.com/office/drawing/2014/main" id="{E3A1FDDA-EB85-3A48-0B90-23B57CD314B3}"/>
            </a:ext>
          </a:extLst>
        </p:cNvPr>
        <p:cNvGrpSpPr/>
        <p:nvPr/>
      </p:nvGrpSpPr>
      <p:grpSpPr>
        <a:xfrm>
          <a:off x="0" y="0"/>
          <a:ext cx="0" cy="0"/>
          <a:chOff x="0" y="0"/>
          <a:chExt cx="0" cy="0"/>
        </a:xfrm>
      </p:grpSpPr>
      <p:sp>
        <p:nvSpPr>
          <p:cNvPr id="2626" name="Google Shape;2626;gc4b8acc492_0_40:notes">
            <a:extLst>
              <a:ext uri="{FF2B5EF4-FFF2-40B4-BE49-F238E27FC236}">
                <a16:creationId xmlns:a16="http://schemas.microsoft.com/office/drawing/2014/main" id="{8F55992B-819C-D0B9-09BB-67F2F268FD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7" name="Google Shape;2627;gc4b8acc492_0_40:notes">
            <a:extLst>
              <a:ext uri="{FF2B5EF4-FFF2-40B4-BE49-F238E27FC236}">
                <a16:creationId xmlns:a16="http://schemas.microsoft.com/office/drawing/2014/main" id="{D918725F-A22A-353F-5A7B-D732FB6361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0166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8">
          <a:extLst>
            <a:ext uri="{FF2B5EF4-FFF2-40B4-BE49-F238E27FC236}">
              <a16:creationId xmlns:a16="http://schemas.microsoft.com/office/drawing/2014/main" id="{E6013B69-ACCF-6CAD-7979-90352A20A8EF}"/>
            </a:ext>
          </a:extLst>
        </p:cNvPr>
        <p:cNvGrpSpPr/>
        <p:nvPr/>
      </p:nvGrpSpPr>
      <p:grpSpPr>
        <a:xfrm>
          <a:off x="0" y="0"/>
          <a:ext cx="0" cy="0"/>
          <a:chOff x="0" y="0"/>
          <a:chExt cx="0" cy="0"/>
        </a:xfrm>
      </p:grpSpPr>
      <p:sp>
        <p:nvSpPr>
          <p:cNvPr id="1519" name="Google Shape;1519;gc3f39c37e4_0_386:notes">
            <a:extLst>
              <a:ext uri="{FF2B5EF4-FFF2-40B4-BE49-F238E27FC236}">
                <a16:creationId xmlns:a16="http://schemas.microsoft.com/office/drawing/2014/main" id="{BECFC1A2-FFB8-B343-03FE-BBC873E2BC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0" name="Google Shape;1520;gc3f39c37e4_0_386:notes">
            <a:extLst>
              <a:ext uri="{FF2B5EF4-FFF2-40B4-BE49-F238E27FC236}">
                <a16:creationId xmlns:a16="http://schemas.microsoft.com/office/drawing/2014/main" id="{F389D962-F332-F9A6-65C4-8260F90214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36535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694025" y="540000"/>
            <a:ext cx="3729900" cy="17937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lt1"/>
              </a:buClr>
              <a:buSzPts val="5000"/>
              <a:buNone/>
              <a:defRPr sz="5000">
                <a:solidFill>
                  <a:schemeClr val="lt1"/>
                </a:solidFill>
              </a:defRPr>
            </a:lvl1pPr>
            <a:lvl2pPr lvl="1" algn="r">
              <a:spcBef>
                <a:spcPts val="0"/>
              </a:spcBef>
              <a:spcAft>
                <a:spcPts val="0"/>
              </a:spcAft>
              <a:buSzPts val="5200"/>
              <a:buNone/>
              <a:defRPr sz="5200"/>
            </a:lvl2pPr>
            <a:lvl3pPr lvl="2" algn="r">
              <a:spcBef>
                <a:spcPts val="0"/>
              </a:spcBef>
              <a:spcAft>
                <a:spcPts val="0"/>
              </a:spcAft>
              <a:buSzPts val="5200"/>
              <a:buNone/>
              <a:defRPr sz="5200"/>
            </a:lvl3pPr>
            <a:lvl4pPr lvl="3" algn="r">
              <a:spcBef>
                <a:spcPts val="0"/>
              </a:spcBef>
              <a:spcAft>
                <a:spcPts val="0"/>
              </a:spcAft>
              <a:buSzPts val="5200"/>
              <a:buNone/>
              <a:defRPr sz="5200"/>
            </a:lvl4pPr>
            <a:lvl5pPr lvl="4" algn="r">
              <a:spcBef>
                <a:spcPts val="0"/>
              </a:spcBef>
              <a:spcAft>
                <a:spcPts val="0"/>
              </a:spcAft>
              <a:buSzPts val="5200"/>
              <a:buNone/>
              <a:defRPr sz="5200"/>
            </a:lvl5pPr>
            <a:lvl6pPr lvl="5" algn="r">
              <a:spcBef>
                <a:spcPts val="0"/>
              </a:spcBef>
              <a:spcAft>
                <a:spcPts val="0"/>
              </a:spcAft>
              <a:buSzPts val="5200"/>
              <a:buNone/>
              <a:defRPr sz="5200"/>
            </a:lvl6pPr>
            <a:lvl7pPr lvl="6" algn="r">
              <a:spcBef>
                <a:spcPts val="0"/>
              </a:spcBef>
              <a:spcAft>
                <a:spcPts val="0"/>
              </a:spcAft>
              <a:buSzPts val="5200"/>
              <a:buNone/>
              <a:defRPr sz="5200"/>
            </a:lvl7pPr>
            <a:lvl8pPr lvl="7" algn="r">
              <a:spcBef>
                <a:spcPts val="0"/>
              </a:spcBef>
              <a:spcAft>
                <a:spcPts val="0"/>
              </a:spcAft>
              <a:buSzPts val="5200"/>
              <a:buNone/>
              <a:defRPr sz="5200"/>
            </a:lvl8pPr>
            <a:lvl9pPr lvl="8" algn="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292075" y="3776275"/>
            <a:ext cx="2533500" cy="792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500"/>
              <a:buNone/>
              <a:defRPr sz="1500"/>
            </a:lvl1pPr>
            <a:lvl2pPr lvl="1" algn="r">
              <a:lnSpc>
                <a:spcPct val="100000"/>
              </a:lnSpc>
              <a:spcBef>
                <a:spcPts val="0"/>
              </a:spcBef>
              <a:spcAft>
                <a:spcPts val="0"/>
              </a:spcAft>
              <a:buSzPts val="2800"/>
              <a:buNone/>
              <a:defRPr sz="2800"/>
            </a:lvl2pPr>
            <a:lvl3pPr lvl="2" algn="r">
              <a:lnSpc>
                <a:spcPct val="100000"/>
              </a:lnSpc>
              <a:spcBef>
                <a:spcPts val="0"/>
              </a:spcBef>
              <a:spcAft>
                <a:spcPts val="0"/>
              </a:spcAft>
              <a:buSzPts val="2800"/>
              <a:buNone/>
              <a:defRPr sz="2800"/>
            </a:lvl3pPr>
            <a:lvl4pPr lvl="3" algn="r">
              <a:lnSpc>
                <a:spcPct val="100000"/>
              </a:lnSpc>
              <a:spcBef>
                <a:spcPts val="0"/>
              </a:spcBef>
              <a:spcAft>
                <a:spcPts val="0"/>
              </a:spcAft>
              <a:buSzPts val="2800"/>
              <a:buNone/>
              <a:defRPr sz="2800"/>
            </a:lvl4pPr>
            <a:lvl5pPr lvl="4" algn="r">
              <a:lnSpc>
                <a:spcPct val="100000"/>
              </a:lnSpc>
              <a:spcBef>
                <a:spcPts val="0"/>
              </a:spcBef>
              <a:spcAft>
                <a:spcPts val="0"/>
              </a:spcAft>
              <a:buSzPts val="2800"/>
              <a:buNone/>
              <a:defRPr sz="2800"/>
            </a:lvl5pPr>
            <a:lvl6pPr lvl="5" algn="r">
              <a:lnSpc>
                <a:spcPct val="100000"/>
              </a:lnSpc>
              <a:spcBef>
                <a:spcPts val="0"/>
              </a:spcBef>
              <a:spcAft>
                <a:spcPts val="0"/>
              </a:spcAft>
              <a:buSzPts val="2800"/>
              <a:buNone/>
              <a:defRPr sz="2800"/>
            </a:lvl6pPr>
            <a:lvl7pPr lvl="6" algn="r">
              <a:lnSpc>
                <a:spcPct val="100000"/>
              </a:lnSpc>
              <a:spcBef>
                <a:spcPts val="0"/>
              </a:spcBef>
              <a:spcAft>
                <a:spcPts val="0"/>
              </a:spcAft>
              <a:buSzPts val="2800"/>
              <a:buNone/>
              <a:defRPr sz="2800"/>
            </a:lvl7pPr>
            <a:lvl8pPr lvl="7" algn="r">
              <a:lnSpc>
                <a:spcPct val="100000"/>
              </a:lnSpc>
              <a:spcBef>
                <a:spcPts val="0"/>
              </a:spcBef>
              <a:spcAft>
                <a:spcPts val="0"/>
              </a:spcAft>
              <a:buSzPts val="2800"/>
              <a:buNone/>
              <a:defRPr sz="2800"/>
            </a:lvl8pPr>
            <a:lvl9pPr lvl="8" algn="r">
              <a:lnSpc>
                <a:spcPct val="100000"/>
              </a:lnSpc>
              <a:spcBef>
                <a:spcPts val="0"/>
              </a:spcBef>
              <a:spcAft>
                <a:spcPts val="0"/>
              </a:spcAft>
              <a:buSzPts val="2800"/>
              <a:buNone/>
              <a:defRPr sz="2800"/>
            </a:lvl9pPr>
          </a:lstStyle>
          <a:p>
            <a:endParaRPr/>
          </a:p>
        </p:txBody>
      </p:sp>
      <p:grpSp>
        <p:nvGrpSpPr>
          <p:cNvPr id="11" name="Google Shape;11;p2"/>
          <p:cNvGrpSpPr/>
          <p:nvPr/>
        </p:nvGrpSpPr>
        <p:grpSpPr>
          <a:xfrm>
            <a:off x="8672046" y="245581"/>
            <a:ext cx="228825" cy="4652346"/>
            <a:chOff x="8672046" y="245581"/>
            <a:chExt cx="228825" cy="4652346"/>
          </a:xfrm>
        </p:grpSpPr>
        <p:grpSp>
          <p:nvGrpSpPr>
            <p:cNvPr id="12" name="Google Shape;12;p2"/>
            <p:cNvGrpSpPr/>
            <p:nvPr/>
          </p:nvGrpSpPr>
          <p:grpSpPr>
            <a:xfrm>
              <a:off x="8672046" y="245581"/>
              <a:ext cx="228825" cy="228825"/>
              <a:chOff x="3023950" y="3689950"/>
              <a:chExt cx="316100" cy="316100"/>
            </a:xfrm>
          </p:grpSpPr>
          <p:sp>
            <p:nvSpPr>
              <p:cNvPr id="13" name="Google Shape;13;p2"/>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6;p2"/>
            <p:cNvGrpSpPr/>
            <p:nvPr/>
          </p:nvGrpSpPr>
          <p:grpSpPr>
            <a:xfrm>
              <a:off x="8672046" y="4669071"/>
              <a:ext cx="228825" cy="228856"/>
              <a:chOff x="3023950" y="3689950"/>
              <a:chExt cx="316100" cy="316100"/>
            </a:xfrm>
          </p:grpSpPr>
          <p:sp>
            <p:nvSpPr>
              <p:cNvPr id="17" name="Google Shape;17;p2"/>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grpSp>
        <p:nvGrpSpPr>
          <p:cNvPr id="21" name="Google Shape;21;p3"/>
          <p:cNvGrpSpPr/>
          <p:nvPr/>
        </p:nvGrpSpPr>
        <p:grpSpPr>
          <a:xfrm>
            <a:off x="8669664" y="245588"/>
            <a:ext cx="228825" cy="228825"/>
            <a:chOff x="3023950" y="3689950"/>
            <a:chExt cx="316100" cy="316100"/>
          </a:xfrm>
        </p:grpSpPr>
        <p:sp>
          <p:nvSpPr>
            <p:cNvPr id="22" name="Google Shape;22;p3"/>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3"/>
          <p:cNvGrpSpPr/>
          <p:nvPr/>
        </p:nvGrpSpPr>
        <p:grpSpPr>
          <a:xfrm>
            <a:off x="245739" y="245588"/>
            <a:ext cx="228825" cy="228825"/>
            <a:chOff x="3023950" y="3689950"/>
            <a:chExt cx="316100" cy="316100"/>
          </a:xfrm>
        </p:grpSpPr>
        <p:sp>
          <p:nvSpPr>
            <p:cNvPr id="26" name="Google Shape;26;p3"/>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3"/>
          <p:cNvGrpSpPr/>
          <p:nvPr/>
        </p:nvGrpSpPr>
        <p:grpSpPr>
          <a:xfrm>
            <a:off x="245739" y="4669065"/>
            <a:ext cx="228825" cy="228856"/>
            <a:chOff x="3023950" y="3689950"/>
            <a:chExt cx="316100" cy="316100"/>
          </a:xfrm>
        </p:grpSpPr>
        <p:sp>
          <p:nvSpPr>
            <p:cNvPr id="30" name="Google Shape;30;p3"/>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33;p3"/>
          <p:cNvGrpSpPr/>
          <p:nvPr/>
        </p:nvGrpSpPr>
        <p:grpSpPr>
          <a:xfrm>
            <a:off x="4672726" y="1648692"/>
            <a:ext cx="4108323" cy="3132999"/>
            <a:chOff x="5614975" y="2571738"/>
            <a:chExt cx="2725075" cy="2078413"/>
          </a:xfrm>
        </p:grpSpPr>
        <p:grpSp>
          <p:nvGrpSpPr>
            <p:cNvPr id="34" name="Google Shape;34;p3"/>
            <p:cNvGrpSpPr/>
            <p:nvPr/>
          </p:nvGrpSpPr>
          <p:grpSpPr>
            <a:xfrm>
              <a:off x="8301900" y="2571738"/>
              <a:ext cx="38150" cy="1997125"/>
              <a:chOff x="8301900" y="2571738"/>
              <a:chExt cx="38150" cy="1997125"/>
            </a:xfrm>
          </p:grpSpPr>
          <p:sp>
            <p:nvSpPr>
              <p:cNvPr id="35" name="Google Shape;35;p3"/>
              <p:cNvSpPr/>
              <p:nvPr/>
            </p:nvSpPr>
            <p:spPr>
              <a:xfrm>
                <a:off x="8305713" y="2571738"/>
                <a:ext cx="17350" cy="23600"/>
              </a:xfrm>
              <a:custGeom>
                <a:avLst/>
                <a:gdLst/>
                <a:ahLst/>
                <a:cxnLst/>
                <a:rect l="l" t="t" r="r" b="b"/>
                <a:pathLst>
                  <a:path w="694" h="944" extrusionOk="0">
                    <a:moveTo>
                      <a:pt x="333" y="112"/>
                    </a:moveTo>
                    <a:cubicBezTo>
                      <a:pt x="416" y="112"/>
                      <a:pt x="472" y="112"/>
                      <a:pt x="500" y="167"/>
                    </a:cubicBezTo>
                    <a:cubicBezTo>
                      <a:pt x="527" y="223"/>
                      <a:pt x="555" y="278"/>
                      <a:pt x="555" y="361"/>
                    </a:cubicBezTo>
                    <a:cubicBezTo>
                      <a:pt x="555" y="389"/>
                      <a:pt x="555" y="417"/>
                      <a:pt x="555" y="472"/>
                    </a:cubicBezTo>
                    <a:cubicBezTo>
                      <a:pt x="555" y="500"/>
                      <a:pt x="555" y="555"/>
                      <a:pt x="555" y="583"/>
                    </a:cubicBezTo>
                    <a:cubicBezTo>
                      <a:pt x="555" y="666"/>
                      <a:pt x="527" y="722"/>
                      <a:pt x="500" y="777"/>
                    </a:cubicBezTo>
                    <a:cubicBezTo>
                      <a:pt x="472" y="805"/>
                      <a:pt x="416" y="833"/>
                      <a:pt x="333" y="833"/>
                    </a:cubicBezTo>
                    <a:cubicBezTo>
                      <a:pt x="278" y="833"/>
                      <a:pt x="222" y="805"/>
                      <a:pt x="195" y="777"/>
                    </a:cubicBezTo>
                    <a:cubicBezTo>
                      <a:pt x="167" y="722"/>
                      <a:pt x="139" y="666"/>
                      <a:pt x="139" y="583"/>
                    </a:cubicBezTo>
                    <a:lnTo>
                      <a:pt x="139" y="472"/>
                    </a:lnTo>
                    <a:lnTo>
                      <a:pt x="139" y="361"/>
                    </a:lnTo>
                    <a:cubicBezTo>
                      <a:pt x="139" y="278"/>
                      <a:pt x="167" y="223"/>
                      <a:pt x="195" y="167"/>
                    </a:cubicBezTo>
                    <a:cubicBezTo>
                      <a:pt x="222" y="112"/>
                      <a:pt x="278" y="112"/>
                      <a:pt x="333" y="112"/>
                    </a:cubicBezTo>
                    <a:close/>
                    <a:moveTo>
                      <a:pt x="333" y="1"/>
                    </a:moveTo>
                    <a:cubicBezTo>
                      <a:pt x="222" y="1"/>
                      <a:pt x="139" y="29"/>
                      <a:pt x="111" y="84"/>
                    </a:cubicBezTo>
                    <a:cubicBezTo>
                      <a:pt x="56" y="167"/>
                      <a:pt x="28" y="250"/>
                      <a:pt x="28" y="361"/>
                    </a:cubicBezTo>
                    <a:lnTo>
                      <a:pt x="0" y="472"/>
                    </a:lnTo>
                    <a:lnTo>
                      <a:pt x="28" y="583"/>
                    </a:lnTo>
                    <a:cubicBezTo>
                      <a:pt x="28" y="694"/>
                      <a:pt x="56" y="777"/>
                      <a:pt x="111" y="833"/>
                    </a:cubicBezTo>
                    <a:cubicBezTo>
                      <a:pt x="139" y="916"/>
                      <a:pt x="222" y="944"/>
                      <a:pt x="333" y="944"/>
                    </a:cubicBezTo>
                    <a:cubicBezTo>
                      <a:pt x="472" y="944"/>
                      <a:pt x="555" y="916"/>
                      <a:pt x="583" y="833"/>
                    </a:cubicBezTo>
                    <a:cubicBezTo>
                      <a:pt x="638" y="777"/>
                      <a:pt x="666" y="694"/>
                      <a:pt x="666" y="583"/>
                    </a:cubicBezTo>
                    <a:cubicBezTo>
                      <a:pt x="666" y="555"/>
                      <a:pt x="694" y="528"/>
                      <a:pt x="694" y="472"/>
                    </a:cubicBezTo>
                    <a:cubicBezTo>
                      <a:pt x="694" y="417"/>
                      <a:pt x="666" y="389"/>
                      <a:pt x="666" y="361"/>
                    </a:cubicBezTo>
                    <a:cubicBezTo>
                      <a:pt x="666" y="250"/>
                      <a:pt x="638" y="167"/>
                      <a:pt x="583" y="84"/>
                    </a:cubicBezTo>
                    <a:cubicBezTo>
                      <a:pt x="555" y="29"/>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8302600" y="2966313"/>
                <a:ext cx="17350" cy="23600"/>
              </a:xfrm>
              <a:custGeom>
                <a:avLst/>
                <a:gdLst/>
                <a:ahLst/>
                <a:cxnLst/>
                <a:rect l="l" t="t" r="r" b="b"/>
                <a:pathLst>
                  <a:path w="694" h="944" extrusionOk="0">
                    <a:moveTo>
                      <a:pt x="333" y="84"/>
                    </a:moveTo>
                    <a:cubicBezTo>
                      <a:pt x="416" y="84"/>
                      <a:pt x="472" y="111"/>
                      <a:pt x="500" y="167"/>
                    </a:cubicBezTo>
                    <a:cubicBezTo>
                      <a:pt x="527" y="222"/>
                      <a:pt x="555" y="278"/>
                      <a:pt x="555" y="361"/>
                    </a:cubicBezTo>
                    <a:cubicBezTo>
                      <a:pt x="555" y="389"/>
                      <a:pt x="555" y="416"/>
                      <a:pt x="555" y="472"/>
                    </a:cubicBezTo>
                    <a:cubicBezTo>
                      <a:pt x="555" y="500"/>
                      <a:pt x="555" y="555"/>
                      <a:pt x="555" y="583"/>
                    </a:cubicBezTo>
                    <a:cubicBezTo>
                      <a:pt x="555" y="638"/>
                      <a:pt x="527" y="721"/>
                      <a:pt x="500" y="749"/>
                    </a:cubicBezTo>
                    <a:cubicBezTo>
                      <a:pt x="472" y="805"/>
                      <a:pt x="416" y="832"/>
                      <a:pt x="333" y="832"/>
                    </a:cubicBezTo>
                    <a:cubicBezTo>
                      <a:pt x="278" y="832"/>
                      <a:pt x="222" y="805"/>
                      <a:pt x="195" y="749"/>
                    </a:cubicBezTo>
                    <a:cubicBezTo>
                      <a:pt x="167" y="721"/>
                      <a:pt x="139" y="638"/>
                      <a:pt x="139" y="583"/>
                    </a:cubicBezTo>
                    <a:lnTo>
                      <a:pt x="139" y="472"/>
                    </a:lnTo>
                    <a:lnTo>
                      <a:pt x="139" y="361"/>
                    </a:lnTo>
                    <a:cubicBezTo>
                      <a:pt x="139" y="278"/>
                      <a:pt x="167" y="222"/>
                      <a:pt x="195" y="167"/>
                    </a:cubicBezTo>
                    <a:cubicBezTo>
                      <a:pt x="222" y="111"/>
                      <a:pt x="278" y="84"/>
                      <a:pt x="333" y="84"/>
                    </a:cubicBezTo>
                    <a:close/>
                    <a:moveTo>
                      <a:pt x="333" y="0"/>
                    </a:moveTo>
                    <a:cubicBezTo>
                      <a:pt x="222" y="0"/>
                      <a:pt x="139" y="28"/>
                      <a:pt x="111" y="84"/>
                    </a:cubicBezTo>
                    <a:cubicBezTo>
                      <a:pt x="56" y="167"/>
                      <a:pt x="28" y="250"/>
                      <a:pt x="28" y="333"/>
                    </a:cubicBezTo>
                    <a:lnTo>
                      <a:pt x="0" y="472"/>
                    </a:lnTo>
                    <a:lnTo>
                      <a:pt x="28" y="583"/>
                    </a:lnTo>
                    <a:cubicBezTo>
                      <a:pt x="28" y="694"/>
                      <a:pt x="56" y="777"/>
                      <a:pt x="111" y="832"/>
                    </a:cubicBezTo>
                    <a:cubicBezTo>
                      <a:pt x="139" y="915"/>
                      <a:pt x="222" y="943"/>
                      <a:pt x="333" y="943"/>
                    </a:cubicBezTo>
                    <a:cubicBezTo>
                      <a:pt x="472" y="943"/>
                      <a:pt x="555" y="915"/>
                      <a:pt x="583" y="832"/>
                    </a:cubicBezTo>
                    <a:cubicBezTo>
                      <a:pt x="638" y="777"/>
                      <a:pt x="666" y="694"/>
                      <a:pt x="666" y="583"/>
                    </a:cubicBezTo>
                    <a:cubicBezTo>
                      <a:pt x="666" y="555"/>
                      <a:pt x="694" y="527"/>
                      <a:pt x="694" y="472"/>
                    </a:cubicBezTo>
                    <a:cubicBezTo>
                      <a:pt x="694" y="416"/>
                      <a:pt x="666" y="361"/>
                      <a:pt x="666" y="333"/>
                    </a:cubicBezTo>
                    <a:cubicBezTo>
                      <a:pt x="666" y="250"/>
                      <a:pt x="638" y="167"/>
                      <a:pt x="583" y="84"/>
                    </a:cubicBezTo>
                    <a:cubicBezTo>
                      <a:pt x="555" y="28"/>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8302250" y="3360888"/>
                <a:ext cx="17350" cy="23600"/>
              </a:xfrm>
              <a:custGeom>
                <a:avLst/>
                <a:gdLst/>
                <a:ahLst/>
                <a:cxnLst/>
                <a:rect l="l" t="t" r="r" b="b"/>
                <a:pathLst>
                  <a:path w="694" h="944" extrusionOk="0">
                    <a:moveTo>
                      <a:pt x="333" y="84"/>
                    </a:moveTo>
                    <a:cubicBezTo>
                      <a:pt x="416" y="84"/>
                      <a:pt x="472" y="112"/>
                      <a:pt x="500" y="167"/>
                    </a:cubicBezTo>
                    <a:cubicBezTo>
                      <a:pt x="527" y="223"/>
                      <a:pt x="555" y="278"/>
                      <a:pt x="555" y="361"/>
                    </a:cubicBezTo>
                    <a:cubicBezTo>
                      <a:pt x="555" y="389"/>
                      <a:pt x="555" y="417"/>
                      <a:pt x="555" y="472"/>
                    </a:cubicBezTo>
                    <a:cubicBezTo>
                      <a:pt x="555" y="500"/>
                      <a:pt x="555" y="555"/>
                      <a:pt x="555" y="583"/>
                    </a:cubicBezTo>
                    <a:cubicBezTo>
                      <a:pt x="555" y="638"/>
                      <a:pt x="527" y="722"/>
                      <a:pt x="500" y="749"/>
                    </a:cubicBezTo>
                    <a:cubicBezTo>
                      <a:pt x="472" y="805"/>
                      <a:pt x="416" y="833"/>
                      <a:pt x="333" y="833"/>
                    </a:cubicBezTo>
                    <a:cubicBezTo>
                      <a:pt x="278" y="833"/>
                      <a:pt x="222" y="805"/>
                      <a:pt x="195" y="749"/>
                    </a:cubicBezTo>
                    <a:cubicBezTo>
                      <a:pt x="167" y="722"/>
                      <a:pt x="139" y="638"/>
                      <a:pt x="139" y="583"/>
                    </a:cubicBezTo>
                    <a:lnTo>
                      <a:pt x="139" y="472"/>
                    </a:lnTo>
                    <a:lnTo>
                      <a:pt x="139" y="361"/>
                    </a:lnTo>
                    <a:cubicBezTo>
                      <a:pt x="139" y="278"/>
                      <a:pt x="167" y="223"/>
                      <a:pt x="195" y="167"/>
                    </a:cubicBezTo>
                    <a:cubicBezTo>
                      <a:pt x="222" y="112"/>
                      <a:pt x="278" y="84"/>
                      <a:pt x="333" y="84"/>
                    </a:cubicBezTo>
                    <a:close/>
                    <a:moveTo>
                      <a:pt x="333" y="1"/>
                    </a:moveTo>
                    <a:cubicBezTo>
                      <a:pt x="222" y="1"/>
                      <a:pt x="139" y="29"/>
                      <a:pt x="111" y="84"/>
                    </a:cubicBezTo>
                    <a:cubicBezTo>
                      <a:pt x="56" y="167"/>
                      <a:pt x="28" y="250"/>
                      <a:pt x="28" y="334"/>
                    </a:cubicBezTo>
                    <a:lnTo>
                      <a:pt x="0" y="472"/>
                    </a:lnTo>
                    <a:lnTo>
                      <a:pt x="28" y="583"/>
                    </a:lnTo>
                    <a:cubicBezTo>
                      <a:pt x="28" y="694"/>
                      <a:pt x="56" y="777"/>
                      <a:pt x="111" y="833"/>
                    </a:cubicBezTo>
                    <a:cubicBezTo>
                      <a:pt x="139" y="916"/>
                      <a:pt x="222" y="943"/>
                      <a:pt x="333" y="943"/>
                    </a:cubicBezTo>
                    <a:cubicBezTo>
                      <a:pt x="472" y="943"/>
                      <a:pt x="555" y="916"/>
                      <a:pt x="583" y="833"/>
                    </a:cubicBezTo>
                    <a:cubicBezTo>
                      <a:pt x="638" y="777"/>
                      <a:pt x="666" y="694"/>
                      <a:pt x="666" y="583"/>
                    </a:cubicBezTo>
                    <a:cubicBezTo>
                      <a:pt x="666" y="555"/>
                      <a:pt x="694" y="528"/>
                      <a:pt x="694" y="472"/>
                    </a:cubicBezTo>
                    <a:cubicBezTo>
                      <a:pt x="694" y="417"/>
                      <a:pt x="666" y="361"/>
                      <a:pt x="666" y="334"/>
                    </a:cubicBezTo>
                    <a:cubicBezTo>
                      <a:pt x="666" y="250"/>
                      <a:pt x="638" y="167"/>
                      <a:pt x="583" y="84"/>
                    </a:cubicBezTo>
                    <a:cubicBezTo>
                      <a:pt x="555" y="29"/>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8301900" y="3755463"/>
                <a:ext cx="17350" cy="23575"/>
              </a:xfrm>
              <a:custGeom>
                <a:avLst/>
                <a:gdLst/>
                <a:ahLst/>
                <a:cxnLst/>
                <a:rect l="l" t="t" r="r" b="b"/>
                <a:pathLst>
                  <a:path w="694" h="943" extrusionOk="0">
                    <a:moveTo>
                      <a:pt x="333" y="83"/>
                    </a:moveTo>
                    <a:cubicBezTo>
                      <a:pt x="416" y="83"/>
                      <a:pt x="472" y="111"/>
                      <a:pt x="500" y="166"/>
                    </a:cubicBezTo>
                    <a:cubicBezTo>
                      <a:pt x="527" y="222"/>
                      <a:pt x="555" y="277"/>
                      <a:pt x="555" y="361"/>
                    </a:cubicBezTo>
                    <a:cubicBezTo>
                      <a:pt x="555" y="388"/>
                      <a:pt x="555" y="416"/>
                      <a:pt x="555" y="471"/>
                    </a:cubicBezTo>
                    <a:cubicBezTo>
                      <a:pt x="555" y="499"/>
                      <a:pt x="555" y="555"/>
                      <a:pt x="555" y="582"/>
                    </a:cubicBezTo>
                    <a:cubicBezTo>
                      <a:pt x="555" y="638"/>
                      <a:pt x="527" y="721"/>
                      <a:pt x="500" y="749"/>
                    </a:cubicBezTo>
                    <a:cubicBezTo>
                      <a:pt x="472" y="804"/>
                      <a:pt x="416" y="832"/>
                      <a:pt x="333" y="832"/>
                    </a:cubicBezTo>
                    <a:cubicBezTo>
                      <a:pt x="278" y="832"/>
                      <a:pt x="222" y="804"/>
                      <a:pt x="195" y="749"/>
                    </a:cubicBezTo>
                    <a:cubicBezTo>
                      <a:pt x="167" y="721"/>
                      <a:pt x="139" y="638"/>
                      <a:pt x="139" y="582"/>
                    </a:cubicBezTo>
                    <a:lnTo>
                      <a:pt x="139" y="471"/>
                    </a:lnTo>
                    <a:lnTo>
                      <a:pt x="139" y="361"/>
                    </a:lnTo>
                    <a:cubicBezTo>
                      <a:pt x="139" y="277"/>
                      <a:pt x="167" y="222"/>
                      <a:pt x="195" y="166"/>
                    </a:cubicBezTo>
                    <a:cubicBezTo>
                      <a:pt x="222" y="111"/>
                      <a:pt x="278" y="83"/>
                      <a:pt x="333" y="83"/>
                    </a:cubicBezTo>
                    <a:close/>
                    <a:moveTo>
                      <a:pt x="333" y="0"/>
                    </a:moveTo>
                    <a:cubicBezTo>
                      <a:pt x="222" y="0"/>
                      <a:pt x="139" y="28"/>
                      <a:pt x="111" y="83"/>
                    </a:cubicBezTo>
                    <a:cubicBezTo>
                      <a:pt x="56" y="166"/>
                      <a:pt x="28" y="250"/>
                      <a:pt x="28" y="333"/>
                    </a:cubicBezTo>
                    <a:lnTo>
                      <a:pt x="0" y="471"/>
                    </a:lnTo>
                    <a:lnTo>
                      <a:pt x="28" y="582"/>
                    </a:lnTo>
                    <a:cubicBezTo>
                      <a:pt x="28" y="693"/>
                      <a:pt x="56" y="776"/>
                      <a:pt x="111" y="832"/>
                    </a:cubicBezTo>
                    <a:cubicBezTo>
                      <a:pt x="139" y="915"/>
                      <a:pt x="222" y="943"/>
                      <a:pt x="333" y="943"/>
                    </a:cubicBezTo>
                    <a:cubicBezTo>
                      <a:pt x="472" y="943"/>
                      <a:pt x="555" y="915"/>
                      <a:pt x="583" y="832"/>
                    </a:cubicBezTo>
                    <a:cubicBezTo>
                      <a:pt x="638" y="776"/>
                      <a:pt x="666" y="693"/>
                      <a:pt x="666" y="582"/>
                    </a:cubicBezTo>
                    <a:cubicBezTo>
                      <a:pt x="666" y="555"/>
                      <a:pt x="694" y="527"/>
                      <a:pt x="694" y="471"/>
                    </a:cubicBezTo>
                    <a:cubicBezTo>
                      <a:pt x="694" y="416"/>
                      <a:pt x="666" y="361"/>
                      <a:pt x="666" y="333"/>
                    </a:cubicBezTo>
                    <a:cubicBezTo>
                      <a:pt x="666" y="250"/>
                      <a:pt x="638" y="166"/>
                      <a:pt x="583" y="83"/>
                    </a:cubicBezTo>
                    <a:cubicBezTo>
                      <a:pt x="555" y="28"/>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8302600" y="4150013"/>
                <a:ext cx="17350" cy="24275"/>
              </a:xfrm>
              <a:custGeom>
                <a:avLst/>
                <a:gdLst/>
                <a:ahLst/>
                <a:cxnLst/>
                <a:rect l="l" t="t" r="r" b="b"/>
                <a:pathLst>
                  <a:path w="694" h="971" extrusionOk="0">
                    <a:moveTo>
                      <a:pt x="333" y="111"/>
                    </a:moveTo>
                    <a:cubicBezTo>
                      <a:pt x="416" y="111"/>
                      <a:pt x="472" y="139"/>
                      <a:pt x="500" y="194"/>
                    </a:cubicBezTo>
                    <a:cubicBezTo>
                      <a:pt x="527" y="222"/>
                      <a:pt x="555" y="305"/>
                      <a:pt x="555" y="388"/>
                    </a:cubicBezTo>
                    <a:cubicBezTo>
                      <a:pt x="555" y="388"/>
                      <a:pt x="555" y="444"/>
                      <a:pt x="555" y="471"/>
                    </a:cubicBezTo>
                    <a:cubicBezTo>
                      <a:pt x="555" y="527"/>
                      <a:pt x="555" y="582"/>
                      <a:pt x="555" y="582"/>
                    </a:cubicBezTo>
                    <a:cubicBezTo>
                      <a:pt x="555" y="665"/>
                      <a:pt x="527" y="749"/>
                      <a:pt x="500" y="776"/>
                    </a:cubicBezTo>
                    <a:cubicBezTo>
                      <a:pt x="472" y="832"/>
                      <a:pt x="416" y="860"/>
                      <a:pt x="333" y="860"/>
                    </a:cubicBezTo>
                    <a:cubicBezTo>
                      <a:pt x="278" y="860"/>
                      <a:pt x="222" y="832"/>
                      <a:pt x="195" y="776"/>
                    </a:cubicBezTo>
                    <a:cubicBezTo>
                      <a:pt x="167" y="749"/>
                      <a:pt x="139" y="665"/>
                      <a:pt x="139" y="582"/>
                    </a:cubicBezTo>
                    <a:lnTo>
                      <a:pt x="139" y="471"/>
                    </a:lnTo>
                    <a:lnTo>
                      <a:pt x="139" y="388"/>
                    </a:lnTo>
                    <a:cubicBezTo>
                      <a:pt x="139" y="305"/>
                      <a:pt x="167" y="222"/>
                      <a:pt x="195" y="194"/>
                    </a:cubicBezTo>
                    <a:cubicBezTo>
                      <a:pt x="222" y="139"/>
                      <a:pt x="278" y="111"/>
                      <a:pt x="333" y="111"/>
                    </a:cubicBezTo>
                    <a:close/>
                    <a:moveTo>
                      <a:pt x="333" y="0"/>
                    </a:moveTo>
                    <a:cubicBezTo>
                      <a:pt x="222" y="0"/>
                      <a:pt x="139" y="55"/>
                      <a:pt x="111" y="111"/>
                    </a:cubicBezTo>
                    <a:cubicBezTo>
                      <a:pt x="56" y="166"/>
                      <a:pt x="28" y="277"/>
                      <a:pt x="28" y="360"/>
                    </a:cubicBezTo>
                    <a:lnTo>
                      <a:pt x="0" y="499"/>
                    </a:lnTo>
                    <a:lnTo>
                      <a:pt x="28" y="610"/>
                    </a:lnTo>
                    <a:cubicBezTo>
                      <a:pt x="28" y="721"/>
                      <a:pt x="56" y="804"/>
                      <a:pt x="111" y="860"/>
                    </a:cubicBezTo>
                    <a:cubicBezTo>
                      <a:pt x="139" y="915"/>
                      <a:pt x="222" y="970"/>
                      <a:pt x="333" y="970"/>
                    </a:cubicBezTo>
                    <a:cubicBezTo>
                      <a:pt x="472" y="970"/>
                      <a:pt x="555" y="915"/>
                      <a:pt x="583" y="860"/>
                    </a:cubicBezTo>
                    <a:cubicBezTo>
                      <a:pt x="638" y="804"/>
                      <a:pt x="666" y="721"/>
                      <a:pt x="666" y="610"/>
                    </a:cubicBezTo>
                    <a:cubicBezTo>
                      <a:pt x="666" y="582"/>
                      <a:pt x="694" y="527"/>
                      <a:pt x="694" y="499"/>
                    </a:cubicBezTo>
                    <a:cubicBezTo>
                      <a:pt x="694" y="444"/>
                      <a:pt x="666" y="388"/>
                      <a:pt x="666" y="360"/>
                    </a:cubicBezTo>
                    <a:cubicBezTo>
                      <a:pt x="666" y="277"/>
                      <a:pt x="638" y="166"/>
                      <a:pt x="583" y="111"/>
                    </a:cubicBezTo>
                    <a:cubicBezTo>
                      <a:pt x="555" y="55"/>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301900" y="4545263"/>
                <a:ext cx="17350" cy="23600"/>
              </a:xfrm>
              <a:custGeom>
                <a:avLst/>
                <a:gdLst/>
                <a:ahLst/>
                <a:cxnLst/>
                <a:rect l="l" t="t" r="r" b="b"/>
                <a:pathLst>
                  <a:path w="694" h="944" extrusionOk="0">
                    <a:moveTo>
                      <a:pt x="333" y="112"/>
                    </a:moveTo>
                    <a:cubicBezTo>
                      <a:pt x="416" y="112"/>
                      <a:pt x="472" y="139"/>
                      <a:pt x="500" y="195"/>
                    </a:cubicBezTo>
                    <a:cubicBezTo>
                      <a:pt x="527" y="222"/>
                      <a:pt x="555" y="306"/>
                      <a:pt x="555" y="361"/>
                    </a:cubicBezTo>
                    <a:cubicBezTo>
                      <a:pt x="555" y="389"/>
                      <a:pt x="555" y="444"/>
                      <a:pt x="555" y="472"/>
                    </a:cubicBezTo>
                    <a:cubicBezTo>
                      <a:pt x="555" y="527"/>
                      <a:pt x="555" y="555"/>
                      <a:pt x="555" y="583"/>
                    </a:cubicBezTo>
                    <a:cubicBezTo>
                      <a:pt x="555" y="666"/>
                      <a:pt x="527" y="749"/>
                      <a:pt x="500" y="777"/>
                    </a:cubicBezTo>
                    <a:cubicBezTo>
                      <a:pt x="472" y="832"/>
                      <a:pt x="416" y="860"/>
                      <a:pt x="333" y="860"/>
                    </a:cubicBezTo>
                    <a:cubicBezTo>
                      <a:pt x="278" y="860"/>
                      <a:pt x="222" y="832"/>
                      <a:pt x="195" y="777"/>
                    </a:cubicBezTo>
                    <a:cubicBezTo>
                      <a:pt x="167" y="749"/>
                      <a:pt x="139" y="666"/>
                      <a:pt x="139" y="583"/>
                    </a:cubicBezTo>
                    <a:lnTo>
                      <a:pt x="139" y="472"/>
                    </a:lnTo>
                    <a:lnTo>
                      <a:pt x="139" y="361"/>
                    </a:lnTo>
                    <a:cubicBezTo>
                      <a:pt x="139" y="306"/>
                      <a:pt x="167" y="222"/>
                      <a:pt x="195" y="195"/>
                    </a:cubicBezTo>
                    <a:cubicBezTo>
                      <a:pt x="222" y="139"/>
                      <a:pt x="278" y="112"/>
                      <a:pt x="333" y="112"/>
                    </a:cubicBezTo>
                    <a:close/>
                    <a:moveTo>
                      <a:pt x="333" y="1"/>
                    </a:moveTo>
                    <a:cubicBezTo>
                      <a:pt x="222" y="1"/>
                      <a:pt x="139" y="56"/>
                      <a:pt x="111" y="112"/>
                    </a:cubicBezTo>
                    <a:cubicBezTo>
                      <a:pt x="56" y="167"/>
                      <a:pt x="28" y="250"/>
                      <a:pt x="28" y="361"/>
                    </a:cubicBezTo>
                    <a:lnTo>
                      <a:pt x="0" y="472"/>
                    </a:lnTo>
                    <a:lnTo>
                      <a:pt x="28" y="611"/>
                    </a:lnTo>
                    <a:cubicBezTo>
                      <a:pt x="28" y="694"/>
                      <a:pt x="56" y="805"/>
                      <a:pt x="111" y="860"/>
                    </a:cubicBezTo>
                    <a:cubicBezTo>
                      <a:pt x="139" y="916"/>
                      <a:pt x="222" y="943"/>
                      <a:pt x="333" y="943"/>
                    </a:cubicBezTo>
                    <a:cubicBezTo>
                      <a:pt x="472" y="943"/>
                      <a:pt x="555" y="916"/>
                      <a:pt x="583" y="860"/>
                    </a:cubicBezTo>
                    <a:cubicBezTo>
                      <a:pt x="638" y="805"/>
                      <a:pt x="666" y="694"/>
                      <a:pt x="666" y="611"/>
                    </a:cubicBezTo>
                    <a:cubicBezTo>
                      <a:pt x="666" y="583"/>
                      <a:pt x="694" y="527"/>
                      <a:pt x="694" y="472"/>
                    </a:cubicBezTo>
                    <a:cubicBezTo>
                      <a:pt x="694" y="444"/>
                      <a:pt x="666" y="389"/>
                      <a:pt x="666" y="361"/>
                    </a:cubicBezTo>
                    <a:cubicBezTo>
                      <a:pt x="666" y="250"/>
                      <a:pt x="638" y="167"/>
                      <a:pt x="583" y="112"/>
                    </a:cubicBezTo>
                    <a:cubicBezTo>
                      <a:pt x="555" y="56"/>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8325813" y="2571738"/>
                <a:ext cx="10425" cy="22900"/>
              </a:xfrm>
              <a:custGeom>
                <a:avLst/>
                <a:gdLst/>
                <a:ahLst/>
                <a:cxnLst/>
                <a:rect l="l" t="t" r="r" b="b"/>
                <a:pathLst>
                  <a:path w="417" h="916" extrusionOk="0">
                    <a:moveTo>
                      <a:pt x="333" y="1"/>
                    </a:moveTo>
                    <a:cubicBezTo>
                      <a:pt x="306" y="1"/>
                      <a:pt x="306" y="1"/>
                      <a:pt x="278" y="29"/>
                    </a:cubicBezTo>
                    <a:lnTo>
                      <a:pt x="1" y="250"/>
                    </a:lnTo>
                    <a:cubicBezTo>
                      <a:pt x="1" y="278"/>
                      <a:pt x="1" y="278"/>
                      <a:pt x="1" y="278"/>
                    </a:cubicBezTo>
                    <a:lnTo>
                      <a:pt x="28" y="306"/>
                    </a:lnTo>
                    <a:cubicBezTo>
                      <a:pt x="28" y="334"/>
                      <a:pt x="56" y="334"/>
                      <a:pt x="56" y="334"/>
                    </a:cubicBezTo>
                    <a:lnTo>
                      <a:pt x="84" y="334"/>
                    </a:lnTo>
                    <a:lnTo>
                      <a:pt x="306" y="167"/>
                    </a:lnTo>
                    <a:lnTo>
                      <a:pt x="306" y="888"/>
                    </a:lnTo>
                    <a:cubicBezTo>
                      <a:pt x="306" y="916"/>
                      <a:pt x="306" y="916"/>
                      <a:pt x="306" y="916"/>
                    </a:cubicBezTo>
                    <a:lnTo>
                      <a:pt x="416" y="916"/>
                    </a:lnTo>
                    <a:cubicBezTo>
                      <a:pt x="416" y="916"/>
                      <a:pt x="416" y="916"/>
                      <a:pt x="416" y="888"/>
                    </a:cubicBezTo>
                    <a:lnTo>
                      <a:pt x="416" y="29"/>
                    </a:lnTo>
                    <a:cubicBezTo>
                      <a:pt x="389" y="1"/>
                      <a:pt x="389" y="1"/>
                      <a:pt x="3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8323400" y="2966303"/>
                <a:ext cx="15950" cy="22900"/>
              </a:xfrm>
              <a:custGeom>
                <a:avLst/>
                <a:gdLst/>
                <a:ahLst/>
                <a:cxnLst/>
                <a:rect l="l" t="t" r="r" b="b"/>
                <a:pathLst>
                  <a:path w="638" h="916" extrusionOk="0">
                    <a:moveTo>
                      <a:pt x="305" y="0"/>
                    </a:moveTo>
                    <a:cubicBezTo>
                      <a:pt x="250" y="0"/>
                      <a:pt x="194" y="0"/>
                      <a:pt x="139" y="28"/>
                    </a:cubicBezTo>
                    <a:cubicBezTo>
                      <a:pt x="111" y="56"/>
                      <a:pt x="83" y="84"/>
                      <a:pt x="56" y="139"/>
                    </a:cubicBezTo>
                    <a:cubicBezTo>
                      <a:pt x="28" y="167"/>
                      <a:pt x="0" y="222"/>
                      <a:pt x="0" y="278"/>
                    </a:cubicBezTo>
                    <a:lnTo>
                      <a:pt x="28" y="278"/>
                    </a:lnTo>
                    <a:cubicBezTo>
                      <a:pt x="28" y="305"/>
                      <a:pt x="28" y="305"/>
                      <a:pt x="28" y="305"/>
                    </a:cubicBezTo>
                    <a:lnTo>
                      <a:pt x="111" y="305"/>
                    </a:lnTo>
                    <a:cubicBezTo>
                      <a:pt x="111" y="305"/>
                      <a:pt x="111" y="305"/>
                      <a:pt x="111" y="278"/>
                    </a:cubicBezTo>
                    <a:lnTo>
                      <a:pt x="139" y="278"/>
                    </a:lnTo>
                    <a:cubicBezTo>
                      <a:pt x="139" y="222"/>
                      <a:pt x="167" y="167"/>
                      <a:pt x="194" y="139"/>
                    </a:cubicBezTo>
                    <a:cubicBezTo>
                      <a:pt x="222" y="111"/>
                      <a:pt x="250" y="84"/>
                      <a:pt x="305" y="84"/>
                    </a:cubicBezTo>
                    <a:cubicBezTo>
                      <a:pt x="361" y="84"/>
                      <a:pt x="416" y="111"/>
                      <a:pt x="444" y="139"/>
                    </a:cubicBezTo>
                    <a:cubicBezTo>
                      <a:pt x="472" y="167"/>
                      <a:pt x="472" y="222"/>
                      <a:pt x="472" y="250"/>
                    </a:cubicBezTo>
                    <a:cubicBezTo>
                      <a:pt x="472" y="305"/>
                      <a:pt x="472" y="333"/>
                      <a:pt x="444" y="361"/>
                    </a:cubicBezTo>
                    <a:cubicBezTo>
                      <a:pt x="416" y="416"/>
                      <a:pt x="388" y="444"/>
                      <a:pt x="305" y="500"/>
                    </a:cubicBezTo>
                    <a:lnTo>
                      <a:pt x="28" y="805"/>
                    </a:lnTo>
                    <a:cubicBezTo>
                      <a:pt x="0" y="805"/>
                      <a:pt x="0" y="832"/>
                      <a:pt x="0" y="860"/>
                    </a:cubicBezTo>
                    <a:lnTo>
                      <a:pt x="0" y="888"/>
                    </a:lnTo>
                    <a:cubicBezTo>
                      <a:pt x="0" y="888"/>
                      <a:pt x="0" y="915"/>
                      <a:pt x="0" y="915"/>
                    </a:cubicBezTo>
                    <a:lnTo>
                      <a:pt x="610" y="915"/>
                    </a:lnTo>
                    <a:cubicBezTo>
                      <a:pt x="638" y="915"/>
                      <a:pt x="638" y="888"/>
                      <a:pt x="638" y="888"/>
                    </a:cubicBezTo>
                    <a:lnTo>
                      <a:pt x="638" y="832"/>
                    </a:lnTo>
                    <a:lnTo>
                      <a:pt x="610" y="832"/>
                    </a:lnTo>
                    <a:cubicBezTo>
                      <a:pt x="610" y="805"/>
                      <a:pt x="610" y="805"/>
                      <a:pt x="610" y="805"/>
                    </a:cubicBezTo>
                    <a:lnTo>
                      <a:pt x="194" y="805"/>
                    </a:lnTo>
                    <a:lnTo>
                      <a:pt x="444" y="555"/>
                    </a:lnTo>
                    <a:cubicBezTo>
                      <a:pt x="499" y="500"/>
                      <a:pt x="555" y="444"/>
                      <a:pt x="582" y="416"/>
                    </a:cubicBezTo>
                    <a:cubicBezTo>
                      <a:pt x="610" y="361"/>
                      <a:pt x="610" y="305"/>
                      <a:pt x="610" y="250"/>
                    </a:cubicBezTo>
                    <a:cubicBezTo>
                      <a:pt x="610" y="195"/>
                      <a:pt x="582" y="111"/>
                      <a:pt x="527" y="56"/>
                    </a:cubicBezTo>
                    <a:cubicBezTo>
                      <a:pt x="499" y="0"/>
                      <a:pt x="416"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8323050" y="3360868"/>
                <a:ext cx="16650" cy="23600"/>
              </a:xfrm>
              <a:custGeom>
                <a:avLst/>
                <a:gdLst/>
                <a:ahLst/>
                <a:cxnLst/>
                <a:rect l="l" t="t" r="r" b="b"/>
                <a:pathLst>
                  <a:path w="666" h="944" extrusionOk="0">
                    <a:moveTo>
                      <a:pt x="28" y="1"/>
                    </a:moveTo>
                    <a:cubicBezTo>
                      <a:pt x="28" y="29"/>
                      <a:pt x="28" y="29"/>
                      <a:pt x="28" y="29"/>
                    </a:cubicBezTo>
                    <a:lnTo>
                      <a:pt x="28" y="84"/>
                    </a:lnTo>
                    <a:cubicBezTo>
                      <a:pt x="28" y="84"/>
                      <a:pt x="28" y="84"/>
                      <a:pt x="28" y="112"/>
                    </a:cubicBezTo>
                    <a:lnTo>
                      <a:pt x="444" y="112"/>
                    </a:lnTo>
                    <a:lnTo>
                      <a:pt x="194" y="389"/>
                    </a:lnTo>
                    <a:cubicBezTo>
                      <a:pt x="194" y="417"/>
                      <a:pt x="167" y="417"/>
                      <a:pt x="167" y="417"/>
                    </a:cubicBezTo>
                    <a:lnTo>
                      <a:pt x="167" y="472"/>
                    </a:lnTo>
                    <a:lnTo>
                      <a:pt x="194" y="472"/>
                    </a:lnTo>
                    <a:cubicBezTo>
                      <a:pt x="194" y="500"/>
                      <a:pt x="194" y="500"/>
                      <a:pt x="194" y="500"/>
                    </a:cubicBezTo>
                    <a:lnTo>
                      <a:pt x="333" y="500"/>
                    </a:lnTo>
                    <a:cubicBezTo>
                      <a:pt x="472" y="500"/>
                      <a:pt x="527" y="555"/>
                      <a:pt x="527" y="666"/>
                    </a:cubicBezTo>
                    <a:cubicBezTo>
                      <a:pt x="527" y="722"/>
                      <a:pt x="499" y="749"/>
                      <a:pt x="472" y="777"/>
                    </a:cubicBezTo>
                    <a:cubicBezTo>
                      <a:pt x="444" y="805"/>
                      <a:pt x="388" y="833"/>
                      <a:pt x="333" y="833"/>
                    </a:cubicBezTo>
                    <a:cubicBezTo>
                      <a:pt x="278" y="833"/>
                      <a:pt x="222" y="833"/>
                      <a:pt x="194" y="805"/>
                    </a:cubicBezTo>
                    <a:cubicBezTo>
                      <a:pt x="139" y="777"/>
                      <a:pt x="111" y="749"/>
                      <a:pt x="111" y="694"/>
                    </a:cubicBezTo>
                    <a:cubicBezTo>
                      <a:pt x="83" y="666"/>
                      <a:pt x="83" y="666"/>
                      <a:pt x="83" y="666"/>
                    </a:cubicBezTo>
                    <a:lnTo>
                      <a:pt x="28" y="666"/>
                    </a:lnTo>
                    <a:cubicBezTo>
                      <a:pt x="0" y="666"/>
                      <a:pt x="0" y="666"/>
                      <a:pt x="0" y="694"/>
                    </a:cubicBezTo>
                    <a:cubicBezTo>
                      <a:pt x="0" y="749"/>
                      <a:pt x="0" y="777"/>
                      <a:pt x="28" y="805"/>
                    </a:cubicBezTo>
                    <a:cubicBezTo>
                      <a:pt x="56" y="860"/>
                      <a:pt x="83" y="888"/>
                      <a:pt x="139" y="916"/>
                    </a:cubicBezTo>
                    <a:cubicBezTo>
                      <a:pt x="194" y="916"/>
                      <a:pt x="250" y="943"/>
                      <a:pt x="333" y="943"/>
                    </a:cubicBezTo>
                    <a:cubicBezTo>
                      <a:pt x="388" y="943"/>
                      <a:pt x="444" y="916"/>
                      <a:pt x="499" y="916"/>
                    </a:cubicBezTo>
                    <a:cubicBezTo>
                      <a:pt x="555" y="888"/>
                      <a:pt x="582" y="860"/>
                      <a:pt x="610" y="805"/>
                    </a:cubicBezTo>
                    <a:cubicBezTo>
                      <a:pt x="638" y="777"/>
                      <a:pt x="666" y="722"/>
                      <a:pt x="666" y="666"/>
                    </a:cubicBezTo>
                    <a:cubicBezTo>
                      <a:pt x="666" y="583"/>
                      <a:pt x="638" y="500"/>
                      <a:pt x="582" y="472"/>
                    </a:cubicBezTo>
                    <a:cubicBezTo>
                      <a:pt x="527" y="417"/>
                      <a:pt x="444" y="389"/>
                      <a:pt x="361" y="389"/>
                    </a:cubicBezTo>
                    <a:lnTo>
                      <a:pt x="333" y="389"/>
                    </a:lnTo>
                    <a:lnTo>
                      <a:pt x="610" y="112"/>
                    </a:lnTo>
                    <a:cubicBezTo>
                      <a:pt x="610" y="84"/>
                      <a:pt x="610" y="84"/>
                      <a:pt x="610" y="84"/>
                    </a:cubicBezTo>
                    <a:lnTo>
                      <a:pt x="610" y="29"/>
                    </a:lnTo>
                    <a:cubicBezTo>
                      <a:pt x="610" y="29"/>
                      <a:pt x="610" y="29"/>
                      <a:pt x="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8322000" y="3756132"/>
                <a:ext cx="18050" cy="22900"/>
              </a:xfrm>
              <a:custGeom>
                <a:avLst/>
                <a:gdLst/>
                <a:ahLst/>
                <a:cxnLst/>
                <a:rect l="l" t="t" r="r" b="b"/>
                <a:pathLst>
                  <a:path w="722" h="916" extrusionOk="0">
                    <a:moveTo>
                      <a:pt x="444" y="139"/>
                    </a:moveTo>
                    <a:lnTo>
                      <a:pt x="444" y="582"/>
                    </a:lnTo>
                    <a:lnTo>
                      <a:pt x="139" y="582"/>
                    </a:lnTo>
                    <a:lnTo>
                      <a:pt x="444" y="139"/>
                    </a:lnTo>
                    <a:close/>
                    <a:moveTo>
                      <a:pt x="416" y="0"/>
                    </a:moveTo>
                    <a:cubicBezTo>
                      <a:pt x="416" y="0"/>
                      <a:pt x="416" y="28"/>
                      <a:pt x="416" y="28"/>
                    </a:cubicBezTo>
                    <a:lnTo>
                      <a:pt x="1" y="582"/>
                    </a:lnTo>
                    <a:cubicBezTo>
                      <a:pt x="1" y="582"/>
                      <a:pt x="1" y="610"/>
                      <a:pt x="1" y="610"/>
                    </a:cubicBezTo>
                    <a:lnTo>
                      <a:pt x="1" y="666"/>
                    </a:lnTo>
                    <a:cubicBezTo>
                      <a:pt x="1" y="666"/>
                      <a:pt x="1" y="693"/>
                      <a:pt x="1" y="693"/>
                    </a:cubicBezTo>
                    <a:lnTo>
                      <a:pt x="444" y="693"/>
                    </a:lnTo>
                    <a:lnTo>
                      <a:pt x="444" y="887"/>
                    </a:lnTo>
                    <a:cubicBezTo>
                      <a:pt x="444" y="887"/>
                      <a:pt x="472" y="915"/>
                      <a:pt x="472" y="915"/>
                    </a:cubicBezTo>
                    <a:lnTo>
                      <a:pt x="555" y="915"/>
                    </a:lnTo>
                    <a:cubicBezTo>
                      <a:pt x="583" y="915"/>
                      <a:pt x="583" y="887"/>
                      <a:pt x="583" y="887"/>
                    </a:cubicBezTo>
                    <a:lnTo>
                      <a:pt x="583" y="693"/>
                    </a:lnTo>
                    <a:lnTo>
                      <a:pt x="721" y="693"/>
                    </a:lnTo>
                    <a:cubicBezTo>
                      <a:pt x="721" y="693"/>
                      <a:pt x="721" y="666"/>
                      <a:pt x="721" y="666"/>
                    </a:cubicBezTo>
                    <a:lnTo>
                      <a:pt x="721" y="610"/>
                    </a:lnTo>
                    <a:cubicBezTo>
                      <a:pt x="721" y="582"/>
                      <a:pt x="694" y="582"/>
                      <a:pt x="694" y="582"/>
                    </a:cubicBezTo>
                    <a:lnTo>
                      <a:pt x="583" y="582"/>
                    </a:lnTo>
                    <a:lnTo>
                      <a:pt x="583" y="28"/>
                    </a:lnTo>
                    <a:cubicBezTo>
                      <a:pt x="583" y="28"/>
                      <a:pt x="583" y="28"/>
                      <a:pt x="5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8323400" y="4150698"/>
                <a:ext cx="15950" cy="23600"/>
              </a:xfrm>
              <a:custGeom>
                <a:avLst/>
                <a:gdLst/>
                <a:ahLst/>
                <a:cxnLst/>
                <a:rect l="l" t="t" r="r" b="b"/>
                <a:pathLst>
                  <a:path w="638" h="944" extrusionOk="0">
                    <a:moveTo>
                      <a:pt x="111" y="1"/>
                    </a:moveTo>
                    <a:cubicBezTo>
                      <a:pt x="83" y="1"/>
                      <a:pt x="83" y="1"/>
                      <a:pt x="83" y="28"/>
                    </a:cubicBezTo>
                    <a:lnTo>
                      <a:pt x="28" y="472"/>
                    </a:lnTo>
                    <a:cubicBezTo>
                      <a:pt x="28" y="472"/>
                      <a:pt x="28" y="472"/>
                      <a:pt x="28" y="500"/>
                    </a:cubicBezTo>
                    <a:lnTo>
                      <a:pt x="139" y="500"/>
                    </a:lnTo>
                    <a:cubicBezTo>
                      <a:pt x="167" y="500"/>
                      <a:pt x="167" y="472"/>
                      <a:pt x="167" y="472"/>
                    </a:cubicBezTo>
                    <a:cubicBezTo>
                      <a:pt x="194" y="472"/>
                      <a:pt x="222" y="444"/>
                      <a:pt x="250" y="444"/>
                    </a:cubicBezTo>
                    <a:cubicBezTo>
                      <a:pt x="250" y="444"/>
                      <a:pt x="278" y="417"/>
                      <a:pt x="305" y="417"/>
                    </a:cubicBezTo>
                    <a:cubicBezTo>
                      <a:pt x="361" y="417"/>
                      <a:pt x="416" y="444"/>
                      <a:pt x="472" y="472"/>
                    </a:cubicBezTo>
                    <a:cubicBezTo>
                      <a:pt x="499" y="528"/>
                      <a:pt x="527" y="555"/>
                      <a:pt x="527" y="611"/>
                    </a:cubicBezTo>
                    <a:cubicBezTo>
                      <a:pt x="527" y="694"/>
                      <a:pt x="499" y="722"/>
                      <a:pt x="472" y="777"/>
                    </a:cubicBezTo>
                    <a:cubicBezTo>
                      <a:pt x="416" y="805"/>
                      <a:pt x="361" y="833"/>
                      <a:pt x="305" y="833"/>
                    </a:cubicBezTo>
                    <a:cubicBezTo>
                      <a:pt x="278" y="833"/>
                      <a:pt x="222" y="805"/>
                      <a:pt x="194" y="777"/>
                    </a:cubicBezTo>
                    <a:cubicBezTo>
                      <a:pt x="167" y="777"/>
                      <a:pt x="139" y="722"/>
                      <a:pt x="111" y="694"/>
                    </a:cubicBezTo>
                    <a:cubicBezTo>
                      <a:pt x="111" y="666"/>
                      <a:pt x="111" y="666"/>
                      <a:pt x="83" y="666"/>
                    </a:cubicBezTo>
                    <a:lnTo>
                      <a:pt x="0" y="666"/>
                    </a:lnTo>
                    <a:lnTo>
                      <a:pt x="0" y="694"/>
                    </a:lnTo>
                    <a:cubicBezTo>
                      <a:pt x="0" y="722"/>
                      <a:pt x="0" y="777"/>
                      <a:pt x="28" y="805"/>
                    </a:cubicBezTo>
                    <a:cubicBezTo>
                      <a:pt x="56" y="833"/>
                      <a:pt x="83" y="860"/>
                      <a:pt x="139" y="888"/>
                    </a:cubicBezTo>
                    <a:cubicBezTo>
                      <a:pt x="194" y="916"/>
                      <a:pt x="250" y="943"/>
                      <a:pt x="305" y="943"/>
                    </a:cubicBezTo>
                    <a:cubicBezTo>
                      <a:pt x="388" y="943"/>
                      <a:pt x="444" y="916"/>
                      <a:pt x="472" y="888"/>
                    </a:cubicBezTo>
                    <a:cubicBezTo>
                      <a:pt x="527" y="860"/>
                      <a:pt x="582" y="833"/>
                      <a:pt x="610" y="777"/>
                    </a:cubicBezTo>
                    <a:cubicBezTo>
                      <a:pt x="638" y="749"/>
                      <a:pt x="638" y="694"/>
                      <a:pt x="638" y="611"/>
                    </a:cubicBezTo>
                    <a:cubicBezTo>
                      <a:pt x="638" y="555"/>
                      <a:pt x="638" y="500"/>
                      <a:pt x="610" y="472"/>
                    </a:cubicBezTo>
                    <a:cubicBezTo>
                      <a:pt x="582" y="417"/>
                      <a:pt x="527" y="389"/>
                      <a:pt x="499" y="361"/>
                    </a:cubicBezTo>
                    <a:cubicBezTo>
                      <a:pt x="444" y="333"/>
                      <a:pt x="388" y="333"/>
                      <a:pt x="333" y="333"/>
                    </a:cubicBezTo>
                    <a:cubicBezTo>
                      <a:pt x="250" y="333"/>
                      <a:pt x="194" y="333"/>
                      <a:pt x="167" y="361"/>
                    </a:cubicBezTo>
                    <a:lnTo>
                      <a:pt x="194" y="112"/>
                    </a:lnTo>
                    <a:lnTo>
                      <a:pt x="582" y="112"/>
                    </a:lnTo>
                    <a:cubicBezTo>
                      <a:pt x="582" y="84"/>
                      <a:pt x="582" y="84"/>
                      <a:pt x="582" y="84"/>
                    </a:cubicBezTo>
                    <a:lnTo>
                      <a:pt x="582" y="28"/>
                    </a:lnTo>
                    <a:cubicBezTo>
                      <a:pt x="582" y="28"/>
                      <a:pt x="582" y="1"/>
                      <a:pt x="5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8322700" y="4545963"/>
                <a:ext cx="16650" cy="22900"/>
              </a:xfrm>
              <a:custGeom>
                <a:avLst/>
                <a:gdLst/>
                <a:ahLst/>
                <a:cxnLst/>
                <a:rect l="l" t="t" r="r" b="b"/>
                <a:pathLst>
                  <a:path w="666" h="916" extrusionOk="0">
                    <a:moveTo>
                      <a:pt x="333" y="416"/>
                    </a:moveTo>
                    <a:cubicBezTo>
                      <a:pt x="361" y="416"/>
                      <a:pt x="416" y="416"/>
                      <a:pt x="444" y="444"/>
                    </a:cubicBezTo>
                    <a:cubicBezTo>
                      <a:pt x="472" y="444"/>
                      <a:pt x="499" y="472"/>
                      <a:pt x="527" y="499"/>
                    </a:cubicBezTo>
                    <a:cubicBezTo>
                      <a:pt x="527" y="527"/>
                      <a:pt x="555" y="583"/>
                      <a:pt x="555" y="610"/>
                    </a:cubicBezTo>
                    <a:cubicBezTo>
                      <a:pt x="555" y="666"/>
                      <a:pt x="527" y="694"/>
                      <a:pt x="527" y="721"/>
                    </a:cubicBezTo>
                    <a:cubicBezTo>
                      <a:pt x="499" y="749"/>
                      <a:pt x="472" y="777"/>
                      <a:pt x="444" y="804"/>
                    </a:cubicBezTo>
                    <a:cubicBezTo>
                      <a:pt x="416" y="804"/>
                      <a:pt x="361" y="832"/>
                      <a:pt x="333" y="832"/>
                    </a:cubicBezTo>
                    <a:cubicBezTo>
                      <a:pt x="305" y="832"/>
                      <a:pt x="250" y="804"/>
                      <a:pt x="222" y="804"/>
                    </a:cubicBezTo>
                    <a:cubicBezTo>
                      <a:pt x="194" y="777"/>
                      <a:pt x="167" y="749"/>
                      <a:pt x="139" y="721"/>
                    </a:cubicBezTo>
                    <a:cubicBezTo>
                      <a:pt x="139" y="694"/>
                      <a:pt x="111" y="666"/>
                      <a:pt x="111" y="610"/>
                    </a:cubicBezTo>
                    <a:cubicBezTo>
                      <a:pt x="111" y="583"/>
                      <a:pt x="139" y="527"/>
                      <a:pt x="139" y="499"/>
                    </a:cubicBezTo>
                    <a:cubicBezTo>
                      <a:pt x="167" y="472"/>
                      <a:pt x="194" y="444"/>
                      <a:pt x="222" y="444"/>
                    </a:cubicBezTo>
                    <a:cubicBezTo>
                      <a:pt x="250" y="416"/>
                      <a:pt x="305" y="416"/>
                      <a:pt x="333" y="416"/>
                    </a:cubicBezTo>
                    <a:close/>
                    <a:moveTo>
                      <a:pt x="333" y="0"/>
                    </a:moveTo>
                    <a:cubicBezTo>
                      <a:pt x="333" y="28"/>
                      <a:pt x="333" y="28"/>
                      <a:pt x="333" y="28"/>
                    </a:cubicBezTo>
                    <a:lnTo>
                      <a:pt x="83" y="361"/>
                    </a:lnTo>
                    <a:cubicBezTo>
                      <a:pt x="28" y="444"/>
                      <a:pt x="0" y="527"/>
                      <a:pt x="0" y="610"/>
                    </a:cubicBezTo>
                    <a:cubicBezTo>
                      <a:pt x="0" y="666"/>
                      <a:pt x="0" y="721"/>
                      <a:pt x="28" y="777"/>
                    </a:cubicBezTo>
                    <a:cubicBezTo>
                      <a:pt x="56" y="832"/>
                      <a:pt x="111" y="860"/>
                      <a:pt x="139" y="888"/>
                    </a:cubicBezTo>
                    <a:cubicBezTo>
                      <a:pt x="194" y="915"/>
                      <a:pt x="278" y="915"/>
                      <a:pt x="333" y="915"/>
                    </a:cubicBezTo>
                    <a:cubicBezTo>
                      <a:pt x="416" y="915"/>
                      <a:pt x="472" y="915"/>
                      <a:pt x="527" y="888"/>
                    </a:cubicBezTo>
                    <a:cubicBezTo>
                      <a:pt x="555" y="860"/>
                      <a:pt x="610" y="804"/>
                      <a:pt x="638" y="777"/>
                    </a:cubicBezTo>
                    <a:cubicBezTo>
                      <a:pt x="666" y="721"/>
                      <a:pt x="666" y="666"/>
                      <a:pt x="666" y="610"/>
                    </a:cubicBezTo>
                    <a:cubicBezTo>
                      <a:pt x="666" y="555"/>
                      <a:pt x="666" y="499"/>
                      <a:pt x="638" y="472"/>
                    </a:cubicBezTo>
                    <a:cubicBezTo>
                      <a:pt x="610" y="416"/>
                      <a:pt x="555" y="361"/>
                      <a:pt x="527" y="333"/>
                    </a:cubicBezTo>
                    <a:cubicBezTo>
                      <a:pt x="472" y="305"/>
                      <a:pt x="416" y="305"/>
                      <a:pt x="361" y="305"/>
                    </a:cubicBezTo>
                    <a:lnTo>
                      <a:pt x="278" y="305"/>
                    </a:lnTo>
                    <a:lnTo>
                      <a:pt x="472" y="28"/>
                    </a:lnTo>
                    <a:cubicBezTo>
                      <a:pt x="472" y="28"/>
                      <a:pt x="472" y="0"/>
                      <a:pt x="4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3"/>
            <p:cNvGrpSpPr/>
            <p:nvPr/>
          </p:nvGrpSpPr>
          <p:grpSpPr>
            <a:xfrm>
              <a:off x="5614975" y="4609225"/>
              <a:ext cx="2597125" cy="40925"/>
              <a:chOff x="5614975" y="4609225"/>
              <a:chExt cx="2597125" cy="40925"/>
            </a:xfrm>
          </p:grpSpPr>
          <p:sp>
            <p:nvSpPr>
              <p:cNvPr id="48" name="Google Shape;48;p3"/>
              <p:cNvSpPr/>
              <p:nvPr/>
            </p:nvSpPr>
            <p:spPr>
              <a:xfrm>
                <a:off x="5614975" y="4632100"/>
                <a:ext cx="24974" cy="18050"/>
              </a:xfrm>
              <a:custGeom>
                <a:avLst/>
                <a:gdLst/>
                <a:ahLst/>
                <a:cxnLst/>
                <a:rect l="l" t="t" r="r" b="b"/>
                <a:pathLst>
                  <a:path w="1027" h="722" extrusionOk="0">
                    <a:moveTo>
                      <a:pt x="638" y="139"/>
                    </a:moveTo>
                    <a:cubicBezTo>
                      <a:pt x="721" y="139"/>
                      <a:pt x="777" y="167"/>
                      <a:pt x="832" y="194"/>
                    </a:cubicBezTo>
                    <a:cubicBezTo>
                      <a:pt x="888" y="222"/>
                      <a:pt x="915" y="277"/>
                      <a:pt x="915" y="361"/>
                    </a:cubicBezTo>
                    <a:cubicBezTo>
                      <a:pt x="915" y="416"/>
                      <a:pt x="888" y="472"/>
                      <a:pt x="832" y="527"/>
                    </a:cubicBezTo>
                    <a:cubicBezTo>
                      <a:pt x="777" y="555"/>
                      <a:pt x="721" y="582"/>
                      <a:pt x="638" y="582"/>
                    </a:cubicBezTo>
                    <a:lnTo>
                      <a:pt x="389" y="582"/>
                    </a:lnTo>
                    <a:cubicBezTo>
                      <a:pt x="306" y="582"/>
                      <a:pt x="250" y="555"/>
                      <a:pt x="195" y="527"/>
                    </a:cubicBezTo>
                    <a:cubicBezTo>
                      <a:pt x="139" y="472"/>
                      <a:pt x="111" y="416"/>
                      <a:pt x="111" y="361"/>
                    </a:cubicBezTo>
                    <a:cubicBezTo>
                      <a:pt x="111" y="277"/>
                      <a:pt x="139" y="222"/>
                      <a:pt x="195" y="194"/>
                    </a:cubicBezTo>
                    <a:cubicBezTo>
                      <a:pt x="250" y="167"/>
                      <a:pt x="306" y="139"/>
                      <a:pt x="389" y="139"/>
                    </a:cubicBezTo>
                    <a:close/>
                    <a:moveTo>
                      <a:pt x="389" y="0"/>
                    </a:moveTo>
                    <a:cubicBezTo>
                      <a:pt x="278" y="0"/>
                      <a:pt x="195" y="28"/>
                      <a:pt x="111" y="83"/>
                    </a:cubicBezTo>
                    <a:cubicBezTo>
                      <a:pt x="28" y="139"/>
                      <a:pt x="1" y="222"/>
                      <a:pt x="1" y="361"/>
                    </a:cubicBezTo>
                    <a:cubicBezTo>
                      <a:pt x="1" y="472"/>
                      <a:pt x="28" y="555"/>
                      <a:pt x="111" y="610"/>
                    </a:cubicBezTo>
                    <a:cubicBezTo>
                      <a:pt x="195" y="666"/>
                      <a:pt x="278" y="721"/>
                      <a:pt x="389" y="721"/>
                    </a:cubicBezTo>
                    <a:lnTo>
                      <a:pt x="638" y="721"/>
                    </a:lnTo>
                    <a:cubicBezTo>
                      <a:pt x="749" y="693"/>
                      <a:pt x="832" y="666"/>
                      <a:pt x="915" y="610"/>
                    </a:cubicBezTo>
                    <a:cubicBezTo>
                      <a:pt x="999" y="555"/>
                      <a:pt x="1026" y="472"/>
                      <a:pt x="1026" y="361"/>
                    </a:cubicBezTo>
                    <a:cubicBezTo>
                      <a:pt x="1026" y="222"/>
                      <a:pt x="999" y="139"/>
                      <a:pt x="915" y="83"/>
                    </a:cubicBezTo>
                    <a:cubicBezTo>
                      <a:pt x="832"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5615656" y="4617525"/>
                <a:ext cx="23612" cy="11125"/>
              </a:xfrm>
              <a:custGeom>
                <a:avLst/>
                <a:gdLst/>
                <a:ahLst/>
                <a:cxnLst/>
                <a:rect l="l" t="t" r="r" b="b"/>
                <a:pathLst>
                  <a:path w="971" h="445" extrusionOk="0">
                    <a:moveTo>
                      <a:pt x="0" y="1"/>
                    </a:moveTo>
                    <a:cubicBezTo>
                      <a:pt x="0" y="1"/>
                      <a:pt x="0" y="29"/>
                      <a:pt x="0" y="29"/>
                    </a:cubicBezTo>
                    <a:lnTo>
                      <a:pt x="0" y="84"/>
                    </a:lnTo>
                    <a:cubicBezTo>
                      <a:pt x="0" y="112"/>
                      <a:pt x="0" y="112"/>
                      <a:pt x="0" y="140"/>
                    </a:cubicBezTo>
                    <a:lnTo>
                      <a:pt x="250" y="445"/>
                    </a:lnTo>
                    <a:lnTo>
                      <a:pt x="278" y="445"/>
                    </a:lnTo>
                    <a:lnTo>
                      <a:pt x="333" y="417"/>
                    </a:lnTo>
                    <a:cubicBezTo>
                      <a:pt x="333" y="417"/>
                      <a:pt x="333" y="389"/>
                      <a:pt x="333" y="389"/>
                    </a:cubicBezTo>
                    <a:cubicBezTo>
                      <a:pt x="333" y="389"/>
                      <a:pt x="333" y="361"/>
                      <a:pt x="333" y="361"/>
                    </a:cubicBezTo>
                    <a:lnTo>
                      <a:pt x="139" y="140"/>
                    </a:lnTo>
                    <a:lnTo>
                      <a:pt x="943" y="140"/>
                    </a:lnTo>
                    <a:cubicBezTo>
                      <a:pt x="971" y="140"/>
                      <a:pt x="971" y="140"/>
                      <a:pt x="971" y="112"/>
                    </a:cubicBezTo>
                    <a:lnTo>
                      <a:pt x="971" y="29"/>
                    </a:lnTo>
                    <a:cubicBezTo>
                      <a:pt x="971" y="29"/>
                      <a:pt x="971"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6128984" y="4632100"/>
                <a:ext cx="25675" cy="18050"/>
              </a:xfrm>
              <a:custGeom>
                <a:avLst/>
                <a:gdLst/>
                <a:ahLst/>
                <a:cxnLst/>
                <a:rect l="l" t="t" r="r" b="b"/>
                <a:pathLst>
                  <a:path w="1027" h="722" extrusionOk="0">
                    <a:moveTo>
                      <a:pt x="638" y="139"/>
                    </a:moveTo>
                    <a:cubicBezTo>
                      <a:pt x="722" y="139"/>
                      <a:pt x="805" y="167"/>
                      <a:pt x="833" y="194"/>
                    </a:cubicBezTo>
                    <a:cubicBezTo>
                      <a:pt x="888" y="222"/>
                      <a:pt x="916" y="277"/>
                      <a:pt x="916" y="361"/>
                    </a:cubicBezTo>
                    <a:cubicBezTo>
                      <a:pt x="916" y="416"/>
                      <a:pt x="888" y="472"/>
                      <a:pt x="833" y="527"/>
                    </a:cubicBezTo>
                    <a:cubicBezTo>
                      <a:pt x="805" y="555"/>
                      <a:pt x="722" y="582"/>
                      <a:pt x="638" y="582"/>
                    </a:cubicBezTo>
                    <a:lnTo>
                      <a:pt x="417" y="582"/>
                    </a:lnTo>
                    <a:cubicBezTo>
                      <a:pt x="306" y="582"/>
                      <a:pt x="250" y="555"/>
                      <a:pt x="195" y="527"/>
                    </a:cubicBezTo>
                    <a:cubicBezTo>
                      <a:pt x="139" y="472"/>
                      <a:pt x="139" y="416"/>
                      <a:pt x="139" y="361"/>
                    </a:cubicBezTo>
                    <a:cubicBezTo>
                      <a:pt x="139" y="277"/>
                      <a:pt x="139" y="222"/>
                      <a:pt x="195" y="194"/>
                    </a:cubicBezTo>
                    <a:cubicBezTo>
                      <a:pt x="250" y="167"/>
                      <a:pt x="306" y="139"/>
                      <a:pt x="417" y="139"/>
                    </a:cubicBezTo>
                    <a:close/>
                    <a:moveTo>
                      <a:pt x="389" y="0"/>
                    </a:moveTo>
                    <a:cubicBezTo>
                      <a:pt x="278" y="0"/>
                      <a:pt x="195" y="28"/>
                      <a:pt x="112" y="83"/>
                    </a:cubicBezTo>
                    <a:cubicBezTo>
                      <a:pt x="56" y="139"/>
                      <a:pt x="1" y="222"/>
                      <a:pt x="1" y="361"/>
                    </a:cubicBezTo>
                    <a:cubicBezTo>
                      <a:pt x="1" y="472"/>
                      <a:pt x="56" y="555"/>
                      <a:pt x="112" y="610"/>
                    </a:cubicBezTo>
                    <a:cubicBezTo>
                      <a:pt x="195" y="666"/>
                      <a:pt x="278" y="721"/>
                      <a:pt x="389" y="721"/>
                    </a:cubicBezTo>
                    <a:lnTo>
                      <a:pt x="638" y="721"/>
                    </a:lnTo>
                    <a:cubicBezTo>
                      <a:pt x="749" y="693"/>
                      <a:pt x="860" y="666"/>
                      <a:pt x="916" y="610"/>
                    </a:cubicBezTo>
                    <a:cubicBezTo>
                      <a:pt x="999" y="555"/>
                      <a:pt x="1027" y="472"/>
                      <a:pt x="1027" y="361"/>
                    </a:cubicBezTo>
                    <a:cubicBezTo>
                      <a:pt x="1027" y="222"/>
                      <a:pt x="999" y="139"/>
                      <a:pt x="916" y="83"/>
                    </a:cubicBezTo>
                    <a:cubicBezTo>
                      <a:pt x="860"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6128575" y="4611300"/>
                <a:ext cx="25675" cy="17350"/>
              </a:xfrm>
              <a:custGeom>
                <a:avLst/>
                <a:gdLst/>
                <a:ahLst/>
                <a:cxnLst/>
                <a:rect l="l" t="t" r="r" b="b"/>
                <a:pathLst>
                  <a:path w="1027" h="694" extrusionOk="0">
                    <a:moveTo>
                      <a:pt x="943" y="1"/>
                    </a:moveTo>
                    <a:cubicBezTo>
                      <a:pt x="916" y="1"/>
                      <a:pt x="916" y="28"/>
                      <a:pt x="916" y="28"/>
                    </a:cubicBezTo>
                    <a:cubicBezTo>
                      <a:pt x="888" y="28"/>
                      <a:pt x="888" y="28"/>
                      <a:pt x="888" y="56"/>
                    </a:cubicBezTo>
                    <a:lnTo>
                      <a:pt x="888" y="500"/>
                    </a:lnTo>
                    <a:lnTo>
                      <a:pt x="611" y="222"/>
                    </a:lnTo>
                    <a:cubicBezTo>
                      <a:pt x="555" y="139"/>
                      <a:pt x="500" y="112"/>
                      <a:pt x="472" y="84"/>
                    </a:cubicBezTo>
                    <a:cubicBezTo>
                      <a:pt x="417" y="56"/>
                      <a:pt x="361" y="28"/>
                      <a:pt x="306" y="28"/>
                    </a:cubicBezTo>
                    <a:cubicBezTo>
                      <a:pt x="223" y="28"/>
                      <a:pt x="139" y="56"/>
                      <a:pt x="84" y="112"/>
                    </a:cubicBezTo>
                    <a:cubicBezTo>
                      <a:pt x="29" y="167"/>
                      <a:pt x="1" y="250"/>
                      <a:pt x="1" y="361"/>
                    </a:cubicBezTo>
                    <a:cubicBezTo>
                      <a:pt x="1" y="417"/>
                      <a:pt x="29" y="472"/>
                      <a:pt x="56" y="527"/>
                    </a:cubicBezTo>
                    <a:cubicBezTo>
                      <a:pt x="84" y="583"/>
                      <a:pt x="112" y="611"/>
                      <a:pt x="167" y="638"/>
                    </a:cubicBezTo>
                    <a:cubicBezTo>
                      <a:pt x="223" y="666"/>
                      <a:pt x="278" y="666"/>
                      <a:pt x="306" y="694"/>
                    </a:cubicBezTo>
                    <a:cubicBezTo>
                      <a:pt x="333" y="694"/>
                      <a:pt x="333" y="666"/>
                      <a:pt x="333" y="666"/>
                    </a:cubicBezTo>
                    <a:cubicBezTo>
                      <a:pt x="333" y="666"/>
                      <a:pt x="333" y="666"/>
                      <a:pt x="333" y="638"/>
                    </a:cubicBezTo>
                    <a:lnTo>
                      <a:pt x="333" y="583"/>
                    </a:lnTo>
                    <a:cubicBezTo>
                      <a:pt x="333" y="583"/>
                      <a:pt x="333" y="555"/>
                      <a:pt x="333" y="555"/>
                    </a:cubicBezTo>
                    <a:lnTo>
                      <a:pt x="306" y="555"/>
                    </a:lnTo>
                    <a:cubicBezTo>
                      <a:pt x="250" y="527"/>
                      <a:pt x="223" y="527"/>
                      <a:pt x="167" y="472"/>
                    </a:cubicBezTo>
                    <a:cubicBezTo>
                      <a:pt x="139" y="444"/>
                      <a:pt x="139" y="417"/>
                      <a:pt x="139" y="361"/>
                    </a:cubicBezTo>
                    <a:cubicBezTo>
                      <a:pt x="139" y="306"/>
                      <a:pt x="139" y="250"/>
                      <a:pt x="167" y="222"/>
                    </a:cubicBezTo>
                    <a:cubicBezTo>
                      <a:pt x="195" y="195"/>
                      <a:pt x="250" y="167"/>
                      <a:pt x="306" y="167"/>
                    </a:cubicBezTo>
                    <a:cubicBezTo>
                      <a:pt x="361" y="167"/>
                      <a:pt x="389" y="195"/>
                      <a:pt x="417" y="195"/>
                    </a:cubicBezTo>
                    <a:cubicBezTo>
                      <a:pt x="472" y="222"/>
                      <a:pt x="500" y="278"/>
                      <a:pt x="583" y="361"/>
                    </a:cubicBezTo>
                    <a:lnTo>
                      <a:pt x="888" y="666"/>
                    </a:lnTo>
                    <a:cubicBezTo>
                      <a:pt x="888" y="694"/>
                      <a:pt x="916" y="694"/>
                      <a:pt x="943" y="694"/>
                    </a:cubicBezTo>
                    <a:lnTo>
                      <a:pt x="999" y="694"/>
                    </a:lnTo>
                    <a:cubicBezTo>
                      <a:pt x="1027" y="694"/>
                      <a:pt x="1027" y="666"/>
                      <a:pt x="1027" y="666"/>
                    </a:cubicBezTo>
                    <a:lnTo>
                      <a:pt x="1027" y="56"/>
                    </a:lnTo>
                    <a:cubicBezTo>
                      <a:pt x="1027" y="28"/>
                      <a:pt x="1027" y="28"/>
                      <a:pt x="999" y="28"/>
                    </a:cubicBezTo>
                    <a:cubicBezTo>
                      <a:pt x="999" y="28"/>
                      <a:pt x="999"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6643694" y="4632100"/>
                <a:ext cx="24975" cy="18050"/>
              </a:xfrm>
              <a:custGeom>
                <a:avLst/>
                <a:gdLst/>
                <a:ahLst/>
                <a:cxnLst/>
                <a:rect l="l" t="t" r="r" b="b"/>
                <a:pathLst>
                  <a:path w="999" h="722" extrusionOk="0">
                    <a:moveTo>
                      <a:pt x="610" y="139"/>
                    </a:moveTo>
                    <a:cubicBezTo>
                      <a:pt x="693" y="139"/>
                      <a:pt x="776" y="167"/>
                      <a:pt x="804" y="194"/>
                    </a:cubicBezTo>
                    <a:cubicBezTo>
                      <a:pt x="860" y="222"/>
                      <a:pt x="887" y="277"/>
                      <a:pt x="887" y="361"/>
                    </a:cubicBezTo>
                    <a:cubicBezTo>
                      <a:pt x="887" y="416"/>
                      <a:pt x="860" y="472"/>
                      <a:pt x="804" y="527"/>
                    </a:cubicBezTo>
                    <a:cubicBezTo>
                      <a:pt x="776" y="555"/>
                      <a:pt x="693" y="582"/>
                      <a:pt x="610" y="582"/>
                    </a:cubicBezTo>
                    <a:lnTo>
                      <a:pt x="388" y="582"/>
                    </a:lnTo>
                    <a:cubicBezTo>
                      <a:pt x="305" y="582"/>
                      <a:pt x="222" y="555"/>
                      <a:pt x="166" y="527"/>
                    </a:cubicBezTo>
                    <a:cubicBezTo>
                      <a:pt x="139" y="472"/>
                      <a:pt x="111" y="416"/>
                      <a:pt x="111" y="361"/>
                    </a:cubicBezTo>
                    <a:cubicBezTo>
                      <a:pt x="111" y="277"/>
                      <a:pt x="139" y="222"/>
                      <a:pt x="166" y="194"/>
                    </a:cubicBezTo>
                    <a:cubicBezTo>
                      <a:pt x="222" y="167"/>
                      <a:pt x="305" y="139"/>
                      <a:pt x="388" y="139"/>
                    </a:cubicBezTo>
                    <a:close/>
                    <a:moveTo>
                      <a:pt x="361" y="0"/>
                    </a:moveTo>
                    <a:cubicBezTo>
                      <a:pt x="250" y="0"/>
                      <a:pt x="166" y="28"/>
                      <a:pt x="83" y="83"/>
                    </a:cubicBezTo>
                    <a:cubicBezTo>
                      <a:pt x="28" y="139"/>
                      <a:pt x="0" y="222"/>
                      <a:pt x="0" y="361"/>
                    </a:cubicBezTo>
                    <a:cubicBezTo>
                      <a:pt x="0" y="472"/>
                      <a:pt x="28" y="555"/>
                      <a:pt x="83" y="610"/>
                    </a:cubicBezTo>
                    <a:cubicBezTo>
                      <a:pt x="166" y="666"/>
                      <a:pt x="250" y="721"/>
                      <a:pt x="361" y="721"/>
                    </a:cubicBezTo>
                    <a:lnTo>
                      <a:pt x="610" y="721"/>
                    </a:lnTo>
                    <a:cubicBezTo>
                      <a:pt x="721" y="693"/>
                      <a:pt x="832" y="666"/>
                      <a:pt x="887" y="610"/>
                    </a:cubicBezTo>
                    <a:cubicBezTo>
                      <a:pt x="971" y="555"/>
                      <a:pt x="998" y="472"/>
                      <a:pt x="998" y="361"/>
                    </a:cubicBezTo>
                    <a:cubicBezTo>
                      <a:pt x="998" y="222"/>
                      <a:pt x="971" y="139"/>
                      <a:pt x="887" y="83"/>
                    </a:cubicBezTo>
                    <a:cubicBezTo>
                      <a:pt x="832" y="28"/>
                      <a:pt x="721" y="0"/>
                      <a:pt x="6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6643556" y="4611300"/>
                <a:ext cx="24975" cy="17350"/>
              </a:xfrm>
              <a:custGeom>
                <a:avLst/>
                <a:gdLst/>
                <a:ahLst/>
                <a:cxnLst/>
                <a:rect l="l" t="t" r="r" b="b"/>
                <a:pathLst>
                  <a:path w="999" h="694" extrusionOk="0">
                    <a:moveTo>
                      <a:pt x="693" y="1"/>
                    </a:moveTo>
                    <a:cubicBezTo>
                      <a:pt x="610" y="1"/>
                      <a:pt x="555" y="28"/>
                      <a:pt x="499" y="84"/>
                    </a:cubicBezTo>
                    <a:cubicBezTo>
                      <a:pt x="444" y="139"/>
                      <a:pt x="416" y="195"/>
                      <a:pt x="416" y="306"/>
                    </a:cubicBezTo>
                    <a:lnTo>
                      <a:pt x="416" y="333"/>
                    </a:lnTo>
                    <a:lnTo>
                      <a:pt x="111" y="56"/>
                    </a:lnTo>
                    <a:cubicBezTo>
                      <a:pt x="111" y="28"/>
                      <a:pt x="83" y="28"/>
                      <a:pt x="83" y="28"/>
                    </a:cubicBezTo>
                    <a:lnTo>
                      <a:pt x="28" y="28"/>
                    </a:lnTo>
                    <a:cubicBezTo>
                      <a:pt x="28" y="28"/>
                      <a:pt x="28" y="28"/>
                      <a:pt x="0" y="56"/>
                    </a:cubicBezTo>
                    <a:lnTo>
                      <a:pt x="0" y="638"/>
                    </a:lnTo>
                    <a:cubicBezTo>
                      <a:pt x="28" y="666"/>
                      <a:pt x="28" y="666"/>
                      <a:pt x="28" y="666"/>
                    </a:cubicBezTo>
                    <a:lnTo>
                      <a:pt x="83" y="666"/>
                    </a:lnTo>
                    <a:cubicBezTo>
                      <a:pt x="83" y="666"/>
                      <a:pt x="111" y="666"/>
                      <a:pt x="111" y="638"/>
                    </a:cubicBezTo>
                    <a:lnTo>
                      <a:pt x="111" y="195"/>
                    </a:lnTo>
                    <a:lnTo>
                      <a:pt x="416" y="472"/>
                    </a:lnTo>
                    <a:cubicBezTo>
                      <a:pt x="444" y="500"/>
                      <a:pt x="444" y="500"/>
                      <a:pt x="471" y="500"/>
                    </a:cubicBezTo>
                    <a:lnTo>
                      <a:pt x="527" y="500"/>
                    </a:lnTo>
                    <a:cubicBezTo>
                      <a:pt x="527" y="472"/>
                      <a:pt x="527" y="472"/>
                      <a:pt x="527" y="472"/>
                    </a:cubicBezTo>
                    <a:lnTo>
                      <a:pt x="527" y="333"/>
                    </a:lnTo>
                    <a:cubicBezTo>
                      <a:pt x="527" y="195"/>
                      <a:pt x="582" y="112"/>
                      <a:pt x="693" y="112"/>
                    </a:cubicBezTo>
                    <a:cubicBezTo>
                      <a:pt x="749" y="112"/>
                      <a:pt x="804" y="139"/>
                      <a:pt x="832" y="195"/>
                    </a:cubicBezTo>
                    <a:cubicBezTo>
                      <a:pt x="860" y="222"/>
                      <a:pt x="887" y="278"/>
                      <a:pt x="887" y="333"/>
                    </a:cubicBezTo>
                    <a:cubicBezTo>
                      <a:pt x="887" y="389"/>
                      <a:pt x="887" y="444"/>
                      <a:pt x="860" y="500"/>
                    </a:cubicBezTo>
                    <a:cubicBezTo>
                      <a:pt x="832" y="527"/>
                      <a:pt x="804" y="555"/>
                      <a:pt x="749" y="583"/>
                    </a:cubicBezTo>
                    <a:lnTo>
                      <a:pt x="721" y="583"/>
                    </a:lnTo>
                    <a:cubicBezTo>
                      <a:pt x="721" y="583"/>
                      <a:pt x="721" y="611"/>
                      <a:pt x="721" y="611"/>
                    </a:cubicBezTo>
                    <a:lnTo>
                      <a:pt x="721" y="666"/>
                    </a:lnTo>
                    <a:cubicBezTo>
                      <a:pt x="721" y="694"/>
                      <a:pt x="721" y="694"/>
                      <a:pt x="749" y="694"/>
                    </a:cubicBezTo>
                    <a:cubicBezTo>
                      <a:pt x="804" y="694"/>
                      <a:pt x="832" y="694"/>
                      <a:pt x="887" y="666"/>
                    </a:cubicBezTo>
                    <a:cubicBezTo>
                      <a:pt x="915" y="638"/>
                      <a:pt x="943" y="583"/>
                      <a:pt x="971" y="527"/>
                    </a:cubicBezTo>
                    <a:cubicBezTo>
                      <a:pt x="998" y="472"/>
                      <a:pt x="998" y="417"/>
                      <a:pt x="998" y="333"/>
                    </a:cubicBezTo>
                    <a:cubicBezTo>
                      <a:pt x="998" y="278"/>
                      <a:pt x="998" y="222"/>
                      <a:pt x="971" y="167"/>
                    </a:cubicBezTo>
                    <a:cubicBezTo>
                      <a:pt x="943" y="112"/>
                      <a:pt x="915" y="56"/>
                      <a:pt x="860" y="28"/>
                    </a:cubicBezTo>
                    <a:cubicBezTo>
                      <a:pt x="832" y="1"/>
                      <a:pt x="776" y="1"/>
                      <a:pt x="6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7157705" y="4632100"/>
                <a:ext cx="24975" cy="18050"/>
              </a:xfrm>
              <a:custGeom>
                <a:avLst/>
                <a:gdLst/>
                <a:ahLst/>
                <a:cxnLst/>
                <a:rect l="l" t="t" r="r" b="b"/>
                <a:pathLst>
                  <a:path w="999" h="722" extrusionOk="0">
                    <a:moveTo>
                      <a:pt x="611" y="139"/>
                    </a:moveTo>
                    <a:cubicBezTo>
                      <a:pt x="694" y="139"/>
                      <a:pt x="777" y="167"/>
                      <a:pt x="833" y="194"/>
                    </a:cubicBezTo>
                    <a:cubicBezTo>
                      <a:pt x="860" y="222"/>
                      <a:pt x="888" y="277"/>
                      <a:pt x="888" y="361"/>
                    </a:cubicBezTo>
                    <a:cubicBezTo>
                      <a:pt x="888" y="416"/>
                      <a:pt x="860" y="472"/>
                      <a:pt x="833" y="527"/>
                    </a:cubicBezTo>
                    <a:cubicBezTo>
                      <a:pt x="777" y="555"/>
                      <a:pt x="694" y="582"/>
                      <a:pt x="611" y="582"/>
                    </a:cubicBezTo>
                    <a:lnTo>
                      <a:pt x="389" y="582"/>
                    </a:lnTo>
                    <a:cubicBezTo>
                      <a:pt x="306" y="582"/>
                      <a:pt x="223" y="555"/>
                      <a:pt x="167" y="527"/>
                    </a:cubicBezTo>
                    <a:cubicBezTo>
                      <a:pt x="139" y="472"/>
                      <a:pt x="112" y="416"/>
                      <a:pt x="112" y="361"/>
                    </a:cubicBezTo>
                    <a:cubicBezTo>
                      <a:pt x="112" y="277"/>
                      <a:pt x="139" y="222"/>
                      <a:pt x="167" y="194"/>
                    </a:cubicBezTo>
                    <a:cubicBezTo>
                      <a:pt x="223" y="167"/>
                      <a:pt x="306" y="139"/>
                      <a:pt x="389" y="139"/>
                    </a:cubicBezTo>
                    <a:close/>
                    <a:moveTo>
                      <a:pt x="389" y="0"/>
                    </a:moveTo>
                    <a:cubicBezTo>
                      <a:pt x="250" y="0"/>
                      <a:pt x="167" y="28"/>
                      <a:pt x="112" y="83"/>
                    </a:cubicBezTo>
                    <a:cubicBezTo>
                      <a:pt x="28" y="139"/>
                      <a:pt x="1" y="222"/>
                      <a:pt x="1" y="361"/>
                    </a:cubicBezTo>
                    <a:cubicBezTo>
                      <a:pt x="1" y="472"/>
                      <a:pt x="28" y="555"/>
                      <a:pt x="112" y="610"/>
                    </a:cubicBezTo>
                    <a:cubicBezTo>
                      <a:pt x="167" y="666"/>
                      <a:pt x="250" y="721"/>
                      <a:pt x="389" y="721"/>
                    </a:cubicBezTo>
                    <a:lnTo>
                      <a:pt x="611" y="721"/>
                    </a:lnTo>
                    <a:cubicBezTo>
                      <a:pt x="749" y="693"/>
                      <a:pt x="833" y="666"/>
                      <a:pt x="916" y="610"/>
                    </a:cubicBezTo>
                    <a:cubicBezTo>
                      <a:pt x="971" y="555"/>
                      <a:pt x="999" y="472"/>
                      <a:pt x="999" y="361"/>
                    </a:cubicBezTo>
                    <a:cubicBezTo>
                      <a:pt x="999" y="222"/>
                      <a:pt x="971" y="139"/>
                      <a:pt x="916" y="83"/>
                    </a:cubicBezTo>
                    <a:cubicBezTo>
                      <a:pt x="833" y="28"/>
                      <a:pt x="749" y="0"/>
                      <a:pt x="6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7157837" y="4609225"/>
                <a:ext cx="24975" cy="19425"/>
              </a:xfrm>
              <a:custGeom>
                <a:avLst/>
                <a:gdLst/>
                <a:ahLst/>
                <a:cxnLst/>
                <a:rect l="l" t="t" r="r" b="b"/>
                <a:pathLst>
                  <a:path w="999" h="777" extrusionOk="0">
                    <a:moveTo>
                      <a:pt x="638" y="277"/>
                    </a:moveTo>
                    <a:lnTo>
                      <a:pt x="638" y="638"/>
                    </a:lnTo>
                    <a:lnTo>
                      <a:pt x="139" y="277"/>
                    </a:lnTo>
                    <a:close/>
                    <a:moveTo>
                      <a:pt x="638" y="0"/>
                    </a:moveTo>
                    <a:cubicBezTo>
                      <a:pt x="638" y="0"/>
                      <a:pt x="638" y="28"/>
                      <a:pt x="638" y="28"/>
                    </a:cubicBezTo>
                    <a:lnTo>
                      <a:pt x="638" y="167"/>
                    </a:lnTo>
                    <a:lnTo>
                      <a:pt x="1" y="167"/>
                    </a:lnTo>
                    <a:cubicBezTo>
                      <a:pt x="1" y="167"/>
                      <a:pt x="1" y="167"/>
                      <a:pt x="1" y="194"/>
                    </a:cubicBezTo>
                    <a:lnTo>
                      <a:pt x="1" y="277"/>
                    </a:lnTo>
                    <a:cubicBezTo>
                      <a:pt x="1" y="305"/>
                      <a:pt x="1" y="305"/>
                      <a:pt x="1" y="305"/>
                    </a:cubicBezTo>
                    <a:cubicBezTo>
                      <a:pt x="28" y="333"/>
                      <a:pt x="28" y="333"/>
                      <a:pt x="28" y="333"/>
                    </a:cubicBezTo>
                    <a:lnTo>
                      <a:pt x="638" y="749"/>
                    </a:lnTo>
                    <a:cubicBezTo>
                      <a:pt x="638" y="777"/>
                      <a:pt x="666" y="777"/>
                      <a:pt x="666" y="777"/>
                    </a:cubicBezTo>
                    <a:lnTo>
                      <a:pt x="749" y="777"/>
                    </a:lnTo>
                    <a:cubicBezTo>
                      <a:pt x="749" y="749"/>
                      <a:pt x="749" y="749"/>
                      <a:pt x="749" y="749"/>
                    </a:cubicBezTo>
                    <a:lnTo>
                      <a:pt x="749" y="277"/>
                    </a:lnTo>
                    <a:lnTo>
                      <a:pt x="999" y="277"/>
                    </a:lnTo>
                    <a:cubicBezTo>
                      <a:pt x="999" y="277"/>
                      <a:pt x="999" y="250"/>
                      <a:pt x="999" y="250"/>
                    </a:cubicBezTo>
                    <a:lnTo>
                      <a:pt x="999" y="194"/>
                    </a:lnTo>
                    <a:cubicBezTo>
                      <a:pt x="999" y="167"/>
                      <a:pt x="999" y="167"/>
                      <a:pt x="999" y="167"/>
                    </a:cubicBezTo>
                    <a:lnTo>
                      <a:pt x="749" y="167"/>
                    </a:lnTo>
                    <a:lnTo>
                      <a:pt x="749" y="28"/>
                    </a:lnTo>
                    <a:cubicBezTo>
                      <a:pt x="749" y="28"/>
                      <a:pt x="749" y="0"/>
                      <a:pt x="7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7671715" y="4632100"/>
                <a:ext cx="25675" cy="18050"/>
              </a:xfrm>
              <a:custGeom>
                <a:avLst/>
                <a:gdLst/>
                <a:ahLst/>
                <a:cxnLst/>
                <a:rect l="l" t="t" r="r" b="b"/>
                <a:pathLst>
                  <a:path w="1027" h="722" extrusionOk="0">
                    <a:moveTo>
                      <a:pt x="611" y="139"/>
                    </a:moveTo>
                    <a:cubicBezTo>
                      <a:pt x="722" y="139"/>
                      <a:pt x="777" y="167"/>
                      <a:pt x="833" y="194"/>
                    </a:cubicBezTo>
                    <a:cubicBezTo>
                      <a:pt x="888" y="222"/>
                      <a:pt x="888" y="277"/>
                      <a:pt x="888" y="361"/>
                    </a:cubicBezTo>
                    <a:cubicBezTo>
                      <a:pt x="888" y="416"/>
                      <a:pt x="888" y="472"/>
                      <a:pt x="833" y="527"/>
                    </a:cubicBezTo>
                    <a:cubicBezTo>
                      <a:pt x="777" y="555"/>
                      <a:pt x="722" y="582"/>
                      <a:pt x="611" y="582"/>
                    </a:cubicBezTo>
                    <a:lnTo>
                      <a:pt x="389" y="582"/>
                    </a:lnTo>
                    <a:cubicBezTo>
                      <a:pt x="306" y="582"/>
                      <a:pt x="223" y="555"/>
                      <a:pt x="195" y="527"/>
                    </a:cubicBezTo>
                    <a:cubicBezTo>
                      <a:pt x="140" y="472"/>
                      <a:pt x="112" y="416"/>
                      <a:pt x="112" y="361"/>
                    </a:cubicBezTo>
                    <a:cubicBezTo>
                      <a:pt x="112" y="277"/>
                      <a:pt x="140" y="222"/>
                      <a:pt x="195" y="194"/>
                    </a:cubicBezTo>
                    <a:cubicBezTo>
                      <a:pt x="223" y="167"/>
                      <a:pt x="306" y="139"/>
                      <a:pt x="389" y="139"/>
                    </a:cubicBezTo>
                    <a:close/>
                    <a:moveTo>
                      <a:pt x="389" y="0"/>
                    </a:moveTo>
                    <a:cubicBezTo>
                      <a:pt x="278" y="0"/>
                      <a:pt x="167" y="28"/>
                      <a:pt x="112" y="83"/>
                    </a:cubicBezTo>
                    <a:cubicBezTo>
                      <a:pt x="29" y="139"/>
                      <a:pt x="1" y="222"/>
                      <a:pt x="1" y="361"/>
                    </a:cubicBezTo>
                    <a:cubicBezTo>
                      <a:pt x="1" y="472"/>
                      <a:pt x="29" y="555"/>
                      <a:pt x="112" y="610"/>
                    </a:cubicBezTo>
                    <a:cubicBezTo>
                      <a:pt x="167" y="666"/>
                      <a:pt x="278" y="721"/>
                      <a:pt x="389" y="721"/>
                    </a:cubicBezTo>
                    <a:lnTo>
                      <a:pt x="639" y="721"/>
                    </a:lnTo>
                    <a:cubicBezTo>
                      <a:pt x="750" y="693"/>
                      <a:pt x="833" y="666"/>
                      <a:pt x="916" y="610"/>
                    </a:cubicBezTo>
                    <a:cubicBezTo>
                      <a:pt x="971" y="555"/>
                      <a:pt x="1027" y="472"/>
                      <a:pt x="1027" y="361"/>
                    </a:cubicBezTo>
                    <a:cubicBezTo>
                      <a:pt x="1027" y="222"/>
                      <a:pt x="971" y="139"/>
                      <a:pt x="916" y="83"/>
                    </a:cubicBezTo>
                    <a:cubicBezTo>
                      <a:pt x="833" y="28"/>
                      <a:pt x="750" y="0"/>
                      <a:pt x="6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7672119" y="4611300"/>
                <a:ext cx="25675" cy="17350"/>
              </a:xfrm>
              <a:custGeom>
                <a:avLst/>
                <a:gdLst/>
                <a:ahLst/>
                <a:cxnLst/>
                <a:rect l="l" t="t" r="r" b="b"/>
                <a:pathLst>
                  <a:path w="1027" h="694" extrusionOk="0">
                    <a:moveTo>
                      <a:pt x="694" y="1"/>
                    </a:moveTo>
                    <a:cubicBezTo>
                      <a:pt x="611" y="1"/>
                      <a:pt x="555" y="1"/>
                      <a:pt x="500" y="28"/>
                    </a:cubicBezTo>
                    <a:cubicBezTo>
                      <a:pt x="472" y="84"/>
                      <a:pt x="417" y="112"/>
                      <a:pt x="417" y="167"/>
                    </a:cubicBezTo>
                    <a:cubicBezTo>
                      <a:pt x="389" y="222"/>
                      <a:pt x="361" y="278"/>
                      <a:pt x="361" y="333"/>
                    </a:cubicBezTo>
                    <a:cubicBezTo>
                      <a:pt x="361" y="417"/>
                      <a:pt x="389" y="472"/>
                      <a:pt x="417" y="527"/>
                    </a:cubicBezTo>
                    <a:lnTo>
                      <a:pt x="140" y="500"/>
                    </a:lnTo>
                    <a:lnTo>
                      <a:pt x="140" y="84"/>
                    </a:lnTo>
                    <a:cubicBezTo>
                      <a:pt x="140" y="84"/>
                      <a:pt x="140" y="84"/>
                      <a:pt x="112" y="56"/>
                    </a:cubicBezTo>
                    <a:lnTo>
                      <a:pt x="29" y="56"/>
                    </a:lnTo>
                    <a:cubicBezTo>
                      <a:pt x="29" y="56"/>
                      <a:pt x="1" y="84"/>
                      <a:pt x="1" y="84"/>
                    </a:cubicBezTo>
                    <a:lnTo>
                      <a:pt x="1" y="583"/>
                    </a:lnTo>
                    <a:cubicBezTo>
                      <a:pt x="1" y="611"/>
                      <a:pt x="29" y="611"/>
                      <a:pt x="56" y="611"/>
                    </a:cubicBezTo>
                    <a:lnTo>
                      <a:pt x="528" y="666"/>
                    </a:lnTo>
                    <a:cubicBezTo>
                      <a:pt x="528" y="666"/>
                      <a:pt x="528" y="666"/>
                      <a:pt x="528" y="638"/>
                    </a:cubicBezTo>
                    <a:cubicBezTo>
                      <a:pt x="555" y="638"/>
                      <a:pt x="555" y="638"/>
                      <a:pt x="555" y="611"/>
                    </a:cubicBezTo>
                    <a:lnTo>
                      <a:pt x="555" y="555"/>
                    </a:lnTo>
                    <a:cubicBezTo>
                      <a:pt x="555" y="555"/>
                      <a:pt x="555" y="527"/>
                      <a:pt x="555" y="527"/>
                    </a:cubicBezTo>
                    <a:cubicBezTo>
                      <a:pt x="528" y="527"/>
                      <a:pt x="528" y="500"/>
                      <a:pt x="528" y="500"/>
                    </a:cubicBezTo>
                    <a:cubicBezTo>
                      <a:pt x="500" y="472"/>
                      <a:pt x="500" y="444"/>
                      <a:pt x="500" y="444"/>
                    </a:cubicBezTo>
                    <a:cubicBezTo>
                      <a:pt x="472" y="417"/>
                      <a:pt x="472" y="389"/>
                      <a:pt x="472" y="361"/>
                    </a:cubicBezTo>
                    <a:cubicBezTo>
                      <a:pt x="472" y="278"/>
                      <a:pt x="500" y="250"/>
                      <a:pt x="528" y="195"/>
                    </a:cubicBezTo>
                    <a:cubicBezTo>
                      <a:pt x="555" y="139"/>
                      <a:pt x="611" y="139"/>
                      <a:pt x="666" y="139"/>
                    </a:cubicBezTo>
                    <a:cubicBezTo>
                      <a:pt x="750" y="139"/>
                      <a:pt x="805" y="139"/>
                      <a:pt x="833" y="195"/>
                    </a:cubicBezTo>
                    <a:cubicBezTo>
                      <a:pt x="888" y="250"/>
                      <a:pt x="888" y="278"/>
                      <a:pt x="888" y="361"/>
                    </a:cubicBezTo>
                    <a:cubicBezTo>
                      <a:pt x="888" y="417"/>
                      <a:pt x="888" y="444"/>
                      <a:pt x="860" y="500"/>
                    </a:cubicBezTo>
                    <a:cubicBezTo>
                      <a:pt x="833" y="527"/>
                      <a:pt x="805" y="555"/>
                      <a:pt x="750" y="555"/>
                    </a:cubicBezTo>
                    <a:cubicBezTo>
                      <a:pt x="722" y="583"/>
                      <a:pt x="722" y="583"/>
                      <a:pt x="722" y="611"/>
                    </a:cubicBezTo>
                    <a:lnTo>
                      <a:pt x="722" y="666"/>
                    </a:lnTo>
                    <a:cubicBezTo>
                      <a:pt x="722" y="666"/>
                      <a:pt x="722" y="694"/>
                      <a:pt x="722" y="694"/>
                    </a:cubicBezTo>
                    <a:lnTo>
                      <a:pt x="750" y="694"/>
                    </a:lnTo>
                    <a:cubicBezTo>
                      <a:pt x="805" y="694"/>
                      <a:pt x="833" y="694"/>
                      <a:pt x="888" y="666"/>
                    </a:cubicBezTo>
                    <a:cubicBezTo>
                      <a:pt x="916" y="638"/>
                      <a:pt x="944" y="583"/>
                      <a:pt x="971" y="527"/>
                    </a:cubicBezTo>
                    <a:cubicBezTo>
                      <a:pt x="999" y="500"/>
                      <a:pt x="1027" y="417"/>
                      <a:pt x="1027" y="361"/>
                    </a:cubicBezTo>
                    <a:cubicBezTo>
                      <a:pt x="1027" y="278"/>
                      <a:pt x="999" y="222"/>
                      <a:pt x="971" y="167"/>
                    </a:cubicBezTo>
                    <a:cubicBezTo>
                      <a:pt x="944" y="112"/>
                      <a:pt x="916" y="84"/>
                      <a:pt x="860" y="28"/>
                    </a:cubicBezTo>
                    <a:cubicBezTo>
                      <a:pt x="805" y="1"/>
                      <a:pt x="750" y="1"/>
                      <a:pt x="6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186425" y="4632100"/>
                <a:ext cx="25675" cy="18050"/>
              </a:xfrm>
              <a:custGeom>
                <a:avLst/>
                <a:gdLst/>
                <a:ahLst/>
                <a:cxnLst/>
                <a:rect l="l" t="t" r="r" b="b"/>
                <a:pathLst>
                  <a:path w="1027" h="722" extrusionOk="0">
                    <a:moveTo>
                      <a:pt x="638" y="139"/>
                    </a:moveTo>
                    <a:cubicBezTo>
                      <a:pt x="721" y="139"/>
                      <a:pt x="777" y="167"/>
                      <a:pt x="832" y="194"/>
                    </a:cubicBezTo>
                    <a:cubicBezTo>
                      <a:pt x="887" y="222"/>
                      <a:pt x="915" y="277"/>
                      <a:pt x="915" y="361"/>
                    </a:cubicBezTo>
                    <a:cubicBezTo>
                      <a:pt x="915" y="416"/>
                      <a:pt x="887" y="472"/>
                      <a:pt x="832" y="527"/>
                    </a:cubicBezTo>
                    <a:cubicBezTo>
                      <a:pt x="777" y="555"/>
                      <a:pt x="721" y="582"/>
                      <a:pt x="638" y="582"/>
                    </a:cubicBezTo>
                    <a:lnTo>
                      <a:pt x="388" y="582"/>
                    </a:lnTo>
                    <a:cubicBezTo>
                      <a:pt x="305" y="582"/>
                      <a:pt x="250" y="555"/>
                      <a:pt x="194" y="527"/>
                    </a:cubicBezTo>
                    <a:cubicBezTo>
                      <a:pt x="139" y="472"/>
                      <a:pt x="111" y="416"/>
                      <a:pt x="111" y="361"/>
                    </a:cubicBezTo>
                    <a:cubicBezTo>
                      <a:pt x="111" y="277"/>
                      <a:pt x="139" y="222"/>
                      <a:pt x="194" y="194"/>
                    </a:cubicBezTo>
                    <a:cubicBezTo>
                      <a:pt x="250" y="167"/>
                      <a:pt x="305" y="139"/>
                      <a:pt x="388" y="139"/>
                    </a:cubicBezTo>
                    <a:close/>
                    <a:moveTo>
                      <a:pt x="388" y="0"/>
                    </a:moveTo>
                    <a:cubicBezTo>
                      <a:pt x="277" y="0"/>
                      <a:pt x="194" y="28"/>
                      <a:pt x="111" y="83"/>
                    </a:cubicBezTo>
                    <a:cubicBezTo>
                      <a:pt x="28" y="139"/>
                      <a:pt x="0" y="222"/>
                      <a:pt x="0" y="361"/>
                    </a:cubicBezTo>
                    <a:cubicBezTo>
                      <a:pt x="0" y="472"/>
                      <a:pt x="28" y="555"/>
                      <a:pt x="111" y="610"/>
                    </a:cubicBezTo>
                    <a:cubicBezTo>
                      <a:pt x="194" y="666"/>
                      <a:pt x="277" y="721"/>
                      <a:pt x="388" y="721"/>
                    </a:cubicBezTo>
                    <a:lnTo>
                      <a:pt x="638" y="721"/>
                    </a:lnTo>
                    <a:cubicBezTo>
                      <a:pt x="749" y="693"/>
                      <a:pt x="832" y="666"/>
                      <a:pt x="915" y="610"/>
                    </a:cubicBezTo>
                    <a:cubicBezTo>
                      <a:pt x="998" y="555"/>
                      <a:pt x="1026" y="472"/>
                      <a:pt x="1026" y="361"/>
                    </a:cubicBezTo>
                    <a:cubicBezTo>
                      <a:pt x="1026" y="222"/>
                      <a:pt x="998" y="139"/>
                      <a:pt x="915" y="83"/>
                    </a:cubicBezTo>
                    <a:cubicBezTo>
                      <a:pt x="832"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8187100" y="4610600"/>
                <a:ext cx="25000" cy="18050"/>
              </a:xfrm>
              <a:custGeom>
                <a:avLst/>
                <a:gdLst/>
                <a:ahLst/>
                <a:cxnLst/>
                <a:rect l="l" t="t" r="r" b="b"/>
                <a:pathLst>
                  <a:path w="1000" h="722" extrusionOk="0">
                    <a:moveTo>
                      <a:pt x="666" y="140"/>
                    </a:moveTo>
                    <a:cubicBezTo>
                      <a:pt x="694" y="140"/>
                      <a:pt x="750" y="140"/>
                      <a:pt x="777" y="167"/>
                    </a:cubicBezTo>
                    <a:cubicBezTo>
                      <a:pt x="805" y="195"/>
                      <a:pt x="833" y="223"/>
                      <a:pt x="860" y="250"/>
                    </a:cubicBezTo>
                    <a:cubicBezTo>
                      <a:pt x="860" y="278"/>
                      <a:pt x="888" y="306"/>
                      <a:pt x="888" y="361"/>
                    </a:cubicBezTo>
                    <a:cubicBezTo>
                      <a:pt x="888" y="389"/>
                      <a:pt x="860" y="445"/>
                      <a:pt x="860" y="472"/>
                    </a:cubicBezTo>
                    <a:cubicBezTo>
                      <a:pt x="833" y="500"/>
                      <a:pt x="805" y="528"/>
                      <a:pt x="777" y="555"/>
                    </a:cubicBezTo>
                    <a:cubicBezTo>
                      <a:pt x="750" y="583"/>
                      <a:pt x="694" y="583"/>
                      <a:pt x="666" y="583"/>
                    </a:cubicBezTo>
                    <a:cubicBezTo>
                      <a:pt x="611" y="583"/>
                      <a:pt x="583" y="583"/>
                      <a:pt x="528" y="555"/>
                    </a:cubicBezTo>
                    <a:cubicBezTo>
                      <a:pt x="500" y="528"/>
                      <a:pt x="472" y="500"/>
                      <a:pt x="472" y="472"/>
                    </a:cubicBezTo>
                    <a:cubicBezTo>
                      <a:pt x="445" y="445"/>
                      <a:pt x="445" y="389"/>
                      <a:pt x="445" y="361"/>
                    </a:cubicBezTo>
                    <a:cubicBezTo>
                      <a:pt x="445" y="334"/>
                      <a:pt x="445" y="278"/>
                      <a:pt x="472" y="250"/>
                    </a:cubicBezTo>
                    <a:cubicBezTo>
                      <a:pt x="472" y="223"/>
                      <a:pt x="500" y="195"/>
                      <a:pt x="528" y="167"/>
                    </a:cubicBezTo>
                    <a:cubicBezTo>
                      <a:pt x="583" y="140"/>
                      <a:pt x="611" y="140"/>
                      <a:pt x="666" y="140"/>
                    </a:cubicBezTo>
                    <a:close/>
                    <a:moveTo>
                      <a:pt x="666" y="1"/>
                    </a:moveTo>
                    <a:cubicBezTo>
                      <a:pt x="583" y="1"/>
                      <a:pt x="528" y="1"/>
                      <a:pt x="500" y="29"/>
                    </a:cubicBezTo>
                    <a:cubicBezTo>
                      <a:pt x="445" y="56"/>
                      <a:pt x="389" y="112"/>
                      <a:pt x="361" y="167"/>
                    </a:cubicBezTo>
                    <a:cubicBezTo>
                      <a:pt x="334" y="223"/>
                      <a:pt x="334" y="278"/>
                      <a:pt x="334" y="334"/>
                    </a:cubicBezTo>
                    <a:cubicBezTo>
                      <a:pt x="334" y="361"/>
                      <a:pt x="334" y="389"/>
                      <a:pt x="334" y="417"/>
                    </a:cubicBezTo>
                    <a:lnTo>
                      <a:pt x="29" y="223"/>
                    </a:lnTo>
                    <a:lnTo>
                      <a:pt x="1" y="223"/>
                    </a:lnTo>
                    <a:cubicBezTo>
                      <a:pt x="1" y="223"/>
                      <a:pt x="1" y="223"/>
                      <a:pt x="1" y="250"/>
                    </a:cubicBezTo>
                    <a:lnTo>
                      <a:pt x="1" y="306"/>
                    </a:lnTo>
                    <a:cubicBezTo>
                      <a:pt x="1" y="306"/>
                      <a:pt x="1" y="334"/>
                      <a:pt x="1" y="334"/>
                    </a:cubicBezTo>
                    <a:cubicBezTo>
                      <a:pt x="1" y="334"/>
                      <a:pt x="1" y="334"/>
                      <a:pt x="1" y="361"/>
                    </a:cubicBezTo>
                    <a:lnTo>
                      <a:pt x="29" y="361"/>
                    </a:lnTo>
                    <a:lnTo>
                      <a:pt x="389" y="639"/>
                    </a:lnTo>
                    <a:cubicBezTo>
                      <a:pt x="500" y="694"/>
                      <a:pt x="583" y="722"/>
                      <a:pt x="666" y="722"/>
                    </a:cubicBezTo>
                    <a:cubicBezTo>
                      <a:pt x="722" y="722"/>
                      <a:pt x="777" y="722"/>
                      <a:pt x="833" y="694"/>
                    </a:cubicBezTo>
                    <a:cubicBezTo>
                      <a:pt x="888" y="666"/>
                      <a:pt x="916" y="611"/>
                      <a:pt x="944" y="555"/>
                    </a:cubicBezTo>
                    <a:cubicBezTo>
                      <a:pt x="971" y="500"/>
                      <a:pt x="999" y="445"/>
                      <a:pt x="999" y="361"/>
                    </a:cubicBezTo>
                    <a:cubicBezTo>
                      <a:pt x="999" y="278"/>
                      <a:pt x="971" y="223"/>
                      <a:pt x="944" y="167"/>
                    </a:cubicBezTo>
                    <a:cubicBezTo>
                      <a:pt x="916" y="112"/>
                      <a:pt x="888" y="56"/>
                      <a:pt x="833" y="29"/>
                    </a:cubicBezTo>
                    <a:cubicBezTo>
                      <a:pt x="777" y="1"/>
                      <a:pt x="722" y="1"/>
                      <a:pt x="6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0" name="Google Shape;60;p3"/>
          <p:cNvSpPr txBox="1">
            <a:spLocks noGrp="1"/>
          </p:cNvSpPr>
          <p:nvPr>
            <p:ph type="title" hasCustomPrompt="1"/>
          </p:nvPr>
        </p:nvSpPr>
        <p:spPr>
          <a:xfrm>
            <a:off x="4064725" y="1001700"/>
            <a:ext cx="1270200" cy="11103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96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61" name="Google Shape;61;p3"/>
          <p:cNvSpPr txBox="1">
            <a:spLocks noGrp="1"/>
          </p:cNvSpPr>
          <p:nvPr>
            <p:ph type="title" idx="2"/>
          </p:nvPr>
        </p:nvSpPr>
        <p:spPr>
          <a:xfrm>
            <a:off x="4064725" y="2285700"/>
            <a:ext cx="4359300" cy="7446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2" name="Google Shape;62;p3"/>
          <p:cNvSpPr txBox="1">
            <a:spLocks noGrp="1"/>
          </p:cNvSpPr>
          <p:nvPr>
            <p:ph type="subTitle" idx="1"/>
          </p:nvPr>
        </p:nvSpPr>
        <p:spPr>
          <a:xfrm>
            <a:off x="4064725" y="3266100"/>
            <a:ext cx="4359300" cy="5526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1"/>
        <p:cNvGrpSpPr/>
        <p:nvPr/>
      </p:nvGrpSpPr>
      <p:grpSpPr>
        <a:xfrm>
          <a:off x="0" y="0"/>
          <a:ext cx="0" cy="0"/>
          <a:chOff x="0" y="0"/>
          <a:chExt cx="0" cy="0"/>
        </a:xfrm>
      </p:grpSpPr>
      <p:grpSp>
        <p:nvGrpSpPr>
          <p:cNvPr id="152" name="Google Shape;152;p7"/>
          <p:cNvGrpSpPr/>
          <p:nvPr/>
        </p:nvGrpSpPr>
        <p:grpSpPr>
          <a:xfrm>
            <a:off x="8669664" y="245588"/>
            <a:ext cx="228825" cy="228825"/>
            <a:chOff x="3023950" y="3689950"/>
            <a:chExt cx="316100" cy="316100"/>
          </a:xfrm>
        </p:grpSpPr>
        <p:sp>
          <p:nvSpPr>
            <p:cNvPr id="153" name="Google Shape;153;p7"/>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7"/>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7"/>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 name="Google Shape;156;p7"/>
          <p:cNvGrpSpPr/>
          <p:nvPr/>
        </p:nvGrpSpPr>
        <p:grpSpPr>
          <a:xfrm>
            <a:off x="245752" y="4669065"/>
            <a:ext cx="228825" cy="228856"/>
            <a:chOff x="3023950" y="3689950"/>
            <a:chExt cx="316100" cy="316100"/>
          </a:xfrm>
        </p:grpSpPr>
        <p:sp>
          <p:nvSpPr>
            <p:cNvPr id="157" name="Google Shape;157;p7"/>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7"/>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 name="Google Shape;160;p7"/>
          <p:cNvSpPr txBox="1">
            <a:spLocks noGrp="1"/>
          </p:cNvSpPr>
          <p:nvPr>
            <p:ph type="title"/>
          </p:nvPr>
        </p:nvSpPr>
        <p:spPr>
          <a:xfrm>
            <a:off x="4809375" y="1324550"/>
            <a:ext cx="3614700" cy="855900"/>
          </a:xfrm>
          <a:prstGeom prst="rect">
            <a:avLst/>
          </a:prstGeom>
        </p:spPr>
        <p:txBody>
          <a:bodyPr spcFirstLastPara="1" wrap="square" lIns="91425" tIns="91425" rIns="91425" bIns="91425" anchor="ctr" anchorCtr="0">
            <a:noAutofit/>
          </a:bodyPr>
          <a:lstStyle>
            <a:lvl1pPr lvl="0" rtl="0">
              <a:spcBef>
                <a:spcPts val="0"/>
              </a:spcBef>
              <a:spcAft>
                <a:spcPts val="0"/>
              </a:spcAft>
              <a:buSzPts val="38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61" name="Google Shape;161;p7"/>
          <p:cNvSpPr txBox="1">
            <a:spLocks noGrp="1"/>
          </p:cNvSpPr>
          <p:nvPr>
            <p:ph type="subTitle" idx="1"/>
          </p:nvPr>
        </p:nvSpPr>
        <p:spPr>
          <a:xfrm>
            <a:off x="4809375" y="2181400"/>
            <a:ext cx="3614700" cy="1863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15"/>
        <p:cNvGrpSpPr/>
        <p:nvPr/>
      </p:nvGrpSpPr>
      <p:grpSpPr>
        <a:xfrm>
          <a:off x="0" y="0"/>
          <a:ext cx="0" cy="0"/>
          <a:chOff x="0" y="0"/>
          <a:chExt cx="0" cy="0"/>
        </a:xfrm>
      </p:grpSpPr>
      <p:sp>
        <p:nvSpPr>
          <p:cNvPr id="216" name="Google Shape;216;p11"/>
          <p:cNvSpPr txBox="1">
            <a:spLocks noGrp="1"/>
          </p:cNvSpPr>
          <p:nvPr>
            <p:ph type="title" hasCustomPrompt="1"/>
          </p:nvPr>
        </p:nvSpPr>
        <p:spPr>
          <a:xfrm>
            <a:off x="720000" y="1973100"/>
            <a:ext cx="7704000" cy="11511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7" name="Google Shape;217;p11"/>
          <p:cNvSpPr txBox="1">
            <a:spLocks noGrp="1"/>
          </p:cNvSpPr>
          <p:nvPr>
            <p:ph type="subTitle" idx="1"/>
          </p:nvPr>
        </p:nvSpPr>
        <p:spPr>
          <a:xfrm>
            <a:off x="1176750" y="3528075"/>
            <a:ext cx="6790500" cy="5640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18" name="Google Shape;218;p11"/>
          <p:cNvGrpSpPr/>
          <p:nvPr/>
        </p:nvGrpSpPr>
        <p:grpSpPr>
          <a:xfrm>
            <a:off x="8669664" y="245588"/>
            <a:ext cx="228825" cy="228825"/>
            <a:chOff x="3023950" y="3689950"/>
            <a:chExt cx="316100" cy="316100"/>
          </a:xfrm>
        </p:grpSpPr>
        <p:sp>
          <p:nvSpPr>
            <p:cNvPr id="219" name="Google Shape;219;p1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 name="Google Shape;222;p11"/>
          <p:cNvGrpSpPr/>
          <p:nvPr/>
        </p:nvGrpSpPr>
        <p:grpSpPr>
          <a:xfrm>
            <a:off x="8669427" y="4669065"/>
            <a:ext cx="228825" cy="228856"/>
            <a:chOff x="3023950" y="3689950"/>
            <a:chExt cx="316100" cy="316100"/>
          </a:xfrm>
        </p:grpSpPr>
        <p:sp>
          <p:nvSpPr>
            <p:cNvPr id="223" name="Google Shape;223;p1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 name="Google Shape;226;p11"/>
          <p:cNvGrpSpPr/>
          <p:nvPr/>
        </p:nvGrpSpPr>
        <p:grpSpPr>
          <a:xfrm>
            <a:off x="245739" y="245588"/>
            <a:ext cx="228825" cy="228825"/>
            <a:chOff x="3023950" y="3689950"/>
            <a:chExt cx="316100" cy="316100"/>
          </a:xfrm>
        </p:grpSpPr>
        <p:sp>
          <p:nvSpPr>
            <p:cNvPr id="227" name="Google Shape;227;p1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 name="Google Shape;230;p11"/>
          <p:cNvGrpSpPr/>
          <p:nvPr/>
        </p:nvGrpSpPr>
        <p:grpSpPr>
          <a:xfrm>
            <a:off x="245752" y="4669065"/>
            <a:ext cx="228825" cy="228856"/>
            <a:chOff x="3023950" y="3689950"/>
            <a:chExt cx="316100" cy="316100"/>
          </a:xfrm>
        </p:grpSpPr>
        <p:sp>
          <p:nvSpPr>
            <p:cNvPr id="231" name="Google Shape;231;p1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11"/>
          <p:cNvSpPr txBox="1"/>
          <p:nvPr/>
        </p:nvSpPr>
        <p:spPr>
          <a:xfrm>
            <a:off x="2347050" y="4735330"/>
            <a:ext cx="4449900" cy="15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Source Code Pro Light"/>
                <a:ea typeface="Source Code Pro Light"/>
                <a:cs typeface="Source Code Pro Light"/>
                <a:sym typeface="Source Code Pro Light"/>
              </a:rPr>
              <a:t>003-1040559    1250 003-77156.8   1760 0009-14563.7   73273  </a:t>
            </a:r>
            <a:endParaRPr sz="800">
              <a:solidFill>
                <a:schemeClr val="lt1"/>
              </a:solidFill>
              <a:latin typeface="Source Code Pro Light"/>
              <a:ea typeface="Source Code Pro Light"/>
              <a:cs typeface="Source Code Pro Light"/>
              <a:sym typeface="Source Code Pro Light"/>
            </a:endParaRPr>
          </a:p>
        </p:txBody>
      </p:sp>
      <p:pic>
        <p:nvPicPr>
          <p:cNvPr id="235" name="Google Shape;235;p11"/>
          <p:cNvPicPr preferRelativeResize="0"/>
          <p:nvPr/>
        </p:nvPicPr>
        <p:blipFill rotWithShape="1">
          <a:blip r:embed="rId2">
            <a:alphaModFix/>
          </a:blip>
          <a:srcRect b="53187"/>
          <a:stretch/>
        </p:blipFill>
        <p:spPr>
          <a:xfrm>
            <a:off x="720000" y="-762000"/>
            <a:ext cx="6972300" cy="2447924"/>
          </a:xfrm>
          <a:prstGeom prst="rect">
            <a:avLst/>
          </a:prstGeom>
          <a:noFill/>
          <a:ln>
            <a:noFill/>
          </a:ln>
        </p:spPr>
      </p:pic>
      <p:pic>
        <p:nvPicPr>
          <p:cNvPr id="236" name="Google Shape;236;p11"/>
          <p:cNvPicPr preferRelativeResize="0"/>
          <p:nvPr/>
        </p:nvPicPr>
        <p:blipFill rotWithShape="1">
          <a:blip r:embed="rId2">
            <a:alphaModFix/>
          </a:blip>
          <a:srcRect b="53187"/>
          <a:stretch/>
        </p:blipFill>
        <p:spPr>
          <a:xfrm flipH="1">
            <a:off x="1176750" y="-863962"/>
            <a:ext cx="6972300" cy="244792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238"/>
        <p:cNvGrpSpPr/>
        <p:nvPr/>
      </p:nvGrpSpPr>
      <p:grpSpPr>
        <a:xfrm>
          <a:off x="0" y="0"/>
          <a:ext cx="0" cy="0"/>
          <a:chOff x="0" y="0"/>
          <a:chExt cx="0" cy="0"/>
        </a:xfrm>
      </p:grpSpPr>
      <p:sp>
        <p:nvSpPr>
          <p:cNvPr id="239" name="Google Shape;239;p13"/>
          <p:cNvSpPr txBox="1">
            <a:spLocks noGrp="1"/>
          </p:cNvSpPr>
          <p:nvPr>
            <p:ph type="title"/>
          </p:nvPr>
        </p:nvSpPr>
        <p:spPr>
          <a:xfrm>
            <a:off x="720000" y="540000"/>
            <a:ext cx="3852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40" name="Google Shape;240;p13"/>
          <p:cNvSpPr txBox="1">
            <a:spLocks noGrp="1"/>
          </p:cNvSpPr>
          <p:nvPr>
            <p:ph type="subTitle" idx="1"/>
          </p:nvPr>
        </p:nvSpPr>
        <p:spPr>
          <a:xfrm>
            <a:off x="685800" y="1919800"/>
            <a:ext cx="3852000" cy="2679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1" name="Google Shape;241;p13"/>
          <p:cNvSpPr txBox="1">
            <a:spLocks noGrp="1"/>
          </p:cNvSpPr>
          <p:nvPr>
            <p:ph type="title" idx="2" hasCustomPrompt="1"/>
          </p:nvPr>
        </p:nvSpPr>
        <p:spPr>
          <a:xfrm>
            <a:off x="4567250" y="1359863"/>
            <a:ext cx="616800" cy="5526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2" name="Google Shape;242;p13"/>
          <p:cNvSpPr txBox="1">
            <a:spLocks noGrp="1"/>
          </p:cNvSpPr>
          <p:nvPr>
            <p:ph type="subTitle" idx="3"/>
          </p:nvPr>
        </p:nvSpPr>
        <p:spPr>
          <a:xfrm>
            <a:off x="2182500" y="1521713"/>
            <a:ext cx="2355300" cy="377100"/>
          </a:xfrm>
          <a:prstGeom prst="rect">
            <a:avLst/>
          </a:prstGeom>
          <a:noFill/>
        </p:spPr>
        <p:txBody>
          <a:bodyPr spcFirstLastPara="1" wrap="square" lIns="91425" tIns="91425" rIns="91425" bIns="91425" anchor="ctr" anchorCtr="0">
            <a:noAutofit/>
          </a:bodyPr>
          <a:lstStyle>
            <a:lvl1pPr lvl="0" algn="r">
              <a:spcBef>
                <a:spcPts val="0"/>
              </a:spcBef>
              <a:spcAft>
                <a:spcPts val="0"/>
              </a:spcAft>
              <a:buSzPts val="2000"/>
              <a:buFont typeface="Teko"/>
              <a:buNone/>
              <a:defRPr sz="2500">
                <a:latin typeface="Teko"/>
                <a:ea typeface="Teko"/>
                <a:cs typeface="Teko"/>
                <a:sym typeface="Tek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13"/>
          <p:cNvSpPr txBox="1">
            <a:spLocks noGrp="1"/>
          </p:cNvSpPr>
          <p:nvPr>
            <p:ph type="subTitle" idx="4"/>
          </p:nvPr>
        </p:nvSpPr>
        <p:spPr>
          <a:xfrm>
            <a:off x="685800" y="2642188"/>
            <a:ext cx="3852000" cy="2679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4" name="Google Shape;244;p13"/>
          <p:cNvSpPr txBox="1">
            <a:spLocks noGrp="1"/>
          </p:cNvSpPr>
          <p:nvPr>
            <p:ph type="title" idx="5" hasCustomPrompt="1"/>
          </p:nvPr>
        </p:nvSpPr>
        <p:spPr>
          <a:xfrm>
            <a:off x="4567250" y="2089600"/>
            <a:ext cx="616800" cy="5526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5" name="Google Shape;245;p13"/>
          <p:cNvSpPr txBox="1">
            <a:spLocks noGrp="1"/>
          </p:cNvSpPr>
          <p:nvPr>
            <p:ph type="subTitle" idx="6"/>
          </p:nvPr>
        </p:nvSpPr>
        <p:spPr>
          <a:xfrm>
            <a:off x="2182500" y="2258263"/>
            <a:ext cx="2355300" cy="3771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000"/>
              <a:buFont typeface="Teko"/>
              <a:buNone/>
              <a:defRPr sz="2500">
                <a:latin typeface="Teko"/>
                <a:ea typeface="Teko"/>
                <a:cs typeface="Teko"/>
                <a:sym typeface="Tek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6" name="Google Shape;246;p13"/>
          <p:cNvSpPr txBox="1">
            <a:spLocks noGrp="1"/>
          </p:cNvSpPr>
          <p:nvPr>
            <p:ph type="subTitle" idx="7"/>
          </p:nvPr>
        </p:nvSpPr>
        <p:spPr>
          <a:xfrm>
            <a:off x="685800" y="3385563"/>
            <a:ext cx="3852000" cy="2679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7" name="Google Shape;247;p13"/>
          <p:cNvSpPr txBox="1">
            <a:spLocks noGrp="1"/>
          </p:cNvSpPr>
          <p:nvPr>
            <p:ph type="title" idx="8" hasCustomPrompt="1"/>
          </p:nvPr>
        </p:nvSpPr>
        <p:spPr>
          <a:xfrm>
            <a:off x="4567250" y="2832963"/>
            <a:ext cx="616800" cy="5526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48" name="Google Shape;248;p13"/>
          <p:cNvSpPr txBox="1">
            <a:spLocks noGrp="1"/>
          </p:cNvSpPr>
          <p:nvPr>
            <p:ph type="subTitle" idx="9"/>
          </p:nvPr>
        </p:nvSpPr>
        <p:spPr>
          <a:xfrm>
            <a:off x="2182500" y="2994813"/>
            <a:ext cx="2355300" cy="3771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000"/>
              <a:buFont typeface="Teko"/>
              <a:buNone/>
              <a:defRPr sz="2500">
                <a:latin typeface="Teko"/>
                <a:ea typeface="Teko"/>
                <a:cs typeface="Teko"/>
                <a:sym typeface="Tek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9" name="Google Shape;249;p13"/>
          <p:cNvSpPr txBox="1">
            <a:spLocks noGrp="1"/>
          </p:cNvSpPr>
          <p:nvPr>
            <p:ph type="subTitle" idx="13"/>
          </p:nvPr>
        </p:nvSpPr>
        <p:spPr>
          <a:xfrm>
            <a:off x="685800" y="4128938"/>
            <a:ext cx="3852000" cy="2679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0" name="Google Shape;250;p13"/>
          <p:cNvSpPr txBox="1">
            <a:spLocks noGrp="1"/>
          </p:cNvSpPr>
          <p:nvPr>
            <p:ph type="title" idx="14" hasCustomPrompt="1"/>
          </p:nvPr>
        </p:nvSpPr>
        <p:spPr>
          <a:xfrm>
            <a:off x="4567250" y="3576338"/>
            <a:ext cx="616800" cy="5526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251" name="Google Shape;251;p13"/>
          <p:cNvSpPr txBox="1">
            <a:spLocks noGrp="1"/>
          </p:cNvSpPr>
          <p:nvPr>
            <p:ph type="subTitle" idx="15"/>
          </p:nvPr>
        </p:nvSpPr>
        <p:spPr>
          <a:xfrm>
            <a:off x="2182500" y="3738188"/>
            <a:ext cx="2355300" cy="3771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2000"/>
              <a:buFont typeface="Teko"/>
              <a:buNone/>
              <a:defRPr sz="2500">
                <a:latin typeface="Teko"/>
                <a:ea typeface="Teko"/>
                <a:cs typeface="Teko"/>
                <a:sym typeface="Tek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252" name="Google Shape;252;p13"/>
          <p:cNvGrpSpPr/>
          <p:nvPr/>
        </p:nvGrpSpPr>
        <p:grpSpPr>
          <a:xfrm>
            <a:off x="8669664" y="245588"/>
            <a:ext cx="228825" cy="228825"/>
            <a:chOff x="3023950" y="3689950"/>
            <a:chExt cx="316100" cy="316100"/>
          </a:xfrm>
        </p:grpSpPr>
        <p:sp>
          <p:nvSpPr>
            <p:cNvPr id="253" name="Google Shape;253;p13"/>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3"/>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256;p13"/>
          <p:cNvGrpSpPr/>
          <p:nvPr/>
        </p:nvGrpSpPr>
        <p:grpSpPr>
          <a:xfrm>
            <a:off x="8669427" y="4669065"/>
            <a:ext cx="228825" cy="228856"/>
            <a:chOff x="3023950" y="3689950"/>
            <a:chExt cx="316100" cy="316100"/>
          </a:xfrm>
        </p:grpSpPr>
        <p:sp>
          <p:nvSpPr>
            <p:cNvPr id="257" name="Google Shape;257;p13"/>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3"/>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3"/>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13"/>
          <p:cNvGrpSpPr/>
          <p:nvPr/>
        </p:nvGrpSpPr>
        <p:grpSpPr>
          <a:xfrm>
            <a:off x="245739" y="245588"/>
            <a:ext cx="228825" cy="228825"/>
            <a:chOff x="3023950" y="3689950"/>
            <a:chExt cx="316100" cy="316100"/>
          </a:xfrm>
        </p:grpSpPr>
        <p:sp>
          <p:nvSpPr>
            <p:cNvPr id="261" name="Google Shape;261;p13"/>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3"/>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3"/>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264;p13"/>
          <p:cNvGrpSpPr/>
          <p:nvPr/>
        </p:nvGrpSpPr>
        <p:grpSpPr>
          <a:xfrm>
            <a:off x="245752" y="4669065"/>
            <a:ext cx="228825" cy="228856"/>
            <a:chOff x="3023950" y="3689950"/>
            <a:chExt cx="316100" cy="316100"/>
          </a:xfrm>
        </p:grpSpPr>
        <p:sp>
          <p:nvSpPr>
            <p:cNvPr id="265" name="Google Shape;265;p13"/>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8" name="Google Shape;268;p13"/>
          <p:cNvSpPr txBox="1"/>
          <p:nvPr/>
        </p:nvSpPr>
        <p:spPr>
          <a:xfrm rot="-5400000">
            <a:off x="6518739" y="2494638"/>
            <a:ext cx="4449900" cy="15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Source Code Pro Light"/>
                <a:ea typeface="Source Code Pro Light"/>
                <a:cs typeface="Source Code Pro Light"/>
                <a:sym typeface="Source Code Pro Light"/>
              </a:rPr>
              <a:t>003-1040559    1250 003-77156.8   1760 0009-14563.7   73273  </a:t>
            </a:r>
            <a:endParaRPr sz="800">
              <a:solidFill>
                <a:schemeClr val="lt1"/>
              </a:solidFill>
              <a:latin typeface="Source Code Pro Light"/>
              <a:ea typeface="Source Code Pro Light"/>
              <a:cs typeface="Source Code Pro Light"/>
              <a:sym typeface="Source Code Pro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357"/>
        <p:cNvGrpSpPr/>
        <p:nvPr/>
      </p:nvGrpSpPr>
      <p:grpSpPr>
        <a:xfrm>
          <a:off x="0" y="0"/>
          <a:ext cx="0" cy="0"/>
          <a:chOff x="0" y="0"/>
          <a:chExt cx="0" cy="0"/>
        </a:xfrm>
      </p:grpSpPr>
      <p:sp>
        <p:nvSpPr>
          <p:cNvPr id="358" name="Google Shape;358;p17"/>
          <p:cNvSpPr txBox="1">
            <a:spLocks noGrp="1"/>
          </p:cNvSpPr>
          <p:nvPr>
            <p:ph type="title"/>
          </p:nvPr>
        </p:nvSpPr>
        <p:spPr>
          <a:xfrm>
            <a:off x="1456050" y="3414150"/>
            <a:ext cx="6239100" cy="580500"/>
          </a:xfrm>
          <a:prstGeom prst="rect">
            <a:avLst/>
          </a:prstGeom>
        </p:spPr>
        <p:txBody>
          <a:bodyPr spcFirstLastPara="1" wrap="square" lIns="91425" tIns="91425" rIns="91425" bIns="91425" anchor="t" anchorCtr="0">
            <a:noAutofit/>
          </a:bodyPr>
          <a:lstStyle>
            <a:lvl1pPr lvl="0" algn="ctr">
              <a:spcBef>
                <a:spcPts val="0"/>
              </a:spcBef>
              <a:spcAft>
                <a:spcPts val="0"/>
              </a:spcAft>
              <a:buSzPts val="2000"/>
              <a:buNone/>
              <a:defRPr sz="2500"/>
            </a:lvl1pPr>
            <a:lvl2pPr lvl="1">
              <a:spcBef>
                <a:spcPts val="0"/>
              </a:spcBef>
              <a:spcAft>
                <a:spcPts val="0"/>
              </a:spcAft>
              <a:buSzPts val="3500"/>
              <a:buNone/>
              <a:defRPr>
                <a:latin typeface="Source Code Pro Light"/>
                <a:ea typeface="Source Code Pro Light"/>
                <a:cs typeface="Source Code Pro Light"/>
                <a:sym typeface="Source Code Pro Light"/>
              </a:defRPr>
            </a:lvl2pPr>
            <a:lvl3pPr lvl="2">
              <a:spcBef>
                <a:spcPts val="0"/>
              </a:spcBef>
              <a:spcAft>
                <a:spcPts val="0"/>
              </a:spcAft>
              <a:buSzPts val="3500"/>
              <a:buNone/>
              <a:defRPr>
                <a:latin typeface="Source Code Pro Light"/>
                <a:ea typeface="Source Code Pro Light"/>
                <a:cs typeface="Source Code Pro Light"/>
                <a:sym typeface="Source Code Pro Light"/>
              </a:defRPr>
            </a:lvl3pPr>
            <a:lvl4pPr lvl="3">
              <a:spcBef>
                <a:spcPts val="0"/>
              </a:spcBef>
              <a:spcAft>
                <a:spcPts val="0"/>
              </a:spcAft>
              <a:buSzPts val="3500"/>
              <a:buNone/>
              <a:defRPr>
                <a:latin typeface="Source Code Pro Light"/>
                <a:ea typeface="Source Code Pro Light"/>
                <a:cs typeface="Source Code Pro Light"/>
                <a:sym typeface="Source Code Pro Light"/>
              </a:defRPr>
            </a:lvl4pPr>
            <a:lvl5pPr lvl="4">
              <a:spcBef>
                <a:spcPts val="0"/>
              </a:spcBef>
              <a:spcAft>
                <a:spcPts val="0"/>
              </a:spcAft>
              <a:buSzPts val="3500"/>
              <a:buNone/>
              <a:defRPr>
                <a:latin typeface="Source Code Pro Light"/>
                <a:ea typeface="Source Code Pro Light"/>
                <a:cs typeface="Source Code Pro Light"/>
                <a:sym typeface="Source Code Pro Light"/>
              </a:defRPr>
            </a:lvl5pPr>
            <a:lvl6pPr lvl="5">
              <a:spcBef>
                <a:spcPts val="0"/>
              </a:spcBef>
              <a:spcAft>
                <a:spcPts val="0"/>
              </a:spcAft>
              <a:buSzPts val="3500"/>
              <a:buNone/>
              <a:defRPr>
                <a:latin typeface="Source Code Pro Light"/>
                <a:ea typeface="Source Code Pro Light"/>
                <a:cs typeface="Source Code Pro Light"/>
                <a:sym typeface="Source Code Pro Light"/>
              </a:defRPr>
            </a:lvl6pPr>
            <a:lvl7pPr lvl="6">
              <a:spcBef>
                <a:spcPts val="0"/>
              </a:spcBef>
              <a:spcAft>
                <a:spcPts val="0"/>
              </a:spcAft>
              <a:buSzPts val="3500"/>
              <a:buNone/>
              <a:defRPr>
                <a:latin typeface="Source Code Pro Light"/>
                <a:ea typeface="Source Code Pro Light"/>
                <a:cs typeface="Source Code Pro Light"/>
                <a:sym typeface="Source Code Pro Light"/>
              </a:defRPr>
            </a:lvl7pPr>
            <a:lvl8pPr lvl="7">
              <a:spcBef>
                <a:spcPts val="0"/>
              </a:spcBef>
              <a:spcAft>
                <a:spcPts val="0"/>
              </a:spcAft>
              <a:buSzPts val="3500"/>
              <a:buNone/>
              <a:defRPr>
                <a:latin typeface="Source Code Pro Light"/>
                <a:ea typeface="Source Code Pro Light"/>
                <a:cs typeface="Source Code Pro Light"/>
                <a:sym typeface="Source Code Pro Light"/>
              </a:defRPr>
            </a:lvl8pPr>
            <a:lvl9pPr lvl="8">
              <a:spcBef>
                <a:spcPts val="0"/>
              </a:spcBef>
              <a:spcAft>
                <a:spcPts val="0"/>
              </a:spcAft>
              <a:buSzPts val="3500"/>
              <a:buNone/>
              <a:defRPr>
                <a:latin typeface="Source Code Pro Light"/>
                <a:ea typeface="Source Code Pro Light"/>
                <a:cs typeface="Source Code Pro Light"/>
                <a:sym typeface="Source Code Pro Light"/>
              </a:defRPr>
            </a:lvl9pPr>
          </a:lstStyle>
          <a:p>
            <a:endParaRPr/>
          </a:p>
        </p:txBody>
      </p:sp>
      <p:sp>
        <p:nvSpPr>
          <p:cNvPr id="359" name="Google Shape;359;p17"/>
          <p:cNvSpPr txBox="1">
            <a:spLocks noGrp="1"/>
          </p:cNvSpPr>
          <p:nvPr>
            <p:ph type="subTitle" idx="1"/>
          </p:nvPr>
        </p:nvSpPr>
        <p:spPr>
          <a:xfrm>
            <a:off x="964850" y="1148850"/>
            <a:ext cx="7214400" cy="20598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grpSp>
        <p:nvGrpSpPr>
          <p:cNvPr id="360" name="Google Shape;360;p17"/>
          <p:cNvGrpSpPr/>
          <p:nvPr/>
        </p:nvGrpSpPr>
        <p:grpSpPr>
          <a:xfrm>
            <a:off x="8669664" y="245588"/>
            <a:ext cx="228825" cy="228825"/>
            <a:chOff x="3023950" y="3689950"/>
            <a:chExt cx="316100" cy="316100"/>
          </a:xfrm>
        </p:grpSpPr>
        <p:sp>
          <p:nvSpPr>
            <p:cNvPr id="361" name="Google Shape;361;p17"/>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7"/>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7"/>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4" name="Google Shape;364;p17"/>
          <p:cNvGrpSpPr/>
          <p:nvPr/>
        </p:nvGrpSpPr>
        <p:grpSpPr>
          <a:xfrm>
            <a:off x="8669427" y="4669065"/>
            <a:ext cx="228825" cy="228856"/>
            <a:chOff x="3023950" y="3689950"/>
            <a:chExt cx="316100" cy="316100"/>
          </a:xfrm>
        </p:grpSpPr>
        <p:sp>
          <p:nvSpPr>
            <p:cNvPr id="365" name="Google Shape;365;p17"/>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7"/>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7"/>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 name="Google Shape;368;p17"/>
          <p:cNvGrpSpPr/>
          <p:nvPr/>
        </p:nvGrpSpPr>
        <p:grpSpPr>
          <a:xfrm>
            <a:off x="245739" y="245588"/>
            <a:ext cx="228825" cy="228825"/>
            <a:chOff x="3023950" y="3689950"/>
            <a:chExt cx="316100" cy="316100"/>
          </a:xfrm>
        </p:grpSpPr>
        <p:sp>
          <p:nvSpPr>
            <p:cNvPr id="369" name="Google Shape;369;p17"/>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7"/>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7"/>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72;p17"/>
          <p:cNvGrpSpPr/>
          <p:nvPr/>
        </p:nvGrpSpPr>
        <p:grpSpPr>
          <a:xfrm>
            <a:off x="245752" y="4669065"/>
            <a:ext cx="228825" cy="228856"/>
            <a:chOff x="3023950" y="3689950"/>
            <a:chExt cx="316100" cy="316100"/>
          </a:xfrm>
        </p:grpSpPr>
        <p:sp>
          <p:nvSpPr>
            <p:cNvPr id="373" name="Google Shape;373;p17"/>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7"/>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7"/>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2">
  <p:cSld name="CUSTOM_4_1_1">
    <p:spTree>
      <p:nvGrpSpPr>
        <p:cNvPr id="1" name="Shape 830"/>
        <p:cNvGrpSpPr/>
        <p:nvPr/>
      </p:nvGrpSpPr>
      <p:grpSpPr>
        <a:xfrm>
          <a:off x="0" y="0"/>
          <a:ext cx="0" cy="0"/>
          <a:chOff x="0" y="0"/>
          <a:chExt cx="0" cy="0"/>
        </a:xfrm>
      </p:grpSpPr>
      <p:sp>
        <p:nvSpPr>
          <p:cNvPr id="831" name="Google Shape;831;p36"/>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atin typeface="Source Code Pro Light"/>
                <a:ea typeface="Source Code Pro Light"/>
                <a:cs typeface="Source Code Pro Light"/>
                <a:sym typeface="Source Code Pro Light"/>
              </a:defRPr>
            </a:lvl2pPr>
            <a:lvl3pPr lvl="2" rtl="0">
              <a:spcBef>
                <a:spcPts val="0"/>
              </a:spcBef>
              <a:spcAft>
                <a:spcPts val="0"/>
              </a:spcAft>
              <a:buSzPts val="3500"/>
              <a:buNone/>
              <a:defRPr>
                <a:latin typeface="Source Code Pro Light"/>
                <a:ea typeface="Source Code Pro Light"/>
                <a:cs typeface="Source Code Pro Light"/>
                <a:sym typeface="Source Code Pro Light"/>
              </a:defRPr>
            </a:lvl3pPr>
            <a:lvl4pPr lvl="3" rtl="0">
              <a:spcBef>
                <a:spcPts val="0"/>
              </a:spcBef>
              <a:spcAft>
                <a:spcPts val="0"/>
              </a:spcAft>
              <a:buSzPts val="3500"/>
              <a:buNone/>
              <a:defRPr>
                <a:latin typeface="Source Code Pro Light"/>
                <a:ea typeface="Source Code Pro Light"/>
                <a:cs typeface="Source Code Pro Light"/>
                <a:sym typeface="Source Code Pro Light"/>
              </a:defRPr>
            </a:lvl4pPr>
            <a:lvl5pPr lvl="4" rtl="0">
              <a:spcBef>
                <a:spcPts val="0"/>
              </a:spcBef>
              <a:spcAft>
                <a:spcPts val="0"/>
              </a:spcAft>
              <a:buSzPts val="3500"/>
              <a:buNone/>
              <a:defRPr>
                <a:latin typeface="Source Code Pro Light"/>
                <a:ea typeface="Source Code Pro Light"/>
                <a:cs typeface="Source Code Pro Light"/>
                <a:sym typeface="Source Code Pro Light"/>
              </a:defRPr>
            </a:lvl5pPr>
            <a:lvl6pPr lvl="5" rtl="0">
              <a:spcBef>
                <a:spcPts val="0"/>
              </a:spcBef>
              <a:spcAft>
                <a:spcPts val="0"/>
              </a:spcAft>
              <a:buSzPts val="3500"/>
              <a:buNone/>
              <a:defRPr>
                <a:latin typeface="Source Code Pro Light"/>
                <a:ea typeface="Source Code Pro Light"/>
                <a:cs typeface="Source Code Pro Light"/>
                <a:sym typeface="Source Code Pro Light"/>
              </a:defRPr>
            </a:lvl6pPr>
            <a:lvl7pPr lvl="6" rtl="0">
              <a:spcBef>
                <a:spcPts val="0"/>
              </a:spcBef>
              <a:spcAft>
                <a:spcPts val="0"/>
              </a:spcAft>
              <a:buSzPts val="3500"/>
              <a:buNone/>
              <a:defRPr>
                <a:latin typeface="Source Code Pro Light"/>
                <a:ea typeface="Source Code Pro Light"/>
                <a:cs typeface="Source Code Pro Light"/>
                <a:sym typeface="Source Code Pro Light"/>
              </a:defRPr>
            </a:lvl7pPr>
            <a:lvl8pPr lvl="7" rtl="0">
              <a:spcBef>
                <a:spcPts val="0"/>
              </a:spcBef>
              <a:spcAft>
                <a:spcPts val="0"/>
              </a:spcAft>
              <a:buSzPts val="3500"/>
              <a:buNone/>
              <a:defRPr>
                <a:latin typeface="Source Code Pro Light"/>
                <a:ea typeface="Source Code Pro Light"/>
                <a:cs typeface="Source Code Pro Light"/>
                <a:sym typeface="Source Code Pro Light"/>
              </a:defRPr>
            </a:lvl8pPr>
            <a:lvl9pPr lvl="8" rtl="0">
              <a:spcBef>
                <a:spcPts val="0"/>
              </a:spcBef>
              <a:spcAft>
                <a:spcPts val="0"/>
              </a:spcAft>
              <a:buSzPts val="3500"/>
              <a:buNone/>
              <a:defRPr>
                <a:latin typeface="Source Code Pro Light"/>
                <a:ea typeface="Source Code Pro Light"/>
                <a:cs typeface="Source Code Pro Light"/>
                <a:sym typeface="Source Code Pro Light"/>
              </a:defRPr>
            </a:lvl9pPr>
          </a:lstStyle>
          <a:p>
            <a:endParaRPr/>
          </a:p>
        </p:txBody>
      </p:sp>
      <p:sp>
        <p:nvSpPr>
          <p:cNvPr id="832" name="Google Shape;832;p36"/>
          <p:cNvSpPr txBox="1">
            <a:spLocks noGrp="1"/>
          </p:cNvSpPr>
          <p:nvPr>
            <p:ph type="title" idx="2"/>
          </p:nvPr>
        </p:nvSpPr>
        <p:spPr>
          <a:xfrm>
            <a:off x="3043975" y="1490048"/>
            <a:ext cx="1284000" cy="414600"/>
          </a:xfrm>
          <a:prstGeom prst="rect">
            <a:avLst/>
          </a:prstGeom>
          <a:ln w="9525" cap="flat" cmpd="sng">
            <a:solidFill>
              <a:schemeClr val="lt1"/>
            </a:solidFill>
            <a:prstDash val="solid"/>
            <a:round/>
            <a:headEnd type="none" w="sm" len="sm"/>
            <a:tailEnd type="none" w="sm" len="sm"/>
          </a:ln>
        </p:spPr>
        <p:txBody>
          <a:bodyPr spcFirstLastPara="1" wrap="square" lIns="0" tIns="182875" rIns="0" bIns="0" anchor="ctr" anchorCtr="0">
            <a:noAutofit/>
          </a:bodyPr>
          <a:lstStyle>
            <a:lvl1pPr lvl="0" algn="ctr" rtl="0">
              <a:spcBef>
                <a:spcPts val="0"/>
              </a:spcBef>
              <a:spcAft>
                <a:spcPts val="0"/>
              </a:spcAft>
              <a:buSzPts val="2000"/>
              <a:buNone/>
              <a:defRPr sz="2500"/>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833" name="Google Shape;833;p36"/>
          <p:cNvSpPr txBox="1">
            <a:spLocks noGrp="1"/>
          </p:cNvSpPr>
          <p:nvPr>
            <p:ph type="title" idx="3"/>
          </p:nvPr>
        </p:nvSpPr>
        <p:spPr>
          <a:xfrm>
            <a:off x="3043975" y="2676793"/>
            <a:ext cx="1284000" cy="353700"/>
          </a:xfrm>
          <a:prstGeom prst="rect">
            <a:avLst/>
          </a:prstGeom>
          <a:ln w="9525" cap="flat" cmpd="sng">
            <a:solidFill>
              <a:schemeClr val="lt1"/>
            </a:solidFill>
            <a:prstDash val="solid"/>
            <a:round/>
            <a:headEnd type="none" w="sm" len="sm"/>
            <a:tailEnd type="none" w="sm" len="sm"/>
          </a:ln>
        </p:spPr>
        <p:txBody>
          <a:bodyPr spcFirstLastPara="1" wrap="square" lIns="0" tIns="182875" rIns="0" bIns="0" anchor="ctr" anchorCtr="0">
            <a:noAutofit/>
          </a:bodyPr>
          <a:lstStyle>
            <a:lvl1pPr lvl="0" algn="ctr" rtl="0">
              <a:spcBef>
                <a:spcPts val="0"/>
              </a:spcBef>
              <a:spcAft>
                <a:spcPts val="0"/>
              </a:spcAft>
              <a:buSzPts val="2000"/>
              <a:buNone/>
              <a:defRPr sz="2500"/>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834" name="Google Shape;834;p36"/>
          <p:cNvSpPr txBox="1">
            <a:spLocks noGrp="1"/>
          </p:cNvSpPr>
          <p:nvPr>
            <p:ph type="title" idx="4"/>
          </p:nvPr>
        </p:nvSpPr>
        <p:spPr>
          <a:xfrm>
            <a:off x="3043975" y="3823548"/>
            <a:ext cx="1284000" cy="353700"/>
          </a:xfrm>
          <a:prstGeom prst="rect">
            <a:avLst/>
          </a:prstGeom>
          <a:ln w="9525" cap="flat" cmpd="sng">
            <a:solidFill>
              <a:schemeClr val="lt1"/>
            </a:solidFill>
            <a:prstDash val="solid"/>
            <a:round/>
            <a:headEnd type="none" w="sm" len="sm"/>
            <a:tailEnd type="none" w="sm" len="sm"/>
          </a:ln>
        </p:spPr>
        <p:txBody>
          <a:bodyPr spcFirstLastPara="1" wrap="square" lIns="0" tIns="182875" rIns="0" bIns="0" anchor="ctr" anchorCtr="0">
            <a:noAutofit/>
          </a:bodyPr>
          <a:lstStyle>
            <a:lvl1pPr lvl="0" algn="ctr" rtl="0">
              <a:spcBef>
                <a:spcPts val="0"/>
              </a:spcBef>
              <a:spcAft>
                <a:spcPts val="0"/>
              </a:spcAft>
              <a:buSzPts val="2000"/>
              <a:buNone/>
              <a:defRPr sz="2500"/>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835" name="Google Shape;835;p36"/>
          <p:cNvSpPr txBox="1">
            <a:spLocks noGrp="1"/>
          </p:cNvSpPr>
          <p:nvPr>
            <p:ph type="subTitle" idx="1"/>
          </p:nvPr>
        </p:nvSpPr>
        <p:spPr>
          <a:xfrm>
            <a:off x="5216275" y="1449400"/>
            <a:ext cx="2837400" cy="49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36" name="Google Shape;836;p36"/>
          <p:cNvSpPr txBox="1">
            <a:spLocks noGrp="1"/>
          </p:cNvSpPr>
          <p:nvPr>
            <p:ph type="subTitle" idx="5"/>
          </p:nvPr>
        </p:nvSpPr>
        <p:spPr>
          <a:xfrm>
            <a:off x="5216275" y="2605696"/>
            <a:ext cx="2837400" cy="49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37" name="Google Shape;837;p36"/>
          <p:cNvSpPr txBox="1">
            <a:spLocks noGrp="1"/>
          </p:cNvSpPr>
          <p:nvPr>
            <p:ph type="subTitle" idx="6"/>
          </p:nvPr>
        </p:nvSpPr>
        <p:spPr>
          <a:xfrm>
            <a:off x="5216275" y="3752450"/>
            <a:ext cx="2837400" cy="49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838" name="Google Shape;838;p36"/>
          <p:cNvGrpSpPr/>
          <p:nvPr/>
        </p:nvGrpSpPr>
        <p:grpSpPr>
          <a:xfrm>
            <a:off x="8669664" y="245588"/>
            <a:ext cx="228825" cy="228825"/>
            <a:chOff x="3023950" y="3689950"/>
            <a:chExt cx="316100" cy="316100"/>
          </a:xfrm>
        </p:grpSpPr>
        <p:sp>
          <p:nvSpPr>
            <p:cNvPr id="839" name="Google Shape;839;p36"/>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6"/>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6"/>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 name="Google Shape;842;p36"/>
          <p:cNvGrpSpPr/>
          <p:nvPr/>
        </p:nvGrpSpPr>
        <p:grpSpPr>
          <a:xfrm>
            <a:off x="8669427" y="4669065"/>
            <a:ext cx="228825" cy="228856"/>
            <a:chOff x="3023950" y="3689950"/>
            <a:chExt cx="316100" cy="316100"/>
          </a:xfrm>
        </p:grpSpPr>
        <p:sp>
          <p:nvSpPr>
            <p:cNvPr id="843" name="Google Shape;843;p36"/>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6"/>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6"/>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 name="Google Shape;846;p36"/>
          <p:cNvGrpSpPr/>
          <p:nvPr/>
        </p:nvGrpSpPr>
        <p:grpSpPr>
          <a:xfrm>
            <a:off x="245739" y="245588"/>
            <a:ext cx="228825" cy="228825"/>
            <a:chOff x="3023950" y="3689950"/>
            <a:chExt cx="316100" cy="316100"/>
          </a:xfrm>
        </p:grpSpPr>
        <p:sp>
          <p:nvSpPr>
            <p:cNvPr id="847" name="Google Shape;847;p36"/>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6"/>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6"/>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 name="Google Shape;850;p36"/>
          <p:cNvGrpSpPr/>
          <p:nvPr/>
        </p:nvGrpSpPr>
        <p:grpSpPr>
          <a:xfrm>
            <a:off x="245752" y="4669065"/>
            <a:ext cx="228825" cy="228856"/>
            <a:chOff x="3023950" y="3689950"/>
            <a:chExt cx="316100" cy="316100"/>
          </a:xfrm>
        </p:grpSpPr>
        <p:sp>
          <p:nvSpPr>
            <p:cNvPr id="851" name="Google Shape;851;p36"/>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6"/>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6"/>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4" name="Google Shape;854;p36"/>
          <p:cNvSpPr txBox="1"/>
          <p:nvPr/>
        </p:nvSpPr>
        <p:spPr>
          <a:xfrm rot="-5400000">
            <a:off x="6518739" y="2494638"/>
            <a:ext cx="4449900" cy="15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Source Code Pro Light"/>
                <a:ea typeface="Source Code Pro Light"/>
                <a:cs typeface="Source Code Pro Light"/>
                <a:sym typeface="Source Code Pro Light"/>
              </a:rPr>
              <a:t>003-1040559    1250 003-77156.8   1760 0009-14563.7   73273  </a:t>
            </a:r>
            <a:endParaRPr sz="800">
              <a:solidFill>
                <a:schemeClr val="lt1"/>
              </a:solidFill>
              <a:latin typeface="Source Code Pro Light"/>
              <a:ea typeface="Source Code Pro Light"/>
              <a:cs typeface="Source Code Pro Light"/>
              <a:sym typeface="Source Code Pro Light"/>
            </a:endParaRPr>
          </a:p>
        </p:txBody>
      </p:sp>
      <p:sp>
        <p:nvSpPr>
          <p:cNvPr id="855" name="Google Shape;855;p36"/>
          <p:cNvSpPr txBox="1">
            <a:spLocks noGrp="1"/>
          </p:cNvSpPr>
          <p:nvPr>
            <p:ph type="title" idx="7" hasCustomPrompt="1"/>
          </p:nvPr>
        </p:nvSpPr>
        <p:spPr>
          <a:xfrm>
            <a:off x="1298797" y="1390298"/>
            <a:ext cx="874200" cy="614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25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856" name="Google Shape;856;p36"/>
          <p:cNvSpPr txBox="1">
            <a:spLocks noGrp="1"/>
          </p:cNvSpPr>
          <p:nvPr>
            <p:ph type="title" idx="8" hasCustomPrompt="1"/>
          </p:nvPr>
        </p:nvSpPr>
        <p:spPr>
          <a:xfrm>
            <a:off x="1298797" y="2546593"/>
            <a:ext cx="874200" cy="614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25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857" name="Google Shape;857;p36"/>
          <p:cNvSpPr txBox="1">
            <a:spLocks noGrp="1"/>
          </p:cNvSpPr>
          <p:nvPr>
            <p:ph type="title" idx="9" hasCustomPrompt="1"/>
          </p:nvPr>
        </p:nvSpPr>
        <p:spPr>
          <a:xfrm>
            <a:off x="1298797" y="3693348"/>
            <a:ext cx="874200" cy="614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25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CUSTOM_6">
    <p:spTree>
      <p:nvGrpSpPr>
        <p:cNvPr id="1" name="Shape 954"/>
        <p:cNvGrpSpPr/>
        <p:nvPr/>
      </p:nvGrpSpPr>
      <p:grpSpPr>
        <a:xfrm>
          <a:off x="0" y="0"/>
          <a:ext cx="0" cy="0"/>
          <a:chOff x="0" y="0"/>
          <a:chExt cx="0" cy="0"/>
        </a:xfrm>
      </p:grpSpPr>
      <p:sp>
        <p:nvSpPr>
          <p:cNvPr id="955" name="Google Shape;955;p41"/>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atin typeface="Source Code Pro Light"/>
                <a:ea typeface="Source Code Pro Light"/>
                <a:cs typeface="Source Code Pro Light"/>
                <a:sym typeface="Source Code Pro Light"/>
              </a:defRPr>
            </a:lvl2pPr>
            <a:lvl3pPr lvl="2" rtl="0">
              <a:spcBef>
                <a:spcPts val="0"/>
              </a:spcBef>
              <a:spcAft>
                <a:spcPts val="0"/>
              </a:spcAft>
              <a:buSzPts val="3500"/>
              <a:buNone/>
              <a:defRPr>
                <a:latin typeface="Source Code Pro Light"/>
                <a:ea typeface="Source Code Pro Light"/>
                <a:cs typeface="Source Code Pro Light"/>
                <a:sym typeface="Source Code Pro Light"/>
              </a:defRPr>
            </a:lvl3pPr>
            <a:lvl4pPr lvl="3" rtl="0">
              <a:spcBef>
                <a:spcPts val="0"/>
              </a:spcBef>
              <a:spcAft>
                <a:spcPts val="0"/>
              </a:spcAft>
              <a:buSzPts val="3500"/>
              <a:buNone/>
              <a:defRPr>
                <a:latin typeface="Source Code Pro Light"/>
                <a:ea typeface="Source Code Pro Light"/>
                <a:cs typeface="Source Code Pro Light"/>
                <a:sym typeface="Source Code Pro Light"/>
              </a:defRPr>
            </a:lvl4pPr>
            <a:lvl5pPr lvl="4" rtl="0">
              <a:spcBef>
                <a:spcPts val="0"/>
              </a:spcBef>
              <a:spcAft>
                <a:spcPts val="0"/>
              </a:spcAft>
              <a:buSzPts val="3500"/>
              <a:buNone/>
              <a:defRPr>
                <a:latin typeface="Source Code Pro Light"/>
                <a:ea typeface="Source Code Pro Light"/>
                <a:cs typeface="Source Code Pro Light"/>
                <a:sym typeface="Source Code Pro Light"/>
              </a:defRPr>
            </a:lvl5pPr>
            <a:lvl6pPr lvl="5" rtl="0">
              <a:spcBef>
                <a:spcPts val="0"/>
              </a:spcBef>
              <a:spcAft>
                <a:spcPts val="0"/>
              </a:spcAft>
              <a:buSzPts val="3500"/>
              <a:buNone/>
              <a:defRPr>
                <a:latin typeface="Source Code Pro Light"/>
                <a:ea typeface="Source Code Pro Light"/>
                <a:cs typeface="Source Code Pro Light"/>
                <a:sym typeface="Source Code Pro Light"/>
              </a:defRPr>
            </a:lvl6pPr>
            <a:lvl7pPr lvl="6" rtl="0">
              <a:spcBef>
                <a:spcPts val="0"/>
              </a:spcBef>
              <a:spcAft>
                <a:spcPts val="0"/>
              </a:spcAft>
              <a:buSzPts val="3500"/>
              <a:buNone/>
              <a:defRPr>
                <a:latin typeface="Source Code Pro Light"/>
                <a:ea typeface="Source Code Pro Light"/>
                <a:cs typeface="Source Code Pro Light"/>
                <a:sym typeface="Source Code Pro Light"/>
              </a:defRPr>
            </a:lvl7pPr>
            <a:lvl8pPr lvl="7" rtl="0">
              <a:spcBef>
                <a:spcPts val="0"/>
              </a:spcBef>
              <a:spcAft>
                <a:spcPts val="0"/>
              </a:spcAft>
              <a:buSzPts val="3500"/>
              <a:buNone/>
              <a:defRPr>
                <a:latin typeface="Source Code Pro Light"/>
                <a:ea typeface="Source Code Pro Light"/>
                <a:cs typeface="Source Code Pro Light"/>
                <a:sym typeface="Source Code Pro Light"/>
              </a:defRPr>
            </a:lvl8pPr>
            <a:lvl9pPr lvl="8" rtl="0">
              <a:spcBef>
                <a:spcPts val="0"/>
              </a:spcBef>
              <a:spcAft>
                <a:spcPts val="0"/>
              </a:spcAft>
              <a:buSzPts val="3500"/>
              <a:buNone/>
              <a:defRPr>
                <a:latin typeface="Source Code Pro Light"/>
                <a:ea typeface="Source Code Pro Light"/>
                <a:cs typeface="Source Code Pro Light"/>
                <a:sym typeface="Source Code Pro Light"/>
              </a:defRPr>
            </a:lvl9pPr>
          </a:lstStyle>
          <a:p>
            <a:endParaRPr/>
          </a:p>
        </p:txBody>
      </p:sp>
      <p:sp>
        <p:nvSpPr>
          <p:cNvPr id="956" name="Google Shape;956;p41"/>
          <p:cNvSpPr txBox="1">
            <a:spLocks noGrp="1"/>
          </p:cNvSpPr>
          <p:nvPr>
            <p:ph type="title" idx="2"/>
          </p:nvPr>
        </p:nvSpPr>
        <p:spPr>
          <a:xfrm>
            <a:off x="815400" y="1660725"/>
            <a:ext cx="2279700" cy="424200"/>
          </a:xfrm>
          <a:prstGeom prst="rect">
            <a:avLst/>
          </a:prstGeom>
        </p:spPr>
        <p:txBody>
          <a:bodyPr spcFirstLastPara="1" wrap="square" lIns="0" tIns="182875" rIns="0" bIns="0" anchor="ctr" anchorCtr="0">
            <a:noAutofit/>
          </a:bodyPr>
          <a:lstStyle>
            <a:lvl1pPr lvl="0" algn="ctr" rtl="0">
              <a:spcBef>
                <a:spcPts val="0"/>
              </a:spcBef>
              <a:spcAft>
                <a:spcPts val="0"/>
              </a:spcAft>
              <a:buSzPts val="2000"/>
              <a:buNone/>
              <a:defRPr sz="2500"/>
            </a:lvl1pPr>
            <a:lvl2pPr lvl="1" algn="ctr" rtl="0">
              <a:spcBef>
                <a:spcPts val="0"/>
              </a:spcBef>
              <a:spcAft>
                <a:spcPts val="0"/>
              </a:spcAft>
              <a:buClr>
                <a:schemeClr val="dk1"/>
              </a:buClr>
              <a:buSzPts val="2000"/>
              <a:buNone/>
              <a:defRPr sz="2000">
                <a:solidFill>
                  <a:schemeClr val="dk1"/>
                </a:solidFill>
              </a:defRPr>
            </a:lvl2pPr>
            <a:lvl3pPr lvl="2" algn="ctr" rtl="0">
              <a:spcBef>
                <a:spcPts val="0"/>
              </a:spcBef>
              <a:spcAft>
                <a:spcPts val="0"/>
              </a:spcAft>
              <a:buClr>
                <a:schemeClr val="dk1"/>
              </a:buClr>
              <a:buSzPts val="2000"/>
              <a:buNone/>
              <a:defRPr sz="2000">
                <a:solidFill>
                  <a:schemeClr val="dk1"/>
                </a:solidFill>
              </a:defRPr>
            </a:lvl3pPr>
            <a:lvl4pPr lvl="3" algn="ctr" rtl="0">
              <a:spcBef>
                <a:spcPts val="0"/>
              </a:spcBef>
              <a:spcAft>
                <a:spcPts val="0"/>
              </a:spcAft>
              <a:buClr>
                <a:schemeClr val="dk1"/>
              </a:buClr>
              <a:buSzPts val="2000"/>
              <a:buNone/>
              <a:defRPr sz="2000">
                <a:solidFill>
                  <a:schemeClr val="dk1"/>
                </a:solidFill>
              </a:defRPr>
            </a:lvl4pPr>
            <a:lvl5pPr lvl="4" algn="ctr" rtl="0">
              <a:spcBef>
                <a:spcPts val="0"/>
              </a:spcBef>
              <a:spcAft>
                <a:spcPts val="0"/>
              </a:spcAft>
              <a:buClr>
                <a:schemeClr val="dk1"/>
              </a:buClr>
              <a:buSzPts val="2000"/>
              <a:buNone/>
              <a:defRPr sz="2000">
                <a:solidFill>
                  <a:schemeClr val="dk1"/>
                </a:solidFill>
              </a:defRPr>
            </a:lvl5pPr>
            <a:lvl6pPr lvl="5" algn="ctr" rtl="0">
              <a:spcBef>
                <a:spcPts val="0"/>
              </a:spcBef>
              <a:spcAft>
                <a:spcPts val="0"/>
              </a:spcAft>
              <a:buClr>
                <a:schemeClr val="dk1"/>
              </a:buClr>
              <a:buSzPts val="2000"/>
              <a:buNone/>
              <a:defRPr sz="2000">
                <a:solidFill>
                  <a:schemeClr val="dk1"/>
                </a:solidFill>
              </a:defRPr>
            </a:lvl6pPr>
            <a:lvl7pPr lvl="6" algn="ctr" rtl="0">
              <a:spcBef>
                <a:spcPts val="0"/>
              </a:spcBef>
              <a:spcAft>
                <a:spcPts val="0"/>
              </a:spcAft>
              <a:buClr>
                <a:schemeClr val="dk1"/>
              </a:buClr>
              <a:buSzPts val="2000"/>
              <a:buNone/>
              <a:defRPr sz="2000">
                <a:solidFill>
                  <a:schemeClr val="dk1"/>
                </a:solidFill>
              </a:defRPr>
            </a:lvl7pPr>
            <a:lvl8pPr lvl="7" algn="ctr" rtl="0">
              <a:spcBef>
                <a:spcPts val="0"/>
              </a:spcBef>
              <a:spcAft>
                <a:spcPts val="0"/>
              </a:spcAft>
              <a:buClr>
                <a:schemeClr val="dk1"/>
              </a:buClr>
              <a:buSzPts val="2000"/>
              <a:buNone/>
              <a:defRPr sz="2000">
                <a:solidFill>
                  <a:schemeClr val="dk1"/>
                </a:solidFill>
              </a:defRPr>
            </a:lvl8pPr>
            <a:lvl9pPr lvl="8" algn="ctr" rtl="0">
              <a:spcBef>
                <a:spcPts val="0"/>
              </a:spcBef>
              <a:spcAft>
                <a:spcPts val="0"/>
              </a:spcAft>
              <a:buClr>
                <a:schemeClr val="dk1"/>
              </a:buClr>
              <a:buSzPts val="2000"/>
              <a:buNone/>
              <a:defRPr sz="2000">
                <a:solidFill>
                  <a:schemeClr val="dk1"/>
                </a:solidFill>
              </a:defRPr>
            </a:lvl9pPr>
          </a:lstStyle>
          <a:p>
            <a:endParaRPr/>
          </a:p>
        </p:txBody>
      </p:sp>
      <p:sp>
        <p:nvSpPr>
          <p:cNvPr id="957" name="Google Shape;957;p41"/>
          <p:cNvSpPr txBox="1">
            <a:spLocks noGrp="1"/>
          </p:cNvSpPr>
          <p:nvPr>
            <p:ph type="title" idx="3"/>
          </p:nvPr>
        </p:nvSpPr>
        <p:spPr>
          <a:xfrm>
            <a:off x="3432075" y="1660700"/>
            <a:ext cx="2279700" cy="424200"/>
          </a:xfrm>
          <a:prstGeom prst="rect">
            <a:avLst/>
          </a:prstGeom>
        </p:spPr>
        <p:txBody>
          <a:bodyPr spcFirstLastPara="1" wrap="square" lIns="0" tIns="182875" rIns="0" bIns="0" anchor="ctr" anchorCtr="0">
            <a:noAutofit/>
          </a:bodyPr>
          <a:lstStyle>
            <a:lvl1pPr lvl="0" algn="ctr" rtl="0">
              <a:spcBef>
                <a:spcPts val="0"/>
              </a:spcBef>
              <a:spcAft>
                <a:spcPts val="0"/>
              </a:spcAft>
              <a:buSzPts val="2000"/>
              <a:buNone/>
              <a:defRPr sz="2500"/>
            </a:lvl1pPr>
            <a:lvl2pPr lvl="1" algn="ctr" rtl="0">
              <a:spcBef>
                <a:spcPts val="0"/>
              </a:spcBef>
              <a:spcAft>
                <a:spcPts val="0"/>
              </a:spcAft>
              <a:buClr>
                <a:schemeClr val="dk1"/>
              </a:buClr>
              <a:buSzPts val="2000"/>
              <a:buNone/>
              <a:defRPr sz="2000">
                <a:solidFill>
                  <a:schemeClr val="dk1"/>
                </a:solidFill>
              </a:defRPr>
            </a:lvl2pPr>
            <a:lvl3pPr lvl="2" algn="ctr" rtl="0">
              <a:spcBef>
                <a:spcPts val="0"/>
              </a:spcBef>
              <a:spcAft>
                <a:spcPts val="0"/>
              </a:spcAft>
              <a:buClr>
                <a:schemeClr val="dk1"/>
              </a:buClr>
              <a:buSzPts val="2000"/>
              <a:buNone/>
              <a:defRPr sz="2000">
                <a:solidFill>
                  <a:schemeClr val="dk1"/>
                </a:solidFill>
              </a:defRPr>
            </a:lvl3pPr>
            <a:lvl4pPr lvl="3" algn="ctr" rtl="0">
              <a:spcBef>
                <a:spcPts val="0"/>
              </a:spcBef>
              <a:spcAft>
                <a:spcPts val="0"/>
              </a:spcAft>
              <a:buClr>
                <a:schemeClr val="dk1"/>
              </a:buClr>
              <a:buSzPts val="2000"/>
              <a:buNone/>
              <a:defRPr sz="2000">
                <a:solidFill>
                  <a:schemeClr val="dk1"/>
                </a:solidFill>
              </a:defRPr>
            </a:lvl4pPr>
            <a:lvl5pPr lvl="4" algn="ctr" rtl="0">
              <a:spcBef>
                <a:spcPts val="0"/>
              </a:spcBef>
              <a:spcAft>
                <a:spcPts val="0"/>
              </a:spcAft>
              <a:buClr>
                <a:schemeClr val="dk1"/>
              </a:buClr>
              <a:buSzPts val="2000"/>
              <a:buNone/>
              <a:defRPr sz="2000">
                <a:solidFill>
                  <a:schemeClr val="dk1"/>
                </a:solidFill>
              </a:defRPr>
            </a:lvl5pPr>
            <a:lvl6pPr lvl="5" algn="ctr" rtl="0">
              <a:spcBef>
                <a:spcPts val="0"/>
              </a:spcBef>
              <a:spcAft>
                <a:spcPts val="0"/>
              </a:spcAft>
              <a:buClr>
                <a:schemeClr val="dk1"/>
              </a:buClr>
              <a:buSzPts val="2000"/>
              <a:buNone/>
              <a:defRPr sz="2000">
                <a:solidFill>
                  <a:schemeClr val="dk1"/>
                </a:solidFill>
              </a:defRPr>
            </a:lvl6pPr>
            <a:lvl7pPr lvl="6" algn="ctr" rtl="0">
              <a:spcBef>
                <a:spcPts val="0"/>
              </a:spcBef>
              <a:spcAft>
                <a:spcPts val="0"/>
              </a:spcAft>
              <a:buClr>
                <a:schemeClr val="dk1"/>
              </a:buClr>
              <a:buSzPts val="2000"/>
              <a:buNone/>
              <a:defRPr sz="2000">
                <a:solidFill>
                  <a:schemeClr val="dk1"/>
                </a:solidFill>
              </a:defRPr>
            </a:lvl7pPr>
            <a:lvl8pPr lvl="7" algn="ctr" rtl="0">
              <a:spcBef>
                <a:spcPts val="0"/>
              </a:spcBef>
              <a:spcAft>
                <a:spcPts val="0"/>
              </a:spcAft>
              <a:buClr>
                <a:schemeClr val="dk1"/>
              </a:buClr>
              <a:buSzPts val="2000"/>
              <a:buNone/>
              <a:defRPr sz="2000">
                <a:solidFill>
                  <a:schemeClr val="dk1"/>
                </a:solidFill>
              </a:defRPr>
            </a:lvl8pPr>
            <a:lvl9pPr lvl="8" algn="ctr" rtl="0">
              <a:spcBef>
                <a:spcPts val="0"/>
              </a:spcBef>
              <a:spcAft>
                <a:spcPts val="0"/>
              </a:spcAft>
              <a:buClr>
                <a:schemeClr val="dk1"/>
              </a:buClr>
              <a:buSzPts val="2000"/>
              <a:buNone/>
              <a:defRPr sz="2000">
                <a:solidFill>
                  <a:schemeClr val="dk1"/>
                </a:solidFill>
              </a:defRPr>
            </a:lvl9pPr>
          </a:lstStyle>
          <a:p>
            <a:endParaRPr/>
          </a:p>
        </p:txBody>
      </p:sp>
      <p:sp>
        <p:nvSpPr>
          <p:cNvPr id="958" name="Google Shape;958;p41"/>
          <p:cNvSpPr txBox="1">
            <a:spLocks noGrp="1"/>
          </p:cNvSpPr>
          <p:nvPr>
            <p:ph type="title" idx="4"/>
          </p:nvPr>
        </p:nvSpPr>
        <p:spPr>
          <a:xfrm>
            <a:off x="6019850" y="1660700"/>
            <a:ext cx="2279700" cy="424200"/>
          </a:xfrm>
          <a:prstGeom prst="rect">
            <a:avLst/>
          </a:prstGeom>
        </p:spPr>
        <p:txBody>
          <a:bodyPr spcFirstLastPara="1" wrap="square" lIns="0" tIns="182875" rIns="0" bIns="0" anchor="ctr" anchorCtr="0">
            <a:noAutofit/>
          </a:bodyPr>
          <a:lstStyle>
            <a:lvl1pPr lvl="0" algn="ctr" rtl="0">
              <a:spcBef>
                <a:spcPts val="0"/>
              </a:spcBef>
              <a:spcAft>
                <a:spcPts val="0"/>
              </a:spcAft>
              <a:buSzPts val="2000"/>
              <a:buNone/>
              <a:defRPr sz="2500"/>
            </a:lvl1pPr>
            <a:lvl2pPr lvl="1" algn="ctr" rtl="0">
              <a:spcBef>
                <a:spcPts val="0"/>
              </a:spcBef>
              <a:spcAft>
                <a:spcPts val="0"/>
              </a:spcAft>
              <a:buClr>
                <a:schemeClr val="dk1"/>
              </a:buClr>
              <a:buSzPts val="2000"/>
              <a:buNone/>
              <a:defRPr sz="2000">
                <a:solidFill>
                  <a:schemeClr val="dk1"/>
                </a:solidFill>
              </a:defRPr>
            </a:lvl2pPr>
            <a:lvl3pPr lvl="2" algn="ctr" rtl="0">
              <a:spcBef>
                <a:spcPts val="0"/>
              </a:spcBef>
              <a:spcAft>
                <a:spcPts val="0"/>
              </a:spcAft>
              <a:buClr>
                <a:schemeClr val="dk1"/>
              </a:buClr>
              <a:buSzPts val="2000"/>
              <a:buNone/>
              <a:defRPr sz="2000">
                <a:solidFill>
                  <a:schemeClr val="dk1"/>
                </a:solidFill>
              </a:defRPr>
            </a:lvl3pPr>
            <a:lvl4pPr lvl="3" algn="ctr" rtl="0">
              <a:spcBef>
                <a:spcPts val="0"/>
              </a:spcBef>
              <a:spcAft>
                <a:spcPts val="0"/>
              </a:spcAft>
              <a:buClr>
                <a:schemeClr val="dk1"/>
              </a:buClr>
              <a:buSzPts val="2000"/>
              <a:buNone/>
              <a:defRPr sz="2000">
                <a:solidFill>
                  <a:schemeClr val="dk1"/>
                </a:solidFill>
              </a:defRPr>
            </a:lvl4pPr>
            <a:lvl5pPr lvl="4" algn="ctr" rtl="0">
              <a:spcBef>
                <a:spcPts val="0"/>
              </a:spcBef>
              <a:spcAft>
                <a:spcPts val="0"/>
              </a:spcAft>
              <a:buClr>
                <a:schemeClr val="dk1"/>
              </a:buClr>
              <a:buSzPts val="2000"/>
              <a:buNone/>
              <a:defRPr sz="2000">
                <a:solidFill>
                  <a:schemeClr val="dk1"/>
                </a:solidFill>
              </a:defRPr>
            </a:lvl5pPr>
            <a:lvl6pPr lvl="5" algn="ctr" rtl="0">
              <a:spcBef>
                <a:spcPts val="0"/>
              </a:spcBef>
              <a:spcAft>
                <a:spcPts val="0"/>
              </a:spcAft>
              <a:buClr>
                <a:schemeClr val="dk1"/>
              </a:buClr>
              <a:buSzPts val="2000"/>
              <a:buNone/>
              <a:defRPr sz="2000">
                <a:solidFill>
                  <a:schemeClr val="dk1"/>
                </a:solidFill>
              </a:defRPr>
            </a:lvl6pPr>
            <a:lvl7pPr lvl="6" algn="ctr" rtl="0">
              <a:spcBef>
                <a:spcPts val="0"/>
              </a:spcBef>
              <a:spcAft>
                <a:spcPts val="0"/>
              </a:spcAft>
              <a:buClr>
                <a:schemeClr val="dk1"/>
              </a:buClr>
              <a:buSzPts val="2000"/>
              <a:buNone/>
              <a:defRPr sz="2000">
                <a:solidFill>
                  <a:schemeClr val="dk1"/>
                </a:solidFill>
              </a:defRPr>
            </a:lvl7pPr>
            <a:lvl8pPr lvl="7" algn="ctr" rtl="0">
              <a:spcBef>
                <a:spcPts val="0"/>
              </a:spcBef>
              <a:spcAft>
                <a:spcPts val="0"/>
              </a:spcAft>
              <a:buClr>
                <a:schemeClr val="dk1"/>
              </a:buClr>
              <a:buSzPts val="2000"/>
              <a:buNone/>
              <a:defRPr sz="2000">
                <a:solidFill>
                  <a:schemeClr val="dk1"/>
                </a:solidFill>
              </a:defRPr>
            </a:lvl8pPr>
            <a:lvl9pPr lvl="8" algn="ctr" rtl="0">
              <a:spcBef>
                <a:spcPts val="0"/>
              </a:spcBef>
              <a:spcAft>
                <a:spcPts val="0"/>
              </a:spcAft>
              <a:buClr>
                <a:schemeClr val="dk1"/>
              </a:buClr>
              <a:buSzPts val="2000"/>
              <a:buNone/>
              <a:defRPr sz="2000">
                <a:solidFill>
                  <a:schemeClr val="dk1"/>
                </a:solidFill>
              </a:defRPr>
            </a:lvl9pPr>
          </a:lstStyle>
          <a:p>
            <a:endParaRPr/>
          </a:p>
        </p:txBody>
      </p:sp>
      <p:sp>
        <p:nvSpPr>
          <p:cNvPr id="959" name="Google Shape;959;p41"/>
          <p:cNvSpPr txBox="1">
            <a:spLocks noGrp="1"/>
          </p:cNvSpPr>
          <p:nvPr>
            <p:ph type="subTitle" idx="1"/>
          </p:nvPr>
        </p:nvSpPr>
        <p:spPr>
          <a:xfrm>
            <a:off x="815550" y="2189418"/>
            <a:ext cx="2279700" cy="6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60" name="Google Shape;960;p41"/>
          <p:cNvSpPr txBox="1">
            <a:spLocks noGrp="1"/>
          </p:cNvSpPr>
          <p:nvPr>
            <p:ph type="subTitle" idx="5"/>
          </p:nvPr>
        </p:nvSpPr>
        <p:spPr>
          <a:xfrm>
            <a:off x="3432213" y="2189425"/>
            <a:ext cx="2279700" cy="6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61" name="Google Shape;961;p41"/>
          <p:cNvSpPr txBox="1">
            <a:spLocks noGrp="1"/>
          </p:cNvSpPr>
          <p:nvPr>
            <p:ph type="subTitle" idx="6"/>
          </p:nvPr>
        </p:nvSpPr>
        <p:spPr>
          <a:xfrm>
            <a:off x="6019850" y="2189425"/>
            <a:ext cx="2279700" cy="6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62" name="Google Shape;962;p41"/>
          <p:cNvSpPr txBox="1">
            <a:spLocks noGrp="1"/>
          </p:cNvSpPr>
          <p:nvPr>
            <p:ph type="title" idx="7"/>
          </p:nvPr>
        </p:nvSpPr>
        <p:spPr>
          <a:xfrm>
            <a:off x="815400" y="3138375"/>
            <a:ext cx="2279700" cy="424200"/>
          </a:xfrm>
          <a:prstGeom prst="rect">
            <a:avLst/>
          </a:prstGeom>
        </p:spPr>
        <p:txBody>
          <a:bodyPr spcFirstLastPara="1" wrap="square" lIns="0" tIns="182875" rIns="0" bIns="0" anchor="ctr" anchorCtr="0">
            <a:noAutofit/>
          </a:bodyPr>
          <a:lstStyle>
            <a:lvl1pPr lvl="0" algn="ctr" rtl="0">
              <a:spcBef>
                <a:spcPts val="0"/>
              </a:spcBef>
              <a:spcAft>
                <a:spcPts val="0"/>
              </a:spcAft>
              <a:buSzPts val="2000"/>
              <a:buNone/>
              <a:defRPr sz="2500"/>
            </a:lvl1pPr>
            <a:lvl2pPr lvl="1" algn="ctr" rtl="0">
              <a:spcBef>
                <a:spcPts val="0"/>
              </a:spcBef>
              <a:spcAft>
                <a:spcPts val="0"/>
              </a:spcAft>
              <a:buClr>
                <a:schemeClr val="dk1"/>
              </a:buClr>
              <a:buSzPts val="2000"/>
              <a:buNone/>
              <a:defRPr sz="2000">
                <a:solidFill>
                  <a:schemeClr val="dk1"/>
                </a:solidFill>
              </a:defRPr>
            </a:lvl2pPr>
            <a:lvl3pPr lvl="2" algn="ctr" rtl="0">
              <a:spcBef>
                <a:spcPts val="0"/>
              </a:spcBef>
              <a:spcAft>
                <a:spcPts val="0"/>
              </a:spcAft>
              <a:buClr>
                <a:schemeClr val="dk1"/>
              </a:buClr>
              <a:buSzPts val="2000"/>
              <a:buNone/>
              <a:defRPr sz="2000">
                <a:solidFill>
                  <a:schemeClr val="dk1"/>
                </a:solidFill>
              </a:defRPr>
            </a:lvl3pPr>
            <a:lvl4pPr lvl="3" algn="ctr" rtl="0">
              <a:spcBef>
                <a:spcPts val="0"/>
              </a:spcBef>
              <a:spcAft>
                <a:spcPts val="0"/>
              </a:spcAft>
              <a:buClr>
                <a:schemeClr val="dk1"/>
              </a:buClr>
              <a:buSzPts val="2000"/>
              <a:buNone/>
              <a:defRPr sz="2000">
                <a:solidFill>
                  <a:schemeClr val="dk1"/>
                </a:solidFill>
              </a:defRPr>
            </a:lvl4pPr>
            <a:lvl5pPr lvl="4" algn="ctr" rtl="0">
              <a:spcBef>
                <a:spcPts val="0"/>
              </a:spcBef>
              <a:spcAft>
                <a:spcPts val="0"/>
              </a:spcAft>
              <a:buClr>
                <a:schemeClr val="dk1"/>
              </a:buClr>
              <a:buSzPts val="2000"/>
              <a:buNone/>
              <a:defRPr sz="2000">
                <a:solidFill>
                  <a:schemeClr val="dk1"/>
                </a:solidFill>
              </a:defRPr>
            </a:lvl5pPr>
            <a:lvl6pPr lvl="5" algn="ctr" rtl="0">
              <a:spcBef>
                <a:spcPts val="0"/>
              </a:spcBef>
              <a:spcAft>
                <a:spcPts val="0"/>
              </a:spcAft>
              <a:buClr>
                <a:schemeClr val="dk1"/>
              </a:buClr>
              <a:buSzPts val="2000"/>
              <a:buNone/>
              <a:defRPr sz="2000">
                <a:solidFill>
                  <a:schemeClr val="dk1"/>
                </a:solidFill>
              </a:defRPr>
            </a:lvl6pPr>
            <a:lvl7pPr lvl="6" algn="ctr" rtl="0">
              <a:spcBef>
                <a:spcPts val="0"/>
              </a:spcBef>
              <a:spcAft>
                <a:spcPts val="0"/>
              </a:spcAft>
              <a:buClr>
                <a:schemeClr val="dk1"/>
              </a:buClr>
              <a:buSzPts val="2000"/>
              <a:buNone/>
              <a:defRPr sz="2000">
                <a:solidFill>
                  <a:schemeClr val="dk1"/>
                </a:solidFill>
              </a:defRPr>
            </a:lvl7pPr>
            <a:lvl8pPr lvl="7" algn="ctr" rtl="0">
              <a:spcBef>
                <a:spcPts val="0"/>
              </a:spcBef>
              <a:spcAft>
                <a:spcPts val="0"/>
              </a:spcAft>
              <a:buClr>
                <a:schemeClr val="dk1"/>
              </a:buClr>
              <a:buSzPts val="2000"/>
              <a:buNone/>
              <a:defRPr sz="2000">
                <a:solidFill>
                  <a:schemeClr val="dk1"/>
                </a:solidFill>
              </a:defRPr>
            </a:lvl8pPr>
            <a:lvl9pPr lvl="8" algn="ctr" rtl="0">
              <a:spcBef>
                <a:spcPts val="0"/>
              </a:spcBef>
              <a:spcAft>
                <a:spcPts val="0"/>
              </a:spcAft>
              <a:buClr>
                <a:schemeClr val="dk1"/>
              </a:buClr>
              <a:buSzPts val="2000"/>
              <a:buNone/>
              <a:defRPr sz="2000">
                <a:solidFill>
                  <a:schemeClr val="dk1"/>
                </a:solidFill>
              </a:defRPr>
            </a:lvl9pPr>
          </a:lstStyle>
          <a:p>
            <a:endParaRPr/>
          </a:p>
        </p:txBody>
      </p:sp>
      <p:sp>
        <p:nvSpPr>
          <p:cNvPr id="963" name="Google Shape;963;p41"/>
          <p:cNvSpPr txBox="1">
            <a:spLocks noGrp="1"/>
          </p:cNvSpPr>
          <p:nvPr>
            <p:ph type="title" idx="8"/>
          </p:nvPr>
        </p:nvSpPr>
        <p:spPr>
          <a:xfrm>
            <a:off x="3432075" y="3138350"/>
            <a:ext cx="2279700" cy="424200"/>
          </a:xfrm>
          <a:prstGeom prst="rect">
            <a:avLst/>
          </a:prstGeom>
        </p:spPr>
        <p:txBody>
          <a:bodyPr spcFirstLastPara="1" wrap="square" lIns="0" tIns="182875" rIns="0" bIns="0" anchor="ctr" anchorCtr="0">
            <a:noAutofit/>
          </a:bodyPr>
          <a:lstStyle>
            <a:lvl1pPr lvl="0" algn="ctr" rtl="0">
              <a:spcBef>
                <a:spcPts val="0"/>
              </a:spcBef>
              <a:spcAft>
                <a:spcPts val="0"/>
              </a:spcAft>
              <a:buSzPts val="2000"/>
              <a:buNone/>
              <a:defRPr sz="2500"/>
            </a:lvl1pPr>
            <a:lvl2pPr lvl="1" algn="ctr" rtl="0">
              <a:spcBef>
                <a:spcPts val="0"/>
              </a:spcBef>
              <a:spcAft>
                <a:spcPts val="0"/>
              </a:spcAft>
              <a:buClr>
                <a:schemeClr val="dk1"/>
              </a:buClr>
              <a:buSzPts val="2000"/>
              <a:buNone/>
              <a:defRPr sz="2000">
                <a:solidFill>
                  <a:schemeClr val="dk1"/>
                </a:solidFill>
              </a:defRPr>
            </a:lvl2pPr>
            <a:lvl3pPr lvl="2" algn="ctr" rtl="0">
              <a:spcBef>
                <a:spcPts val="0"/>
              </a:spcBef>
              <a:spcAft>
                <a:spcPts val="0"/>
              </a:spcAft>
              <a:buClr>
                <a:schemeClr val="dk1"/>
              </a:buClr>
              <a:buSzPts val="2000"/>
              <a:buNone/>
              <a:defRPr sz="2000">
                <a:solidFill>
                  <a:schemeClr val="dk1"/>
                </a:solidFill>
              </a:defRPr>
            </a:lvl3pPr>
            <a:lvl4pPr lvl="3" algn="ctr" rtl="0">
              <a:spcBef>
                <a:spcPts val="0"/>
              </a:spcBef>
              <a:spcAft>
                <a:spcPts val="0"/>
              </a:spcAft>
              <a:buClr>
                <a:schemeClr val="dk1"/>
              </a:buClr>
              <a:buSzPts val="2000"/>
              <a:buNone/>
              <a:defRPr sz="2000">
                <a:solidFill>
                  <a:schemeClr val="dk1"/>
                </a:solidFill>
              </a:defRPr>
            </a:lvl4pPr>
            <a:lvl5pPr lvl="4" algn="ctr" rtl="0">
              <a:spcBef>
                <a:spcPts val="0"/>
              </a:spcBef>
              <a:spcAft>
                <a:spcPts val="0"/>
              </a:spcAft>
              <a:buClr>
                <a:schemeClr val="dk1"/>
              </a:buClr>
              <a:buSzPts val="2000"/>
              <a:buNone/>
              <a:defRPr sz="2000">
                <a:solidFill>
                  <a:schemeClr val="dk1"/>
                </a:solidFill>
              </a:defRPr>
            </a:lvl5pPr>
            <a:lvl6pPr lvl="5" algn="ctr" rtl="0">
              <a:spcBef>
                <a:spcPts val="0"/>
              </a:spcBef>
              <a:spcAft>
                <a:spcPts val="0"/>
              </a:spcAft>
              <a:buClr>
                <a:schemeClr val="dk1"/>
              </a:buClr>
              <a:buSzPts val="2000"/>
              <a:buNone/>
              <a:defRPr sz="2000">
                <a:solidFill>
                  <a:schemeClr val="dk1"/>
                </a:solidFill>
              </a:defRPr>
            </a:lvl6pPr>
            <a:lvl7pPr lvl="6" algn="ctr" rtl="0">
              <a:spcBef>
                <a:spcPts val="0"/>
              </a:spcBef>
              <a:spcAft>
                <a:spcPts val="0"/>
              </a:spcAft>
              <a:buClr>
                <a:schemeClr val="dk1"/>
              </a:buClr>
              <a:buSzPts val="2000"/>
              <a:buNone/>
              <a:defRPr sz="2000">
                <a:solidFill>
                  <a:schemeClr val="dk1"/>
                </a:solidFill>
              </a:defRPr>
            </a:lvl7pPr>
            <a:lvl8pPr lvl="7" algn="ctr" rtl="0">
              <a:spcBef>
                <a:spcPts val="0"/>
              </a:spcBef>
              <a:spcAft>
                <a:spcPts val="0"/>
              </a:spcAft>
              <a:buClr>
                <a:schemeClr val="dk1"/>
              </a:buClr>
              <a:buSzPts val="2000"/>
              <a:buNone/>
              <a:defRPr sz="2000">
                <a:solidFill>
                  <a:schemeClr val="dk1"/>
                </a:solidFill>
              </a:defRPr>
            </a:lvl8pPr>
            <a:lvl9pPr lvl="8" algn="ctr" rtl="0">
              <a:spcBef>
                <a:spcPts val="0"/>
              </a:spcBef>
              <a:spcAft>
                <a:spcPts val="0"/>
              </a:spcAft>
              <a:buClr>
                <a:schemeClr val="dk1"/>
              </a:buClr>
              <a:buSzPts val="2000"/>
              <a:buNone/>
              <a:defRPr sz="2000">
                <a:solidFill>
                  <a:schemeClr val="dk1"/>
                </a:solidFill>
              </a:defRPr>
            </a:lvl9pPr>
          </a:lstStyle>
          <a:p>
            <a:endParaRPr/>
          </a:p>
        </p:txBody>
      </p:sp>
      <p:sp>
        <p:nvSpPr>
          <p:cNvPr id="964" name="Google Shape;964;p41"/>
          <p:cNvSpPr txBox="1">
            <a:spLocks noGrp="1"/>
          </p:cNvSpPr>
          <p:nvPr>
            <p:ph type="title" idx="9"/>
          </p:nvPr>
        </p:nvSpPr>
        <p:spPr>
          <a:xfrm>
            <a:off x="6019850" y="3138350"/>
            <a:ext cx="2279700" cy="424200"/>
          </a:xfrm>
          <a:prstGeom prst="rect">
            <a:avLst/>
          </a:prstGeom>
        </p:spPr>
        <p:txBody>
          <a:bodyPr spcFirstLastPara="1" wrap="square" lIns="0" tIns="182875" rIns="0" bIns="0" anchor="ctr" anchorCtr="0">
            <a:noAutofit/>
          </a:bodyPr>
          <a:lstStyle>
            <a:lvl1pPr lvl="0" algn="ctr" rtl="0">
              <a:spcBef>
                <a:spcPts val="0"/>
              </a:spcBef>
              <a:spcAft>
                <a:spcPts val="0"/>
              </a:spcAft>
              <a:buSzPts val="2000"/>
              <a:buNone/>
              <a:defRPr sz="2500"/>
            </a:lvl1pPr>
            <a:lvl2pPr lvl="1" algn="ctr" rtl="0">
              <a:spcBef>
                <a:spcPts val="0"/>
              </a:spcBef>
              <a:spcAft>
                <a:spcPts val="0"/>
              </a:spcAft>
              <a:buClr>
                <a:schemeClr val="dk1"/>
              </a:buClr>
              <a:buSzPts val="2000"/>
              <a:buNone/>
              <a:defRPr sz="2000">
                <a:solidFill>
                  <a:schemeClr val="dk1"/>
                </a:solidFill>
              </a:defRPr>
            </a:lvl2pPr>
            <a:lvl3pPr lvl="2" algn="ctr" rtl="0">
              <a:spcBef>
                <a:spcPts val="0"/>
              </a:spcBef>
              <a:spcAft>
                <a:spcPts val="0"/>
              </a:spcAft>
              <a:buClr>
                <a:schemeClr val="dk1"/>
              </a:buClr>
              <a:buSzPts val="2000"/>
              <a:buNone/>
              <a:defRPr sz="2000">
                <a:solidFill>
                  <a:schemeClr val="dk1"/>
                </a:solidFill>
              </a:defRPr>
            </a:lvl3pPr>
            <a:lvl4pPr lvl="3" algn="ctr" rtl="0">
              <a:spcBef>
                <a:spcPts val="0"/>
              </a:spcBef>
              <a:spcAft>
                <a:spcPts val="0"/>
              </a:spcAft>
              <a:buClr>
                <a:schemeClr val="dk1"/>
              </a:buClr>
              <a:buSzPts val="2000"/>
              <a:buNone/>
              <a:defRPr sz="2000">
                <a:solidFill>
                  <a:schemeClr val="dk1"/>
                </a:solidFill>
              </a:defRPr>
            </a:lvl4pPr>
            <a:lvl5pPr lvl="4" algn="ctr" rtl="0">
              <a:spcBef>
                <a:spcPts val="0"/>
              </a:spcBef>
              <a:spcAft>
                <a:spcPts val="0"/>
              </a:spcAft>
              <a:buClr>
                <a:schemeClr val="dk1"/>
              </a:buClr>
              <a:buSzPts val="2000"/>
              <a:buNone/>
              <a:defRPr sz="2000">
                <a:solidFill>
                  <a:schemeClr val="dk1"/>
                </a:solidFill>
              </a:defRPr>
            </a:lvl5pPr>
            <a:lvl6pPr lvl="5" algn="ctr" rtl="0">
              <a:spcBef>
                <a:spcPts val="0"/>
              </a:spcBef>
              <a:spcAft>
                <a:spcPts val="0"/>
              </a:spcAft>
              <a:buClr>
                <a:schemeClr val="dk1"/>
              </a:buClr>
              <a:buSzPts val="2000"/>
              <a:buNone/>
              <a:defRPr sz="2000">
                <a:solidFill>
                  <a:schemeClr val="dk1"/>
                </a:solidFill>
              </a:defRPr>
            </a:lvl6pPr>
            <a:lvl7pPr lvl="6" algn="ctr" rtl="0">
              <a:spcBef>
                <a:spcPts val="0"/>
              </a:spcBef>
              <a:spcAft>
                <a:spcPts val="0"/>
              </a:spcAft>
              <a:buClr>
                <a:schemeClr val="dk1"/>
              </a:buClr>
              <a:buSzPts val="2000"/>
              <a:buNone/>
              <a:defRPr sz="2000">
                <a:solidFill>
                  <a:schemeClr val="dk1"/>
                </a:solidFill>
              </a:defRPr>
            </a:lvl7pPr>
            <a:lvl8pPr lvl="7" algn="ctr" rtl="0">
              <a:spcBef>
                <a:spcPts val="0"/>
              </a:spcBef>
              <a:spcAft>
                <a:spcPts val="0"/>
              </a:spcAft>
              <a:buClr>
                <a:schemeClr val="dk1"/>
              </a:buClr>
              <a:buSzPts val="2000"/>
              <a:buNone/>
              <a:defRPr sz="2000">
                <a:solidFill>
                  <a:schemeClr val="dk1"/>
                </a:solidFill>
              </a:defRPr>
            </a:lvl8pPr>
            <a:lvl9pPr lvl="8" algn="ctr" rtl="0">
              <a:spcBef>
                <a:spcPts val="0"/>
              </a:spcBef>
              <a:spcAft>
                <a:spcPts val="0"/>
              </a:spcAft>
              <a:buClr>
                <a:schemeClr val="dk1"/>
              </a:buClr>
              <a:buSzPts val="2000"/>
              <a:buNone/>
              <a:defRPr sz="2000">
                <a:solidFill>
                  <a:schemeClr val="dk1"/>
                </a:solidFill>
              </a:defRPr>
            </a:lvl9pPr>
          </a:lstStyle>
          <a:p>
            <a:endParaRPr/>
          </a:p>
        </p:txBody>
      </p:sp>
      <p:sp>
        <p:nvSpPr>
          <p:cNvPr id="965" name="Google Shape;965;p41"/>
          <p:cNvSpPr txBox="1">
            <a:spLocks noGrp="1"/>
          </p:cNvSpPr>
          <p:nvPr>
            <p:ph type="subTitle" idx="13"/>
          </p:nvPr>
        </p:nvSpPr>
        <p:spPr>
          <a:xfrm>
            <a:off x="815550" y="3667068"/>
            <a:ext cx="2279700" cy="6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66" name="Google Shape;966;p41"/>
          <p:cNvSpPr txBox="1">
            <a:spLocks noGrp="1"/>
          </p:cNvSpPr>
          <p:nvPr>
            <p:ph type="subTitle" idx="14"/>
          </p:nvPr>
        </p:nvSpPr>
        <p:spPr>
          <a:xfrm>
            <a:off x="3432213" y="3667075"/>
            <a:ext cx="2279700" cy="6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67" name="Google Shape;967;p41"/>
          <p:cNvSpPr txBox="1">
            <a:spLocks noGrp="1"/>
          </p:cNvSpPr>
          <p:nvPr>
            <p:ph type="subTitle" idx="15"/>
          </p:nvPr>
        </p:nvSpPr>
        <p:spPr>
          <a:xfrm>
            <a:off x="6019850" y="3667075"/>
            <a:ext cx="2279700" cy="6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68" name="Google Shape;968;p41"/>
          <p:cNvGrpSpPr/>
          <p:nvPr/>
        </p:nvGrpSpPr>
        <p:grpSpPr>
          <a:xfrm>
            <a:off x="8669664" y="245588"/>
            <a:ext cx="228825" cy="228825"/>
            <a:chOff x="3023950" y="3689950"/>
            <a:chExt cx="316100" cy="316100"/>
          </a:xfrm>
        </p:grpSpPr>
        <p:sp>
          <p:nvSpPr>
            <p:cNvPr id="969" name="Google Shape;969;p4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 name="Google Shape;972;p41"/>
          <p:cNvGrpSpPr/>
          <p:nvPr/>
        </p:nvGrpSpPr>
        <p:grpSpPr>
          <a:xfrm>
            <a:off x="8669427" y="4669065"/>
            <a:ext cx="228825" cy="228856"/>
            <a:chOff x="3023950" y="3689950"/>
            <a:chExt cx="316100" cy="316100"/>
          </a:xfrm>
        </p:grpSpPr>
        <p:sp>
          <p:nvSpPr>
            <p:cNvPr id="973" name="Google Shape;973;p4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 name="Google Shape;976;p41"/>
          <p:cNvGrpSpPr/>
          <p:nvPr/>
        </p:nvGrpSpPr>
        <p:grpSpPr>
          <a:xfrm>
            <a:off x="245739" y="245588"/>
            <a:ext cx="228825" cy="228825"/>
            <a:chOff x="3023950" y="3689950"/>
            <a:chExt cx="316100" cy="316100"/>
          </a:xfrm>
        </p:grpSpPr>
        <p:sp>
          <p:nvSpPr>
            <p:cNvPr id="977" name="Google Shape;977;p4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0" name="Google Shape;980;p41"/>
          <p:cNvGrpSpPr/>
          <p:nvPr/>
        </p:nvGrpSpPr>
        <p:grpSpPr>
          <a:xfrm>
            <a:off x="245752" y="4669065"/>
            <a:ext cx="228825" cy="228856"/>
            <a:chOff x="3023950" y="3689950"/>
            <a:chExt cx="316100" cy="316100"/>
          </a:xfrm>
        </p:grpSpPr>
        <p:sp>
          <p:nvSpPr>
            <p:cNvPr id="981" name="Google Shape;981;p4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4" name="Google Shape;984;p41"/>
          <p:cNvSpPr txBox="1"/>
          <p:nvPr/>
        </p:nvSpPr>
        <p:spPr>
          <a:xfrm>
            <a:off x="2347050" y="4735330"/>
            <a:ext cx="4449900" cy="15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Source Code Pro Light"/>
                <a:ea typeface="Source Code Pro Light"/>
                <a:cs typeface="Source Code Pro Light"/>
                <a:sym typeface="Source Code Pro Light"/>
              </a:rPr>
              <a:t>003-1040559    1250 003-77156.8   1760 0009-14563.7   73273  </a:t>
            </a:r>
            <a:endParaRPr sz="800">
              <a:solidFill>
                <a:schemeClr val="lt1"/>
              </a:solidFill>
              <a:latin typeface="Source Code Pro Light"/>
              <a:ea typeface="Source Code Pro Light"/>
              <a:cs typeface="Source Code Pro Light"/>
              <a:sym typeface="Source Code Pro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12">
    <p:spTree>
      <p:nvGrpSpPr>
        <p:cNvPr id="1" name="Shape 1180"/>
        <p:cNvGrpSpPr/>
        <p:nvPr/>
      </p:nvGrpSpPr>
      <p:grpSpPr>
        <a:xfrm>
          <a:off x="0" y="0"/>
          <a:ext cx="0" cy="0"/>
          <a:chOff x="0" y="0"/>
          <a:chExt cx="0" cy="0"/>
        </a:xfrm>
      </p:grpSpPr>
      <p:grpSp>
        <p:nvGrpSpPr>
          <p:cNvPr id="1181" name="Google Shape;1181;p49"/>
          <p:cNvGrpSpPr/>
          <p:nvPr/>
        </p:nvGrpSpPr>
        <p:grpSpPr>
          <a:xfrm>
            <a:off x="179802" y="164163"/>
            <a:ext cx="8784400" cy="4781834"/>
            <a:chOff x="179802" y="164163"/>
            <a:chExt cx="8784400" cy="4781834"/>
          </a:xfrm>
        </p:grpSpPr>
        <p:grpSp>
          <p:nvGrpSpPr>
            <p:cNvPr id="1182" name="Google Shape;1182;p49"/>
            <p:cNvGrpSpPr/>
            <p:nvPr/>
          </p:nvGrpSpPr>
          <p:grpSpPr>
            <a:xfrm>
              <a:off x="8735377" y="164163"/>
              <a:ext cx="228825" cy="228825"/>
              <a:chOff x="3023950" y="3689950"/>
              <a:chExt cx="316100" cy="316100"/>
            </a:xfrm>
          </p:grpSpPr>
          <p:sp>
            <p:nvSpPr>
              <p:cNvPr id="1183" name="Google Shape;1183;p49"/>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9"/>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9"/>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6" name="Google Shape;1186;p49"/>
            <p:cNvGrpSpPr/>
            <p:nvPr/>
          </p:nvGrpSpPr>
          <p:grpSpPr>
            <a:xfrm>
              <a:off x="179802" y="164163"/>
              <a:ext cx="228825" cy="228825"/>
              <a:chOff x="3023950" y="3689950"/>
              <a:chExt cx="316100" cy="316100"/>
            </a:xfrm>
          </p:grpSpPr>
          <p:sp>
            <p:nvSpPr>
              <p:cNvPr id="1187" name="Google Shape;1187;p49"/>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9"/>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9"/>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0" name="Google Shape;1190;p49"/>
            <p:cNvGrpSpPr/>
            <p:nvPr/>
          </p:nvGrpSpPr>
          <p:grpSpPr>
            <a:xfrm>
              <a:off x="179802" y="4717140"/>
              <a:ext cx="228825" cy="228856"/>
              <a:chOff x="3023950" y="3689950"/>
              <a:chExt cx="316100" cy="316100"/>
            </a:xfrm>
          </p:grpSpPr>
          <p:sp>
            <p:nvSpPr>
              <p:cNvPr id="1191" name="Google Shape;1191;p49"/>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9"/>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9"/>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94" name="Google Shape;1194;p49"/>
          <p:cNvGrpSpPr/>
          <p:nvPr/>
        </p:nvGrpSpPr>
        <p:grpSpPr>
          <a:xfrm>
            <a:off x="4672726" y="1652797"/>
            <a:ext cx="4108323" cy="3132999"/>
            <a:chOff x="5614975" y="2571738"/>
            <a:chExt cx="2725075" cy="2078413"/>
          </a:xfrm>
        </p:grpSpPr>
        <p:grpSp>
          <p:nvGrpSpPr>
            <p:cNvPr id="1195" name="Google Shape;1195;p49"/>
            <p:cNvGrpSpPr/>
            <p:nvPr/>
          </p:nvGrpSpPr>
          <p:grpSpPr>
            <a:xfrm>
              <a:off x="8301900" y="2571738"/>
              <a:ext cx="38150" cy="1997125"/>
              <a:chOff x="8301900" y="2571738"/>
              <a:chExt cx="38150" cy="1997125"/>
            </a:xfrm>
          </p:grpSpPr>
          <p:sp>
            <p:nvSpPr>
              <p:cNvPr id="1196" name="Google Shape;1196;p49"/>
              <p:cNvSpPr/>
              <p:nvPr/>
            </p:nvSpPr>
            <p:spPr>
              <a:xfrm>
                <a:off x="8305713" y="2571738"/>
                <a:ext cx="17350" cy="23600"/>
              </a:xfrm>
              <a:custGeom>
                <a:avLst/>
                <a:gdLst/>
                <a:ahLst/>
                <a:cxnLst/>
                <a:rect l="l" t="t" r="r" b="b"/>
                <a:pathLst>
                  <a:path w="694" h="944" extrusionOk="0">
                    <a:moveTo>
                      <a:pt x="333" y="112"/>
                    </a:moveTo>
                    <a:cubicBezTo>
                      <a:pt x="416" y="112"/>
                      <a:pt x="472" y="112"/>
                      <a:pt x="500" y="167"/>
                    </a:cubicBezTo>
                    <a:cubicBezTo>
                      <a:pt x="527" y="223"/>
                      <a:pt x="555" y="278"/>
                      <a:pt x="555" y="361"/>
                    </a:cubicBezTo>
                    <a:cubicBezTo>
                      <a:pt x="555" y="389"/>
                      <a:pt x="555" y="417"/>
                      <a:pt x="555" y="472"/>
                    </a:cubicBezTo>
                    <a:cubicBezTo>
                      <a:pt x="555" y="500"/>
                      <a:pt x="555" y="555"/>
                      <a:pt x="555" y="583"/>
                    </a:cubicBezTo>
                    <a:cubicBezTo>
                      <a:pt x="555" y="666"/>
                      <a:pt x="527" y="722"/>
                      <a:pt x="500" y="777"/>
                    </a:cubicBezTo>
                    <a:cubicBezTo>
                      <a:pt x="472" y="805"/>
                      <a:pt x="416" y="833"/>
                      <a:pt x="333" y="833"/>
                    </a:cubicBezTo>
                    <a:cubicBezTo>
                      <a:pt x="278" y="833"/>
                      <a:pt x="222" y="805"/>
                      <a:pt x="195" y="777"/>
                    </a:cubicBezTo>
                    <a:cubicBezTo>
                      <a:pt x="167" y="722"/>
                      <a:pt x="139" y="666"/>
                      <a:pt x="139" y="583"/>
                    </a:cubicBezTo>
                    <a:lnTo>
                      <a:pt x="139" y="472"/>
                    </a:lnTo>
                    <a:lnTo>
                      <a:pt x="139" y="361"/>
                    </a:lnTo>
                    <a:cubicBezTo>
                      <a:pt x="139" y="278"/>
                      <a:pt x="167" y="223"/>
                      <a:pt x="195" y="167"/>
                    </a:cubicBezTo>
                    <a:cubicBezTo>
                      <a:pt x="222" y="112"/>
                      <a:pt x="278" y="112"/>
                      <a:pt x="333" y="112"/>
                    </a:cubicBezTo>
                    <a:close/>
                    <a:moveTo>
                      <a:pt x="333" y="1"/>
                    </a:moveTo>
                    <a:cubicBezTo>
                      <a:pt x="222" y="1"/>
                      <a:pt x="139" y="29"/>
                      <a:pt x="111" y="84"/>
                    </a:cubicBezTo>
                    <a:cubicBezTo>
                      <a:pt x="56" y="167"/>
                      <a:pt x="28" y="250"/>
                      <a:pt x="28" y="361"/>
                    </a:cubicBezTo>
                    <a:lnTo>
                      <a:pt x="0" y="472"/>
                    </a:lnTo>
                    <a:lnTo>
                      <a:pt x="28" y="583"/>
                    </a:lnTo>
                    <a:cubicBezTo>
                      <a:pt x="28" y="694"/>
                      <a:pt x="56" y="777"/>
                      <a:pt x="111" y="833"/>
                    </a:cubicBezTo>
                    <a:cubicBezTo>
                      <a:pt x="139" y="916"/>
                      <a:pt x="222" y="944"/>
                      <a:pt x="333" y="944"/>
                    </a:cubicBezTo>
                    <a:cubicBezTo>
                      <a:pt x="472" y="944"/>
                      <a:pt x="555" y="916"/>
                      <a:pt x="583" y="833"/>
                    </a:cubicBezTo>
                    <a:cubicBezTo>
                      <a:pt x="638" y="777"/>
                      <a:pt x="666" y="694"/>
                      <a:pt x="666" y="583"/>
                    </a:cubicBezTo>
                    <a:cubicBezTo>
                      <a:pt x="666" y="555"/>
                      <a:pt x="694" y="528"/>
                      <a:pt x="694" y="472"/>
                    </a:cubicBezTo>
                    <a:cubicBezTo>
                      <a:pt x="694" y="417"/>
                      <a:pt x="666" y="389"/>
                      <a:pt x="666" y="361"/>
                    </a:cubicBezTo>
                    <a:cubicBezTo>
                      <a:pt x="666" y="250"/>
                      <a:pt x="638" y="167"/>
                      <a:pt x="583" y="84"/>
                    </a:cubicBezTo>
                    <a:cubicBezTo>
                      <a:pt x="555" y="29"/>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9"/>
              <p:cNvSpPr/>
              <p:nvPr/>
            </p:nvSpPr>
            <p:spPr>
              <a:xfrm>
                <a:off x="8302600" y="2966313"/>
                <a:ext cx="17350" cy="23600"/>
              </a:xfrm>
              <a:custGeom>
                <a:avLst/>
                <a:gdLst/>
                <a:ahLst/>
                <a:cxnLst/>
                <a:rect l="l" t="t" r="r" b="b"/>
                <a:pathLst>
                  <a:path w="694" h="944" extrusionOk="0">
                    <a:moveTo>
                      <a:pt x="333" y="84"/>
                    </a:moveTo>
                    <a:cubicBezTo>
                      <a:pt x="416" y="84"/>
                      <a:pt x="472" y="111"/>
                      <a:pt x="500" y="167"/>
                    </a:cubicBezTo>
                    <a:cubicBezTo>
                      <a:pt x="527" y="222"/>
                      <a:pt x="555" y="278"/>
                      <a:pt x="555" y="361"/>
                    </a:cubicBezTo>
                    <a:cubicBezTo>
                      <a:pt x="555" y="389"/>
                      <a:pt x="555" y="416"/>
                      <a:pt x="555" y="472"/>
                    </a:cubicBezTo>
                    <a:cubicBezTo>
                      <a:pt x="555" y="500"/>
                      <a:pt x="555" y="555"/>
                      <a:pt x="555" y="583"/>
                    </a:cubicBezTo>
                    <a:cubicBezTo>
                      <a:pt x="555" y="638"/>
                      <a:pt x="527" y="721"/>
                      <a:pt x="500" y="749"/>
                    </a:cubicBezTo>
                    <a:cubicBezTo>
                      <a:pt x="472" y="805"/>
                      <a:pt x="416" y="832"/>
                      <a:pt x="333" y="832"/>
                    </a:cubicBezTo>
                    <a:cubicBezTo>
                      <a:pt x="278" y="832"/>
                      <a:pt x="222" y="805"/>
                      <a:pt x="195" y="749"/>
                    </a:cubicBezTo>
                    <a:cubicBezTo>
                      <a:pt x="167" y="721"/>
                      <a:pt x="139" y="638"/>
                      <a:pt x="139" y="583"/>
                    </a:cubicBezTo>
                    <a:lnTo>
                      <a:pt x="139" y="472"/>
                    </a:lnTo>
                    <a:lnTo>
                      <a:pt x="139" y="361"/>
                    </a:lnTo>
                    <a:cubicBezTo>
                      <a:pt x="139" y="278"/>
                      <a:pt x="167" y="222"/>
                      <a:pt x="195" y="167"/>
                    </a:cubicBezTo>
                    <a:cubicBezTo>
                      <a:pt x="222" y="111"/>
                      <a:pt x="278" y="84"/>
                      <a:pt x="333" y="84"/>
                    </a:cubicBezTo>
                    <a:close/>
                    <a:moveTo>
                      <a:pt x="333" y="0"/>
                    </a:moveTo>
                    <a:cubicBezTo>
                      <a:pt x="222" y="0"/>
                      <a:pt x="139" y="28"/>
                      <a:pt x="111" y="84"/>
                    </a:cubicBezTo>
                    <a:cubicBezTo>
                      <a:pt x="56" y="167"/>
                      <a:pt x="28" y="250"/>
                      <a:pt x="28" y="333"/>
                    </a:cubicBezTo>
                    <a:lnTo>
                      <a:pt x="0" y="472"/>
                    </a:lnTo>
                    <a:lnTo>
                      <a:pt x="28" y="583"/>
                    </a:lnTo>
                    <a:cubicBezTo>
                      <a:pt x="28" y="694"/>
                      <a:pt x="56" y="777"/>
                      <a:pt x="111" y="832"/>
                    </a:cubicBezTo>
                    <a:cubicBezTo>
                      <a:pt x="139" y="915"/>
                      <a:pt x="222" y="943"/>
                      <a:pt x="333" y="943"/>
                    </a:cubicBezTo>
                    <a:cubicBezTo>
                      <a:pt x="472" y="943"/>
                      <a:pt x="555" y="915"/>
                      <a:pt x="583" y="832"/>
                    </a:cubicBezTo>
                    <a:cubicBezTo>
                      <a:pt x="638" y="777"/>
                      <a:pt x="666" y="694"/>
                      <a:pt x="666" y="583"/>
                    </a:cubicBezTo>
                    <a:cubicBezTo>
                      <a:pt x="666" y="555"/>
                      <a:pt x="694" y="527"/>
                      <a:pt x="694" y="472"/>
                    </a:cubicBezTo>
                    <a:cubicBezTo>
                      <a:pt x="694" y="416"/>
                      <a:pt x="666" y="361"/>
                      <a:pt x="666" y="333"/>
                    </a:cubicBezTo>
                    <a:cubicBezTo>
                      <a:pt x="666" y="250"/>
                      <a:pt x="638" y="167"/>
                      <a:pt x="583" y="84"/>
                    </a:cubicBezTo>
                    <a:cubicBezTo>
                      <a:pt x="555" y="28"/>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9"/>
              <p:cNvSpPr/>
              <p:nvPr/>
            </p:nvSpPr>
            <p:spPr>
              <a:xfrm>
                <a:off x="8302250" y="3360888"/>
                <a:ext cx="17350" cy="23600"/>
              </a:xfrm>
              <a:custGeom>
                <a:avLst/>
                <a:gdLst/>
                <a:ahLst/>
                <a:cxnLst/>
                <a:rect l="l" t="t" r="r" b="b"/>
                <a:pathLst>
                  <a:path w="694" h="944" extrusionOk="0">
                    <a:moveTo>
                      <a:pt x="333" y="84"/>
                    </a:moveTo>
                    <a:cubicBezTo>
                      <a:pt x="416" y="84"/>
                      <a:pt x="472" y="112"/>
                      <a:pt x="500" y="167"/>
                    </a:cubicBezTo>
                    <a:cubicBezTo>
                      <a:pt x="527" y="223"/>
                      <a:pt x="555" y="278"/>
                      <a:pt x="555" y="361"/>
                    </a:cubicBezTo>
                    <a:cubicBezTo>
                      <a:pt x="555" y="389"/>
                      <a:pt x="555" y="417"/>
                      <a:pt x="555" y="472"/>
                    </a:cubicBezTo>
                    <a:cubicBezTo>
                      <a:pt x="555" y="500"/>
                      <a:pt x="555" y="555"/>
                      <a:pt x="555" y="583"/>
                    </a:cubicBezTo>
                    <a:cubicBezTo>
                      <a:pt x="555" y="638"/>
                      <a:pt x="527" y="722"/>
                      <a:pt x="500" y="749"/>
                    </a:cubicBezTo>
                    <a:cubicBezTo>
                      <a:pt x="472" y="805"/>
                      <a:pt x="416" y="833"/>
                      <a:pt x="333" y="833"/>
                    </a:cubicBezTo>
                    <a:cubicBezTo>
                      <a:pt x="278" y="833"/>
                      <a:pt x="222" y="805"/>
                      <a:pt x="195" y="749"/>
                    </a:cubicBezTo>
                    <a:cubicBezTo>
                      <a:pt x="167" y="722"/>
                      <a:pt x="139" y="638"/>
                      <a:pt x="139" y="583"/>
                    </a:cubicBezTo>
                    <a:lnTo>
                      <a:pt x="139" y="472"/>
                    </a:lnTo>
                    <a:lnTo>
                      <a:pt x="139" y="361"/>
                    </a:lnTo>
                    <a:cubicBezTo>
                      <a:pt x="139" y="278"/>
                      <a:pt x="167" y="223"/>
                      <a:pt x="195" y="167"/>
                    </a:cubicBezTo>
                    <a:cubicBezTo>
                      <a:pt x="222" y="112"/>
                      <a:pt x="278" y="84"/>
                      <a:pt x="333" y="84"/>
                    </a:cubicBezTo>
                    <a:close/>
                    <a:moveTo>
                      <a:pt x="333" y="1"/>
                    </a:moveTo>
                    <a:cubicBezTo>
                      <a:pt x="222" y="1"/>
                      <a:pt x="139" y="29"/>
                      <a:pt x="111" y="84"/>
                    </a:cubicBezTo>
                    <a:cubicBezTo>
                      <a:pt x="56" y="167"/>
                      <a:pt x="28" y="250"/>
                      <a:pt x="28" y="334"/>
                    </a:cubicBezTo>
                    <a:lnTo>
                      <a:pt x="0" y="472"/>
                    </a:lnTo>
                    <a:lnTo>
                      <a:pt x="28" y="583"/>
                    </a:lnTo>
                    <a:cubicBezTo>
                      <a:pt x="28" y="694"/>
                      <a:pt x="56" y="777"/>
                      <a:pt x="111" y="833"/>
                    </a:cubicBezTo>
                    <a:cubicBezTo>
                      <a:pt x="139" y="916"/>
                      <a:pt x="222" y="943"/>
                      <a:pt x="333" y="943"/>
                    </a:cubicBezTo>
                    <a:cubicBezTo>
                      <a:pt x="472" y="943"/>
                      <a:pt x="555" y="916"/>
                      <a:pt x="583" y="833"/>
                    </a:cubicBezTo>
                    <a:cubicBezTo>
                      <a:pt x="638" y="777"/>
                      <a:pt x="666" y="694"/>
                      <a:pt x="666" y="583"/>
                    </a:cubicBezTo>
                    <a:cubicBezTo>
                      <a:pt x="666" y="555"/>
                      <a:pt x="694" y="528"/>
                      <a:pt x="694" y="472"/>
                    </a:cubicBezTo>
                    <a:cubicBezTo>
                      <a:pt x="694" y="417"/>
                      <a:pt x="666" y="361"/>
                      <a:pt x="666" y="334"/>
                    </a:cubicBezTo>
                    <a:cubicBezTo>
                      <a:pt x="666" y="250"/>
                      <a:pt x="638" y="167"/>
                      <a:pt x="583" y="84"/>
                    </a:cubicBezTo>
                    <a:cubicBezTo>
                      <a:pt x="555" y="29"/>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9"/>
              <p:cNvSpPr/>
              <p:nvPr/>
            </p:nvSpPr>
            <p:spPr>
              <a:xfrm>
                <a:off x="8301900" y="3755463"/>
                <a:ext cx="17350" cy="23575"/>
              </a:xfrm>
              <a:custGeom>
                <a:avLst/>
                <a:gdLst/>
                <a:ahLst/>
                <a:cxnLst/>
                <a:rect l="l" t="t" r="r" b="b"/>
                <a:pathLst>
                  <a:path w="694" h="943" extrusionOk="0">
                    <a:moveTo>
                      <a:pt x="333" y="83"/>
                    </a:moveTo>
                    <a:cubicBezTo>
                      <a:pt x="416" y="83"/>
                      <a:pt x="472" y="111"/>
                      <a:pt x="500" y="166"/>
                    </a:cubicBezTo>
                    <a:cubicBezTo>
                      <a:pt x="527" y="222"/>
                      <a:pt x="555" y="277"/>
                      <a:pt x="555" y="361"/>
                    </a:cubicBezTo>
                    <a:cubicBezTo>
                      <a:pt x="555" y="388"/>
                      <a:pt x="555" y="416"/>
                      <a:pt x="555" y="471"/>
                    </a:cubicBezTo>
                    <a:cubicBezTo>
                      <a:pt x="555" y="499"/>
                      <a:pt x="555" y="555"/>
                      <a:pt x="555" y="582"/>
                    </a:cubicBezTo>
                    <a:cubicBezTo>
                      <a:pt x="555" y="638"/>
                      <a:pt x="527" y="721"/>
                      <a:pt x="500" y="749"/>
                    </a:cubicBezTo>
                    <a:cubicBezTo>
                      <a:pt x="472" y="804"/>
                      <a:pt x="416" y="832"/>
                      <a:pt x="333" y="832"/>
                    </a:cubicBezTo>
                    <a:cubicBezTo>
                      <a:pt x="278" y="832"/>
                      <a:pt x="222" y="804"/>
                      <a:pt x="195" y="749"/>
                    </a:cubicBezTo>
                    <a:cubicBezTo>
                      <a:pt x="167" y="721"/>
                      <a:pt x="139" y="638"/>
                      <a:pt x="139" y="582"/>
                    </a:cubicBezTo>
                    <a:lnTo>
                      <a:pt x="139" y="471"/>
                    </a:lnTo>
                    <a:lnTo>
                      <a:pt x="139" y="361"/>
                    </a:lnTo>
                    <a:cubicBezTo>
                      <a:pt x="139" y="277"/>
                      <a:pt x="167" y="222"/>
                      <a:pt x="195" y="166"/>
                    </a:cubicBezTo>
                    <a:cubicBezTo>
                      <a:pt x="222" y="111"/>
                      <a:pt x="278" y="83"/>
                      <a:pt x="333" y="83"/>
                    </a:cubicBezTo>
                    <a:close/>
                    <a:moveTo>
                      <a:pt x="333" y="0"/>
                    </a:moveTo>
                    <a:cubicBezTo>
                      <a:pt x="222" y="0"/>
                      <a:pt x="139" y="28"/>
                      <a:pt x="111" y="83"/>
                    </a:cubicBezTo>
                    <a:cubicBezTo>
                      <a:pt x="56" y="166"/>
                      <a:pt x="28" y="250"/>
                      <a:pt x="28" y="333"/>
                    </a:cubicBezTo>
                    <a:lnTo>
                      <a:pt x="0" y="471"/>
                    </a:lnTo>
                    <a:lnTo>
                      <a:pt x="28" y="582"/>
                    </a:lnTo>
                    <a:cubicBezTo>
                      <a:pt x="28" y="693"/>
                      <a:pt x="56" y="776"/>
                      <a:pt x="111" y="832"/>
                    </a:cubicBezTo>
                    <a:cubicBezTo>
                      <a:pt x="139" y="915"/>
                      <a:pt x="222" y="943"/>
                      <a:pt x="333" y="943"/>
                    </a:cubicBezTo>
                    <a:cubicBezTo>
                      <a:pt x="472" y="943"/>
                      <a:pt x="555" y="915"/>
                      <a:pt x="583" y="832"/>
                    </a:cubicBezTo>
                    <a:cubicBezTo>
                      <a:pt x="638" y="776"/>
                      <a:pt x="666" y="693"/>
                      <a:pt x="666" y="582"/>
                    </a:cubicBezTo>
                    <a:cubicBezTo>
                      <a:pt x="666" y="555"/>
                      <a:pt x="694" y="527"/>
                      <a:pt x="694" y="471"/>
                    </a:cubicBezTo>
                    <a:cubicBezTo>
                      <a:pt x="694" y="416"/>
                      <a:pt x="666" y="361"/>
                      <a:pt x="666" y="333"/>
                    </a:cubicBezTo>
                    <a:cubicBezTo>
                      <a:pt x="666" y="250"/>
                      <a:pt x="638" y="166"/>
                      <a:pt x="583" y="83"/>
                    </a:cubicBezTo>
                    <a:cubicBezTo>
                      <a:pt x="555" y="28"/>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9"/>
              <p:cNvSpPr/>
              <p:nvPr/>
            </p:nvSpPr>
            <p:spPr>
              <a:xfrm>
                <a:off x="8302600" y="4150013"/>
                <a:ext cx="17350" cy="24275"/>
              </a:xfrm>
              <a:custGeom>
                <a:avLst/>
                <a:gdLst/>
                <a:ahLst/>
                <a:cxnLst/>
                <a:rect l="l" t="t" r="r" b="b"/>
                <a:pathLst>
                  <a:path w="694" h="971" extrusionOk="0">
                    <a:moveTo>
                      <a:pt x="333" y="111"/>
                    </a:moveTo>
                    <a:cubicBezTo>
                      <a:pt x="416" y="111"/>
                      <a:pt x="472" y="139"/>
                      <a:pt x="500" y="194"/>
                    </a:cubicBezTo>
                    <a:cubicBezTo>
                      <a:pt x="527" y="222"/>
                      <a:pt x="555" y="305"/>
                      <a:pt x="555" y="388"/>
                    </a:cubicBezTo>
                    <a:cubicBezTo>
                      <a:pt x="555" y="388"/>
                      <a:pt x="555" y="444"/>
                      <a:pt x="555" y="471"/>
                    </a:cubicBezTo>
                    <a:cubicBezTo>
                      <a:pt x="555" y="527"/>
                      <a:pt x="555" y="582"/>
                      <a:pt x="555" y="582"/>
                    </a:cubicBezTo>
                    <a:cubicBezTo>
                      <a:pt x="555" y="665"/>
                      <a:pt x="527" y="749"/>
                      <a:pt x="500" y="776"/>
                    </a:cubicBezTo>
                    <a:cubicBezTo>
                      <a:pt x="472" y="832"/>
                      <a:pt x="416" y="860"/>
                      <a:pt x="333" y="860"/>
                    </a:cubicBezTo>
                    <a:cubicBezTo>
                      <a:pt x="278" y="860"/>
                      <a:pt x="222" y="832"/>
                      <a:pt x="195" y="776"/>
                    </a:cubicBezTo>
                    <a:cubicBezTo>
                      <a:pt x="167" y="749"/>
                      <a:pt x="139" y="665"/>
                      <a:pt x="139" y="582"/>
                    </a:cubicBezTo>
                    <a:lnTo>
                      <a:pt x="139" y="471"/>
                    </a:lnTo>
                    <a:lnTo>
                      <a:pt x="139" y="388"/>
                    </a:lnTo>
                    <a:cubicBezTo>
                      <a:pt x="139" y="305"/>
                      <a:pt x="167" y="222"/>
                      <a:pt x="195" y="194"/>
                    </a:cubicBezTo>
                    <a:cubicBezTo>
                      <a:pt x="222" y="139"/>
                      <a:pt x="278" y="111"/>
                      <a:pt x="333" y="111"/>
                    </a:cubicBezTo>
                    <a:close/>
                    <a:moveTo>
                      <a:pt x="333" y="0"/>
                    </a:moveTo>
                    <a:cubicBezTo>
                      <a:pt x="222" y="0"/>
                      <a:pt x="139" y="55"/>
                      <a:pt x="111" y="111"/>
                    </a:cubicBezTo>
                    <a:cubicBezTo>
                      <a:pt x="56" y="166"/>
                      <a:pt x="28" y="277"/>
                      <a:pt x="28" y="360"/>
                    </a:cubicBezTo>
                    <a:lnTo>
                      <a:pt x="0" y="499"/>
                    </a:lnTo>
                    <a:lnTo>
                      <a:pt x="28" y="610"/>
                    </a:lnTo>
                    <a:cubicBezTo>
                      <a:pt x="28" y="721"/>
                      <a:pt x="56" y="804"/>
                      <a:pt x="111" y="860"/>
                    </a:cubicBezTo>
                    <a:cubicBezTo>
                      <a:pt x="139" y="915"/>
                      <a:pt x="222" y="970"/>
                      <a:pt x="333" y="970"/>
                    </a:cubicBezTo>
                    <a:cubicBezTo>
                      <a:pt x="472" y="970"/>
                      <a:pt x="555" y="915"/>
                      <a:pt x="583" y="860"/>
                    </a:cubicBezTo>
                    <a:cubicBezTo>
                      <a:pt x="638" y="804"/>
                      <a:pt x="666" y="721"/>
                      <a:pt x="666" y="610"/>
                    </a:cubicBezTo>
                    <a:cubicBezTo>
                      <a:pt x="666" y="582"/>
                      <a:pt x="694" y="527"/>
                      <a:pt x="694" y="499"/>
                    </a:cubicBezTo>
                    <a:cubicBezTo>
                      <a:pt x="694" y="444"/>
                      <a:pt x="666" y="388"/>
                      <a:pt x="666" y="360"/>
                    </a:cubicBezTo>
                    <a:cubicBezTo>
                      <a:pt x="666" y="277"/>
                      <a:pt x="638" y="166"/>
                      <a:pt x="583" y="111"/>
                    </a:cubicBezTo>
                    <a:cubicBezTo>
                      <a:pt x="555" y="55"/>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9"/>
              <p:cNvSpPr/>
              <p:nvPr/>
            </p:nvSpPr>
            <p:spPr>
              <a:xfrm>
                <a:off x="8301900" y="4545263"/>
                <a:ext cx="17350" cy="23600"/>
              </a:xfrm>
              <a:custGeom>
                <a:avLst/>
                <a:gdLst/>
                <a:ahLst/>
                <a:cxnLst/>
                <a:rect l="l" t="t" r="r" b="b"/>
                <a:pathLst>
                  <a:path w="694" h="944" extrusionOk="0">
                    <a:moveTo>
                      <a:pt x="333" y="112"/>
                    </a:moveTo>
                    <a:cubicBezTo>
                      <a:pt x="416" y="112"/>
                      <a:pt x="472" y="139"/>
                      <a:pt x="500" y="195"/>
                    </a:cubicBezTo>
                    <a:cubicBezTo>
                      <a:pt x="527" y="222"/>
                      <a:pt x="555" y="306"/>
                      <a:pt x="555" y="361"/>
                    </a:cubicBezTo>
                    <a:cubicBezTo>
                      <a:pt x="555" y="389"/>
                      <a:pt x="555" y="444"/>
                      <a:pt x="555" y="472"/>
                    </a:cubicBezTo>
                    <a:cubicBezTo>
                      <a:pt x="555" y="527"/>
                      <a:pt x="555" y="555"/>
                      <a:pt x="555" y="583"/>
                    </a:cubicBezTo>
                    <a:cubicBezTo>
                      <a:pt x="555" y="666"/>
                      <a:pt x="527" y="749"/>
                      <a:pt x="500" y="777"/>
                    </a:cubicBezTo>
                    <a:cubicBezTo>
                      <a:pt x="472" y="832"/>
                      <a:pt x="416" y="860"/>
                      <a:pt x="333" y="860"/>
                    </a:cubicBezTo>
                    <a:cubicBezTo>
                      <a:pt x="278" y="860"/>
                      <a:pt x="222" y="832"/>
                      <a:pt x="195" y="777"/>
                    </a:cubicBezTo>
                    <a:cubicBezTo>
                      <a:pt x="167" y="749"/>
                      <a:pt x="139" y="666"/>
                      <a:pt x="139" y="583"/>
                    </a:cubicBezTo>
                    <a:lnTo>
                      <a:pt x="139" y="472"/>
                    </a:lnTo>
                    <a:lnTo>
                      <a:pt x="139" y="361"/>
                    </a:lnTo>
                    <a:cubicBezTo>
                      <a:pt x="139" y="306"/>
                      <a:pt x="167" y="222"/>
                      <a:pt x="195" y="195"/>
                    </a:cubicBezTo>
                    <a:cubicBezTo>
                      <a:pt x="222" y="139"/>
                      <a:pt x="278" y="112"/>
                      <a:pt x="333" y="112"/>
                    </a:cubicBezTo>
                    <a:close/>
                    <a:moveTo>
                      <a:pt x="333" y="1"/>
                    </a:moveTo>
                    <a:cubicBezTo>
                      <a:pt x="222" y="1"/>
                      <a:pt x="139" y="56"/>
                      <a:pt x="111" y="112"/>
                    </a:cubicBezTo>
                    <a:cubicBezTo>
                      <a:pt x="56" y="167"/>
                      <a:pt x="28" y="250"/>
                      <a:pt x="28" y="361"/>
                    </a:cubicBezTo>
                    <a:lnTo>
                      <a:pt x="0" y="472"/>
                    </a:lnTo>
                    <a:lnTo>
                      <a:pt x="28" y="611"/>
                    </a:lnTo>
                    <a:cubicBezTo>
                      <a:pt x="28" y="694"/>
                      <a:pt x="56" y="805"/>
                      <a:pt x="111" y="860"/>
                    </a:cubicBezTo>
                    <a:cubicBezTo>
                      <a:pt x="139" y="916"/>
                      <a:pt x="222" y="943"/>
                      <a:pt x="333" y="943"/>
                    </a:cubicBezTo>
                    <a:cubicBezTo>
                      <a:pt x="472" y="943"/>
                      <a:pt x="555" y="916"/>
                      <a:pt x="583" y="860"/>
                    </a:cubicBezTo>
                    <a:cubicBezTo>
                      <a:pt x="638" y="805"/>
                      <a:pt x="666" y="694"/>
                      <a:pt x="666" y="611"/>
                    </a:cubicBezTo>
                    <a:cubicBezTo>
                      <a:pt x="666" y="583"/>
                      <a:pt x="694" y="527"/>
                      <a:pt x="694" y="472"/>
                    </a:cubicBezTo>
                    <a:cubicBezTo>
                      <a:pt x="694" y="444"/>
                      <a:pt x="666" y="389"/>
                      <a:pt x="666" y="361"/>
                    </a:cubicBezTo>
                    <a:cubicBezTo>
                      <a:pt x="666" y="250"/>
                      <a:pt x="638" y="167"/>
                      <a:pt x="583" y="112"/>
                    </a:cubicBezTo>
                    <a:cubicBezTo>
                      <a:pt x="555" y="56"/>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9"/>
              <p:cNvSpPr/>
              <p:nvPr/>
            </p:nvSpPr>
            <p:spPr>
              <a:xfrm>
                <a:off x="8325813" y="2571738"/>
                <a:ext cx="10425" cy="22900"/>
              </a:xfrm>
              <a:custGeom>
                <a:avLst/>
                <a:gdLst/>
                <a:ahLst/>
                <a:cxnLst/>
                <a:rect l="l" t="t" r="r" b="b"/>
                <a:pathLst>
                  <a:path w="417" h="916" extrusionOk="0">
                    <a:moveTo>
                      <a:pt x="333" y="1"/>
                    </a:moveTo>
                    <a:cubicBezTo>
                      <a:pt x="306" y="1"/>
                      <a:pt x="306" y="1"/>
                      <a:pt x="278" y="29"/>
                    </a:cubicBezTo>
                    <a:lnTo>
                      <a:pt x="1" y="250"/>
                    </a:lnTo>
                    <a:cubicBezTo>
                      <a:pt x="1" y="278"/>
                      <a:pt x="1" y="278"/>
                      <a:pt x="1" y="278"/>
                    </a:cubicBezTo>
                    <a:lnTo>
                      <a:pt x="28" y="306"/>
                    </a:lnTo>
                    <a:cubicBezTo>
                      <a:pt x="28" y="334"/>
                      <a:pt x="56" y="334"/>
                      <a:pt x="56" y="334"/>
                    </a:cubicBezTo>
                    <a:lnTo>
                      <a:pt x="84" y="334"/>
                    </a:lnTo>
                    <a:lnTo>
                      <a:pt x="306" y="167"/>
                    </a:lnTo>
                    <a:lnTo>
                      <a:pt x="306" y="888"/>
                    </a:lnTo>
                    <a:cubicBezTo>
                      <a:pt x="306" y="916"/>
                      <a:pt x="306" y="916"/>
                      <a:pt x="306" y="916"/>
                    </a:cubicBezTo>
                    <a:lnTo>
                      <a:pt x="416" y="916"/>
                    </a:lnTo>
                    <a:cubicBezTo>
                      <a:pt x="416" y="916"/>
                      <a:pt x="416" y="916"/>
                      <a:pt x="416" y="888"/>
                    </a:cubicBezTo>
                    <a:lnTo>
                      <a:pt x="416" y="29"/>
                    </a:lnTo>
                    <a:cubicBezTo>
                      <a:pt x="389" y="1"/>
                      <a:pt x="389" y="1"/>
                      <a:pt x="3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9"/>
              <p:cNvSpPr/>
              <p:nvPr/>
            </p:nvSpPr>
            <p:spPr>
              <a:xfrm>
                <a:off x="8323400" y="2966303"/>
                <a:ext cx="15950" cy="22900"/>
              </a:xfrm>
              <a:custGeom>
                <a:avLst/>
                <a:gdLst/>
                <a:ahLst/>
                <a:cxnLst/>
                <a:rect l="l" t="t" r="r" b="b"/>
                <a:pathLst>
                  <a:path w="638" h="916" extrusionOk="0">
                    <a:moveTo>
                      <a:pt x="305" y="0"/>
                    </a:moveTo>
                    <a:cubicBezTo>
                      <a:pt x="250" y="0"/>
                      <a:pt x="194" y="0"/>
                      <a:pt x="139" y="28"/>
                    </a:cubicBezTo>
                    <a:cubicBezTo>
                      <a:pt x="111" y="56"/>
                      <a:pt x="83" y="84"/>
                      <a:pt x="56" y="139"/>
                    </a:cubicBezTo>
                    <a:cubicBezTo>
                      <a:pt x="28" y="167"/>
                      <a:pt x="0" y="222"/>
                      <a:pt x="0" y="278"/>
                    </a:cubicBezTo>
                    <a:lnTo>
                      <a:pt x="28" y="278"/>
                    </a:lnTo>
                    <a:cubicBezTo>
                      <a:pt x="28" y="305"/>
                      <a:pt x="28" y="305"/>
                      <a:pt x="28" y="305"/>
                    </a:cubicBezTo>
                    <a:lnTo>
                      <a:pt x="111" y="305"/>
                    </a:lnTo>
                    <a:cubicBezTo>
                      <a:pt x="111" y="305"/>
                      <a:pt x="111" y="305"/>
                      <a:pt x="111" y="278"/>
                    </a:cubicBezTo>
                    <a:lnTo>
                      <a:pt x="139" y="278"/>
                    </a:lnTo>
                    <a:cubicBezTo>
                      <a:pt x="139" y="222"/>
                      <a:pt x="167" y="167"/>
                      <a:pt x="194" y="139"/>
                    </a:cubicBezTo>
                    <a:cubicBezTo>
                      <a:pt x="222" y="111"/>
                      <a:pt x="250" y="84"/>
                      <a:pt x="305" y="84"/>
                    </a:cubicBezTo>
                    <a:cubicBezTo>
                      <a:pt x="361" y="84"/>
                      <a:pt x="416" y="111"/>
                      <a:pt x="444" y="139"/>
                    </a:cubicBezTo>
                    <a:cubicBezTo>
                      <a:pt x="472" y="167"/>
                      <a:pt x="472" y="222"/>
                      <a:pt x="472" y="250"/>
                    </a:cubicBezTo>
                    <a:cubicBezTo>
                      <a:pt x="472" y="305"/>
                      <a:pt x="472" y="333"/>
                      <a:pt x="444" y="361"/>
                    </a:cubicBezTo>
                    <a:cubicBezTo>
                      <a:pt x="416" y="416"/>
                      <a:pt x="388" y="444"/>
                      <a:pt x="305" y="500"/>
                    </a:cubicBezTo>
                    <a:lnTo>
                      <a:pt x="28" y="805"/>
                    </a:lnTo>
                    <a:cubicBezTo>
                      <a:pt x="0" y="805"/>
                      <a:pt x="0" y="832"/>
                      <a:pt x="0" y="860"/>
                    </a:cubicBezTo>
                    <a:lnTo>
                      <a:pt x="0" y="888"/>
                    </a:lnTo>
                    <a:cubicBezTo>
                      <a:pt x="0" y="888"/>
                      <a:pt x="0" y="915"/>
                      <a:pt x="0" y="915"/>
                    </a:cubicBezTo>
                    <a:lnTo>
                      <a:pt x="610" y="915"/>
                    </a:lnTo>
                    <a:cubicBezTo>
                      <a:pt x="638" y="915"/>
                      <a:pt x="638" y="888"/>
                      <a:pt x="638" y="888"/>
                    </a:cubicBezTo>
                    <a:lnTo>
                      <a:pt x="638" y="832"/>
                    </a:lnTo>
                    <a:lnTo>
                      <a:pt x="610" y="832"/>
                    </a:lnTo>
                    <a:cubicBezTo>
                      <a:pt x="610" y="805"/>
                      <a:pt x="610" y="805"/>
                      <a:pt x="610" y="805"/>
                    </a:cubicBezTo>
                    <a:lnTo>
                      <a:pt x="194" y="805"/>
                    </a:lnTo>
                    <a:lnTo>
                      <a:pt x="444" y="555"/>
                    </a:lnTo>
                    <a:cubicBezTo>
                      <a:pt x="499" y="500"/>
                      <a:pt x="555" y="444"/>
                      <a:pt x="582" y="416"/>
                    </a:cubicBezTo>
                    <a:cubicBezTo>
                      <a:pt x="610" y="361"/>
                      <a:pt x="610" y="305"/>
                      <a:pt x="610" y="250"/>
                    </a:cubicBezTo>
                    <a:cubicBezTo>
                      <a:pt x="610" y="195"/>
                      <a:pt x="582" y="111"/>
                      <a:pt x="527" y="56"/>
                    </a:cubicBezTo>
                    <a:cubicBezTo>
                      <a:pt x="499" y="0"/>
                      <a:pt x="416"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9"/>
              <p:cNvSpPr/>
              <p:nvPr/>
            </p:nvSpPr>
            <p:spPr>
              <a:xfrm>
                <a:off x="8323050" y="3360868"/>
                <a:ext cx="16650" cy="23600"/>
              </a:xfrm>
              <a:custGeom>
                <a:avLst/>
                <a:gdLst/>
                <a:ahLst/>
                <a:cxnLst/>
                <a:rect l="l" t="t" r="r" b="b"/>
                <a:pathLst>
                  <a:path w="666" h="944" extrusionOk="0">
                    <a:moveTo>
                      <a:pt x="28" y="1"/>
                    </a:moveTo>
                    <a:cubicBezTo>
                      <a:pt x="28" y="29"/>
                      <a:pt x="28" y="29"/>
                      <a:pt x="28" y="29"/>
                    </a:cubicBezTo>
                    <a:lnTo>
                      <a:pt x="28" y="84"/>
                    </a:lnTo>
                    <a:cubicBezTo>
                      <a:pt x="28" y="84"/>
                      <a:pt x="28" y="84"/>
                      <a:pt x="28" y="112"/>
                    </a:cubicBezTo>
                    <a:lnTo>
                      <a:pt x="444" y="112"/>
                    </a:lnTo>
                    <a:lnTo>
                      <a:pt x="194" y="389"/>
                    </a:lnTo>
                    <a:cubicBezTo>
                      <a:pt x="194" y="417"/>
                      <a:pt x="167" y="417"/>
                      <a:pt x="167" y="417"/>
                    </a:cubicBezTo>
                    <a:lnTo>
                      <a:pt x="167" y="472"/>
                    </a:lnTo>
                    <a:lnTo>
                      <a:pt x="194" y="472"/>
                    </a:lnTo>
                    <a:cubicBezTo>
                      <a:pt x="194" y="500"/>
                      <a:pt x="194" y="500"/>
                      <a:pt x="194" y="500"/>
                    </a:cubicBezTo>
                    <a:lnTo>
                      <a:pt x="333" y="500"/>
                    </a:lnTo>
                    <a:cubicBezTo>
                      <a:pt x="472" y="500"/>
                      <a:pt x="527" y="555"/>
                      <a:pt x="527" y="666"/>
                    </a:cubicBezTo>
                    <a:cubicBezTo>
                      <a:pt x="527" y="722"/>
                      <a:pt x="499" y="749"/>
                      <a:pt x="472" y="777"/>
                    </a:cubicBezTo>
                    <a:cubicBezTo>
                      <a:pt x="444" y="805"/>
                      <a:pt x="388" y="833"/>
                      <a:pt x="333" y="833"/>
                    </a:cubicBezTo>
                    <a:cubicBezTo>
                      <a:pt x="278" y="833"/>
                      <a:pt x="222" y="833"/>
                      <a:pt x="194" y="805"/>
                    </a:cubicBezTo>
                    <a:cubicBezTo>
                      <a:pt x="139" y="777"/>
                      <a:pt x="111" y="749"/>
                      <a:pt x="111" y="694"/>
                    </a:cubicBezTo>
                    <a:cubicBezTo>
                      <a:pt x="83" y="666"/>
                      <a:pt x="83" y="666"/>
                      <a:pt x="83" y="666"/>
                    </a:cubicBezTo>
                    <a:lnTo>
                      <a:pt x="28" y="666"/>
                    </a:lnTo>
                    <a:cubicBezTo>
                      <a:pt x="0" y="666"/>
                      <a:pt x="0" y="666"/>
                      <a:pt x="0" y="694"/>
                    </a:cubicBezTo>
                    <a:cubicBezTo>
                      <a:pt x="0" y="749"/>
                      <a:pt x="0" y="777"/>
                      <a:pt x="28" y="805"/>
                    </a:cubicBezTo>
                    <a:cubicBezTo>
                      <a:pt x="56" y="860"/>
                      <a:pt x="83" y="888"/>
                      <a:pt x="139" y="916"/>
                    </a:cubicBezTo>
                    <a:cubicBezTo>
                      <a:pt x="194" y="916"/>
                      <a:pt x="250" y="943"/>
                      <a:pt x="333" y="943"/>
                    </a:cubicBezTo>
                    <a:cubicBezTo>
                      <a:pt x="388" y="943"/>
                      <a:pt x="444" y="916"/>
                      <a:pt x="499" y="916"/>
                    </a:cubicBezTo>
                    <a:cubicBezTo>
                      <a:pt x="555" y="888"/>
                      <a:pt x="582" y="860"/>
                      <a:pt x="610" y="805"/>
                    </a:cubicBezTo>
                    <a:cubicBezTo>
                      <a:pt x="638" y="777"/>
                      <a:pt x="666" y="722"/>
                      <a:pt x="666" y="666"/>
                    </a:cubicBezTo>
                    <a:cubicBezTo>
                      <a:pt x="666" y="583"/>
                      <a:pt x="638" y="500"/>
                      <a:pt x="582" y="472"/>
                    </a:cubicBezTo>
                    <a:cubicBezTo>
                      <a:pt x="527" y="417"/>
                      <a:pt x="444" y="389"/>
                      <a:pt x="361" y="389"/>
                    </a:cubicBezTo>
                    <a:lnTo>
                      <a:pt x="333" y="389"/>
                    </a:lnTo>
                    <a:lnTo>
                      <a:pt x="610" y="112"/>
                    </a:lnTo>
                    <a:cubicBezTo>
                      <a:pt x="610" y="84"/>
                      <a:pt x="610" y="84"/>
                      <a:pt x="610" y="84"/>
                    </a:cubicBezTo>
                    <a:lnTo>
                      <a:pt x="610" y="29"/>
                    </a:lnTo>
                    <a:cubicBezTo>
                      <a:pt x="610" y="29"/>
                      <a:pt x="610" y="29"/>
                      <a:pt x="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9"/>
              <p:cNvSpPr/>
              <p:nvPr/>
            </p:nvSpPr>
            <p:spPr>
              <a:xfrm>
                <a:off x="8322000" y="3756132"/>
                <a:ext cx="18050" cy="22900"/>
              </a:xfrm>
              <a:custGeom>
                <a:avLst/>
                <a:gdLst/>
                <a:ahLst/>
                <a:cxnLst/>
                <a:rect l="l" t="t" r="r" b="b"/>
                <a:pathLst>
                  <a:path w="722" h="916" extrusionOk="0">
                    <a:moveTo>
                      <a:pt x="444" y="139"/>
                    </a:moveTo>
                    <a:lnTo>
                      <a:pt x="444" y="582"/>
                    </a:lnTo>
                    <a:lnTo>
                      <a:pt x="139" y="582"/>
                    </a:lnTo>
                    <a:lnTo>
                      <a:pt x="444" y="139"/>
                    </a:lnTo>
                    <a:close/>
                    <a:moveTo>
                      <a:pt x="416" y="0"/>
                    </a:moveTo>
                    <a:cubicBezTo>
                      <a:pt x="416" y="0"/>
                      <a:pt x="416" y="28"/>
                      <a:pt x="416" y="28"/>
                    </a:cubicBezTo>
                    <a:lnTo>
                      <a:pt x="1" y="582"/>
                    </a:lnTo>
                    <a:cubicBezTo>
                      <a:pt x="1" y="582"/>
                      <a:pt x="1" y="610"/>
                      <a:pt x="1" y="610"/>
                    </a:cubicBezTo>
                    <a:lnTo>
                      <a:pt x="1" y="666"/>
                    </a:lnTo>
                    <a:cubicBezTo>
                      <a:pt x="1" y="666"/>
                      <a:pt x="1" y="693"/>
                      <a:pt x="1" y="693"/>
                    </a:cubicBezTo>
                    <a:lnTo>
                      <a:pt x="444" y="693"/>
                    </a:lnTo>
                    <a:lnTo>
                      <a:pt x="444" y="887"/>
                    </a:lnTo>
                    <a:cubicBezTo>
                      <a:pt x="444" y="887"/>
                      <a:pt x="472" y="915"/>
                      <a:pt x="472" y="915"/>
                    </a:cubicBezTo>
                    <a:lnTo>
                      <a:pt x="555" y="915"/>
                    </a:lnTo>
                    <a:cubicBezTo>
                      <a:pt x="583" y="915"/>
                      <a:pt x="583" y="887"/>
                      <a:pt x="583" y="887"/>
                    </a:cubicBezTo>
                    <a:lnTo>
                      <a:pt x="583" y="693"/>
                    </a:lnTo>
                    <a:lnTo>
                      <a:pt x="721" y="693"/>
                    </a:lnTo>
                    <a:cubicBezTo>
                      <a:pt x="721" y="693"/>
                      <a:pt x="721" y="666"/>
                      <a:pt x="721" y="666"/>
                    </a:cubicBezTo>
                    <a:lnTo>
                      <a:pt x="721" y="610"/>
                    </a:lnTo>
                    <a:cubicBezTo>
                      <a:pt x="721" y="582"/>
                      <a:pt x="694" y="582"/>
                      <a:pt x="694" y="582"/>
                    </a:cubicBezTo>
                    <a:lnTo>
                      <a:pt x="583" y="582"/>
                    </a:lnTo>
                    <a:lnTo>
                      <a:pt x="583" y="28"/>
                    </a:lnTo>
                    <a:cubicBezTo>
                      <a:pt x="583" y="28"/>
                      <a:pt x="583" y="28"/>
                      <a:pt x="5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9"/>
              <p:cNvSpPr/>
              <p:nvPr/>
            </p:nvSpPr>
            <p:spPr>
              <a:xfrm>
                <a:off x="8323400" y="4150698"/>
                <a:ext cx="15950" cy="23600"/>
              </a:xfrm>
              <a:custGeom>
                <a:avLst/>
                <a:gdLst/>
                <a:ahLst/>
                <a:cxnLst/>
                <a:rect l="l" t="t" r="r" b="b"/>
                <a:pathLst>
                  <a:path w="638" h="944" extrusionOk="0">
                    <a:moveTo>
                      <a:pt x="111" y="1"/>
                    </a:moveTo>
                    <a:cubicBezTo>
                      <a:pt x="83" y="1"/>
                      <a:pt x="83" y="1"/>
                      <a:pt x="83" y="28"/>
                    </a:cubicBezTo>
                    <a:lnTo>
                      <a:pt x="28" y="472"/>
                    </a:lnTo>
                    <a:cubicBezTo>
                      <a:pt x="28" y="472"/>
                      <a:pt x="28" y="472"/>
                      <a:pt x="28" y="500"/>
                    </a:cubicBezTo>
                    <a:lnTo>
                      <a:pt x="139" y="500"/>
                    </a:lnTo>
                    <a:cubicBezTo>
                      <a:pt x="167" y="500"/>
                      <a:pt x="167" y="472"/>
                      <a:pt x="167" y="472"/>
                    </a:cubicBezTo>
                    <a:cubicBezTo>
                      <a:pt x="194" y="472"/>
                      <a:pt x="222" y="444"/>
                      <a:pt x="250" y="444"/>
                    </a:cubicBezTo>
                    <a:cubicBezTo>
                      <a:pt x="250" y="444"/>
                      <a:pt x="278" y="417"/>
                      <a:pt x="305" y="417"/>
                    </a:cubicBezTo>
                    <a:cubicBezTo>
                      <a:pt x="361" y="417"/>
                      <a:pt x="416" y="444"/>
                      <a:pt x="472" y="472"/>
                    </a:cubicBezTo>
                    <a:cubicBezTo>
                      <a:pt x="499" y="528"/>
                      <a:pt x="527" y="555"/>
                      <a:pt x="527" y="611"/>
                    </a:cubicBezTo>
                    <a:cubicBezTo>
                      <a:pt x="527" y="694"/>
                      <a:pt x="499" y="722"/>
                      <a:pt x="472" y="777"/>
                    </a:cubicBezTo>
                    <a:cubicBezTo>
                      <a:pt x="416" y="805"/>
                      <a:pt x="361" y="833"/>
                      <a:pt x="305" y="833"/>
                    </a:cubicBezTo>
                    <a:cubicBezTo>
                      <a:pt x="278" y="833"/>
                      <a:pt x="222" y="805"/>
                      <a:pt x="194" y="777"/>
                    </a:cubicBezTo>
                    <a:cubicBezTo>
                      <a:pt x="167" y="777"/>
                      <a:pt x="139" y="722"/>
                      <a:pt x="111" y="694"/>
                    </a:cubicBezTo>
                    <a:cubicBezTo>
                      <a:pt x="111" y="666"/>
                      <a:pt x="111" y="666"/>
                      <a:pt x="83" y="666"/>
                    </a:cubicBezTo>
                    <a:lnTo>
                      <a:pt x="0" y="666"/>
                    </a:lnTo>
                    <a:lnTo>
                      <a:pt x="0" y="694"/>
                    </a:lnTo>
                    <a:cubicBezTo>
                      <a:pt x="0" y="722"/>
                      <a:pt x="0" y="777"/>
                      <a:pt x="28" y="805"/>
                    </a:cubicBezTo>
                    <a:cubicBezTo>
                      <a:pt x="56" y="833"/>
                      <a:pt x="83" y="860"/>
                      <a:pt x="139" y="888"/>
                    </a:cubicBezTo>
                    <a:cubicBezTo>
                      <a:pt x="194" y="916"/>
                      <a:pt x="250" y="943"/>
                      <a:pt x="305" y="943"/>
                    </a:cubicBezTo>
                    <a:cubicBezTo>
                      <a:pt x="388" y="943"/>
                      <a:pt x="444" y="916"/>
                      <a:pt x="472" y="888"/>
                    </a:cubicBezTo>
                    <a:cubicBezTo>
                      <a:pt x="527" y="860"/>
                      <a:pt x="582" y="833"/>
                      <a:pt x="610" y="777"/>
                    </a:cubicBezTo>
                    <a:cubicBezTo>
                      <a:pt x="638" y="749"/>
                      <a:pt x="638" y="694"/>
                      <a:pt x="638" y="611"/>
                    </a:cubicBezTo>
                    <a:cubicBezTo>
                      <a:pt x="638" y="555"/>
                      <a:pt x="638" y="500"/>
                      <a:pt x="610" y="472"/>
                    </a:cubicBezTo>
                    <a:cubicBezTo>
                      <a:pt x="582" y="417"/>
                      <a:pt x="527" y="389"/>
                      <a:pt x="499" y="361"/>
                    </a:cubicBezTo>
                    <a:cubicBezTo>
                      <a:pt x="444" y="333"/>
                      <a:pt x="388" y="333"/>
                      <a:pt x="333" y="333"/>
                    </a:cubicBezTo>
                    <a:cubicBezTo>
                      <a:pt x="250" y="333"/>
                      <a:pt x="194" y="333"/>
                      <a:pt x="167" y="361"/>
                    </a:cubicBezTo>
                    <a:lnTo>
                      <a:pt x="194" y="112"/>
                    </a:lnTo>
                    <a:lnTo>
                      <a:pt x="582" y="112"/>
                    </a:lnTo>
                    <a:cubicBezTo>
                      <a:pt x="582" y="84"/>
                      <a:pt x="582" y="84"/>
                      <a:pt x="582" y="84"/>
                    </a:cubicBezTo>
                    <a:lnTo>
                      <a:pt x="582" y="28"/>
                    </a:lnTo>
                    <a:cubicBezTo>
                      <a:pt x="582" y="28"/>
                      <a:pt x="582" y="1"/>
                      <a:pt x="5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9"/>
              <p:cNvSpPr/>
              <p:nvPr/>
            </p:nvSpPr>
            <p:spPr>
              <a:xfrm>
                <a:off x="8322700" y="4545963"/>
                <a:ext cx="16650" cy="22900"/>
              </a:xfrm>
              <a:custGeom>
                <a:avLst/>
                <a:gdLst/>
                <a:ahLst/>
                <a:cxnLst/>
                <a:rect l="l" t="t" r="r" b="b"/>
                <a:pathLst>
                  <a:path w="666" h="916" extrusionOk="0">
                    <a:moveTo>
                      <a:pt x="333" y="416"/>
                    </a:moveTo>
                    <a:cubicBezTo>
                      <a:pt x="361" y="416"/>
                      <a:pt x="416" y="416"/>
                      <a:pt x="444" y="444"/>
                    </a:cubicBezTo>
                    <a:cubicBezTo>
                      <a:pt x="472" y="444"/>
                      <a:pt x="499" y="472"/>
                      <a:pt x="527" y="499"/>
                    </a:cubicBezTo>
                    <a:cubicBezTo>
                      <a:pt x="527" y="527"/>
                      <a:pt x="555" y="583"/>
                      <a:pt x="555" y="610"/>
                    </a:cubicBezTo>
                    <a:cubicBezTo>
                      <a:pt x="555" y="666"/>
                      <a:pt x="527" y="694"/>
                      <a:pt x="527" y="721"/>
                    </a:cubicBezTo>
                    <a:cubicBezTo>
                      <a:pt x="499" y="749"/>
                      <a:pt x="472" y="777"/>
                      <a:pt x="444" y="804"/>
                    </a:cubicBezTo>
                    <a:cubicBezTo>
                      <a:pt x="416" y="804"/>
                      <a:pt x="361" y="832"/>
                      <a:pt x="333" y="832"/>
                    </a:cubicBezTo>
                    <a:cubicBezTo>
                      <a:pt x="305" y="832"/>
                      <a:pt x="250" y="804"/>
                      <a:pt x="222" y="804"/>
                    </a:cubicBezTo>
                    <a:cubicBezTo>
                      <a:pt x="194" y="777"/>
                      <a:pt x="167" y="749"/>
                      <a:pt x="139" y="721"/>
                    </a:cubicBezTo>
                    <a:cubicBezTo>
                      <a:pt x="139" y="694"/>
                      <a:pt x="111" y="666"/>
                      <a:pt x="111" y="610"/>
                    </a:cubicBezTo>
                    <a:cubicBezTo>
                      <a:pt x="111" y="583"/>
                      <a:pt x="139" y="527"/>
                      <a:pt x="139" y="499"/>
                    </a:cubicBezTo>
                    <a:cubicBezTo>
                      <a:pt x="167" y="472"/>
                      <a:pt x="194" y="444"/>
                      <a:pt x="222" y="444"/>
                    </a:cubicBezTo>
                    <a:cubicBezTo>
                      <a:pt x="250" y="416"/>
                      <a:pt x="305" y="416"/>
                      <a:pt x="333" y="416"/>
                    </a:cubicBezTo>
                    <a:close/>
                    <a:moveTo>
                      <a:pt x="333" y="0"/>
                    </a:moveTo>
                    <a:cubicBezTo>
                      <a:pt x="333" y="28"/>
                      <a:pt x="333" y="28"/>
                      <a:pt x="333" y="28"/>
                    </a:cubicBezTo>
                    <a:lnTo>
                      <a:pt x="83" y="361"/>
                    </a:lnTo>
                    <a:cubicBezTo>
                      <a:pt x="28" y="444"/>
                      <a:pt x="0" y="527"/>
                      <a:pt x="0" y="610"/>
                    </a:cubicBezTo>
                    <a:cubicBezTo>
                      <a:pt x="0" y="666"/>
                      <a:pt x="0" y="721"/>
                      <a:pt x="28" y="777"/>
                    </a:cubicBezTo>
                    <a:cubicBezTo>
                      <a:pt x="56" y="832"/>
                      <a:pt x="111" y="860"/>
                      <a:pt x="139" y="888"/>
                    </a:cubicBezTo>
                    <a:cubicBezTo>
                      <a:pt x="194" y="915"/>
                      <a:pt x="278" y="915"/>
                      <a:pt x="333" y="915"/>
                    </a:cubicBezTo>
                    <a:cubicBezTo>
                      <a:pt x="416" y="915"/>
                      <a:pt x="472" y="915"/>
                      <a:pt x="527" y="888"/>
                    </a:cubicBezTo>
                    <a:cubicBezTo>
                      <a:pt x="555" y="860"/>
                      <a:pt x="610" y="804"/>
                      <a:pt x="638" y="777"/>
                    </a:cubicBezTo>
                    <a:cubicBezTo>
                      <a:pt x="666" y="721"/>
                      <a:pt x="666" y="666"/>
                      <a:pt x="666" y="610"/>
                    </a:cubicBezTo>
                    <a:cubicBezTo>
                      <a:pt x="666" y="555"/>
                      <a:pt x="666" y="499"/>
                      <a:pt x="638" y="472"/>
                    </a:cubicBezTo>
                    <a:cubicBezTo>
                      <a:pt x="610" y="416"/>
                      <a:pt x="555" y="361"/>
                      <a:pt x="527" y="333"/>
                    </a:cubicBezTo>
                    <a:cubicBezTo>
                      <a:pt x="472" y="305"/>
                      <a:pt x="416" y="305"/>
                      <a:pt x="361" y="305"/>
                    </a:cubicBezTo>
                    <a:lnTo>
                      <a:pt x="278" y="305"/>
                    </a:lnTo>
                    <a:lnTo>
                      <a:pt x="472" y="28"/>
                    </a:lnTo>
                    <a:cubicBezTo>
                      <a:pt x="472" y="28"/>
                      <a:pt x="472" y="0"/>
                      <a:pt x="4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49"/>
            <p:cNvGrpSpPr/>
            <p:nvPr/>
          </p:nvGrpSpPr>
          <p:grpSpPr>
            <a:xfrm>
              <a:off x="5614975" y="4609225"/>
              <a:ext cx="2597125" cy="40925"/>
              <a:chOff x="5614975" y="4609225"/>
              <a:chExt cx="2597125" cy="40925"/>
            </a:xfrm>
          </p:grpSpPr>
          <p:sp>
            <p:nvSpPr>
              <p:cNvPr id="1209" name="Google Shape;1209;p49"/>
              <p:cNvSpPr/>
              <p:nvPr/>
            </p:nvSpPr>
            <p:spPr>
              <a:xfrm>
                <a:off x="5614975" y="4632100"/>
                <a:ext cx="24974" cy="18050"/>
              </a:xfrm>
              <a:custGeom>
                <a:avLst/>
                <a:gdLst/>
                <a:ahLst/>
                <a:cxnLst/>
                <a:rect l="l" t="t" r="r" b="b"/>
                <a:pathLst>
                  <a:path w="1027" h="722" extrusionOk="0">
                    <a:moveTo>
                      <a:pt x="638" y="139"/>
                    </a:moveTo>
                    <a:cubicBezTo>
                      <a:pt x="721" y="139"/>
                      <a:pt x="777" y="167"/>
                      <a:pt x="832" y="194"/>
                    </a:cubicBezTo>
                    <a:cubicBezTo>
                      <a:pt x="888" y="222"/>
                      <a:pt x="915" y="277"/>
                      <a:pt x="915" y="361"/>
                    </a:cubicBezTo>
                    <a:cubicBezTo>
                      <a:pt x="915" y="416"/>
                      <a:pt x="888" y="472"/>
                      <a:pt x="832" y="527"/>
                    </a:cubicBezTo>
                    <a:cubicBezTo>
                      <a:pt x="777" y="555"/>
                      <a:pt x="721" y="582"/>
                      <a:pt x="638" y="582"/>
                    </a:cubicBezTo>
                    <a:lnTo>
                      <a:pt x="389" y="582"/>
                    </a:lnTo>
                    <a:cubicBezTo>
                      <a:pt x="306" y="582"/>
                      <a:pt x="250" y="555"/>
                      <a:pt x="195" y="527"/>
                    </a:cubicBezTo>
                    <a:cubicBezTo>
                      <a:pt x="139" y="472"/>
                      <a:pt x="111" y="416"/>
                      <a:pt x="111" y="361"/>
                    </a:cubicBezTo>
                    <a:cubicBezTo>
                      <a:pt x="111" y="277"/>
                      <a:pt x="139" y="222"/>
                      <a:pt x="195" y="194"/>
                    </a:cubicBezTo>
                    <a:cubicBezTo>
                      <a:pt x="250" y="167"/>
                      <a:pt x="306" y="139"/>
                      <a:pt x="389" y="139"/>
                    </a:cubicBezTo>
                    <a:close/>
                    <a:moveTo>
                      <a:pt x="389" y="0"/>
                    </a:moveTo>
                    <a:cubicBezTo>
                      <a:pt x="278" y="0"/>
                      <a:pt x="195" y="28"/>
                      <a:pt x="111" y="83"/>
                    </a:cubicBezTo>
                    <a:cubicBezTo>
                      <a:pt x="28" y="139"/>
                      <a:pt x="1" y="222"/>
                      <a:pt x="1" y="361"/>
                    </a:cubicBezTo>
                    <a:cubicBezTo>
                      <a:pt x="1" y="472"/>
                      <a:pt x="28" y="555"/>
                      <a:pt x="111" y="610"/>
                    </a:cubicBezTo>
                    <a:cubicBezTo>
                      <a:pt x="195" y="666"/>
                      <a:pt x="278" y="721"/>
                      <a:pt x="389" y="721"/>
                    </a:cubicBezTo>
                    <a:lnTo>
                      <a:pt x="638" y="721"/>
                    </a:lnTo>
                    <a:cubicBezTo>
                      <a:pt x="749" y="693"/>
                      <a:pt x="832" y="666"/>
                      <a:pt x="915" y="610"/>
                    </a:cubicBezTo>
                    <a:cubicBezTo>
                      <a:pt x="999" y="555"/>
                      <a:pt x="1026" y="472"/>
                      <a:pt x="1026" y="361"/>
                    </a:cubicBezTo>
                    <a:cubicBezTo>
                      <a:pt x="1026" y="222"/>
                      <a:pt x="999" y="139"/>
                      <a:pt x="915" y="83"/>
                    </a:cubicBezTo>
                    <a:cubicBezTo>
                      <a:pt x="832"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9"/>
              <p:cNvSpPr/>
              <p:nvPr/>
            </p:nvSpPr>
            <p:spPr>
              <a:xfrm>
                <a:off x="5615656" y="4617525"/>
                <a:ext cx="23612" cy="11125"/>
              </a:xfrm>
              <a:custGeom>
                <a:avLst/>
                <a:gdLst/>
                <a:ahLst/>
                <a:cxnLst/>
                <a:rect l="l" t="t" r="r" b="b"/>
                <a:pathLst>
                  <a:path w="971" h="445" extrusionOk="0">
                    <a:moveTo>
                      <a:pt x="0" y="1"/>
                    </a:moveTo>
                    <a:cubicBezTo>
                      <a:pt x="0" y="1"/>
                      <a:pt x="0" y="29"/>
                      <a:pt x="0" y="29"/>
                    </a:cubicBezTo>
                    <a:lnTo>
                      <a:pt x="0" y="84"/>
                    </a:lnTo>
                    <a:cubicBezTo>
                      <a:pt x="0" y="112"/>
                      <a:pt x="0" y="112"/>
                      <a:pt x="0" y="140"/>
                    </a:cubicBezTo>
                    <a:lnTo>
                      <a:pt x="250" y="445"/>
                    </a:lnTo>
                    <a:lnTo>
                      <a:pt x="278" y="445"/>
                    </a:lnTo>
                    <a:lnTo>
                      <a:pt x="333" y="417"/>
                    </a:lnTo>
                    <a:cubicBezTo>
                      <a:pt x="333" y="417"/>
                      <a:pt x="333" y="389"/>
                      <a:pt x="333" y="389"/>
                    </a:cubicBezTo>
                    <a:cubicBezTo>
                      <a:pt x="333" y="389"/>
                      <a:pt x="333" y="361"/>
                      <a:pt x="333" y="361"/>
                    </a:cubicBezTo>
                    <a:lnTo>
                      <a:pt x="139" y="140"/>
                    </a:lnTo>
                    <a:lnTo>
                      <a:pt x="943" y="140"/>
                    </a:lnTo>
                    <a:cubicBezTo>
                      <a:pt x="971" y="140"/>
                      <a:pt x="971" y="140"/>
                      <a:pt x="971" y="112"/>
                    </a:cubicBezTo>
                    <a:lnTo>
                      <a:pt x="971" y="29"/>
                    </a:lnTo>
                    <a:cubicBezTo>
                      <a:pt x="971" y="29"/>
                      <a:pt x="971"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9"/>
              <p:cNvSpPr/>
              <p:nvPr/>
            </p:nvSpPr>
            <p:spPr>
              <a:xfrm>
                <a:off x="6128984" y="4632100"/>
                <a:ext cx="25675" cy="18050"/>
              </a:xfrm>
              <a:custGeom>
                <a:avLst/>
                <a:gdLst/>
                <a:ahLst/>
                <a:cxnLst/>
                <a:rect l="l" t="t" r="r" b="b"/>
                <a:pathLst>
                  <a:path w="1027" h="722" extrusionOk="0">
                    <a:moveTo>
                      <a:pt x="638" y="139"/>
                    </a:moveTo>
                    <a:cubicBezTo>
                      <a:pt x="722" y="139"/>
                      <a:pt x="805" y="167"/>
                      <a:pt x="833" y="194"/>
                    </a:cubicBezTo>
                    <a:cubicBezTo>
                      <a:pt x="888" y="222"/>
                      <a:pt x="916" y="277"/>
                      <a:pt x="916" y="361"/>
                    </a:cubicBezTo>
                    <a:cubicBezTo>
                      <a:pt x="916" y="416"/>
                      <a:pt x="888" y="472"/>
                      <a:pt x="833" y="527"/>
                    </a:cubicBezTo>
                    <a:cubicBezTo>
                      <a:pt x="805" y="555"/>
                      <a:pt x="722" y="582"/>
                      <a:pt x="638" y="582"/>
                    </a:cubicBezTo>
                    <a:lnTo>
                      <a:pt x="417" y="582"/>
                    </a:lnTo>
                    <a:cubicBezTo>
                      <a:pt x="306" y="582"/>
                      <a:pt x="250" y="555"/>
                      <a:pt x="195" y="527"/>
                    </a:cubicBezTo>
                    <a:cubicBezTo>
                      <a:pt x="139" y="472"/>
                      <a:pt x="139" y="416"/>
                      <a:pt x="139" y="361"/>
                    </a:cubicBezTo>
                    <a:cubicBezTo>
                      <a:pt x="139" y="277"/>
                      <a:pt x="139" y="222"/>
                      <a:pt x="195" y="194"/>
                    </a:cubicBezTo>
                    <a:cubicBezTo>
                      <a:pt x="250" y="167"/>
                      <a:pt x="306" y="139"/>
                      <a:pt x="417" y="139"/>
                    </a:cubicBezTo>
                    <a:close/>
                    <a:moveTo>
                      <a:pt x="389" y="0"/>
                    </a:moveTo>
                    <a:cubicBezTo>
                      <a:pt x="278" y="0"/>
                      <a:pt x="195" y="28"/>
                      <a:pt x="112" y="83"/>
                    </a:cubicBezTo>
                    <a:cubicBezTo>
                      <a:pt x="56" y="139"/>
                      <a:pt x="1" y="222"/>
                      <a:pt x="1" y="361"/>
                    </a:cubicBezTo>
                    <a:cubicBezTo>
                      <a:pt x="1" y="472"/>
                      <a:pt x="56" y="555"/>
                      <a:pt x="112" y="610"/>
                    </a:cubicBezTo>
                    <a:cubicBezTo>
                      <a:pt x="195" y="666"/>
                      <a:pt x="278" y="721"/>
                      <a:pt x="389" y="721"/>
                    </a:cubicBezTo>
                    <a:lnTo>
                      <a:pt x="638" y="721"/>
                    </a:lnTo>
                    <a:cubicBezTo>
                      <a:pt x="749" y="693"/>
                      <a:pt x="860" y="666"/>
                      <a:pt x="916" y="610"/>
                    </a:cubicBezTo>
                    <a:cubicBezTo>
                      <a:pt x="999" y="555"/>
                      <a:pt x="1027" y="472"/>
                      <a:pt x="1027" y="361"/>
                    </a:cubicBezTo>
                    <a:cubicBezTo>
                      <a:pt x="1027" y="222"/>
                      <a:pt x="999" y="139"/>
                      <a:pt x="916" y="83"/>
                    </a:cubicBezTo>
                    <a:cubicBezTo>
                      <a:pt x="860"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9"/>
              <p:cNvSpPr/>
              <p:nvPr/>
            </p:nvSpPr>
            <p:spPr>
              <a:xfrm>
                <a:off x="6128575" y="4611300"/>
                <a:ext cx="25675" cy="17350"/>
              </a:xfrm>
              <a:custGeom>
                <a:avLst/>
                <a:gdLst/>
                <a:ahLst/>
                <a:cxnLst/>
                <a:rect l="l" t="t" r="r" b="b"/>
                <a:pathLst>
                  <a:path w="1027" h="694" extrusionOk="0">
                    <a:moveTo>
                      <a:pt x="943" y="1"/>
                    </a:moveTo>
                    <a:cubicBezTo>
                      <a:pt x="916" y="1"/>
                      <a:pt x="916" y="28"/>
                      <a:pt x="916" y="28"/>
                    </a:cubicBezTo>
                    <a:cubicBezTo>
                      <a:pt x="888" y="28"/>
                      <a:pt x="888" y="28"/>
                      <a:pt x="888" y="56"/>
                    </a:cubicBezTo>
                    <a:lnTo>
                      <a:pt x="888" y="500"/>
                    </a:lnTo>
                    <a:lnTo>
                      <a:pt x="611" y="222"/>
                    </a:lnTo>
                    <a:cubicBezTo>
                      <a:pt x="555" y="139"/>
                      <a:pt x="500" y="112"/>
                      <a:pt x="472" y="84"/>
                    </a:cubicBezTo>
                    <a:cubicBezTo>
                      <a:pt x="417" y="56"/>
                      <a:pt x="361" y="28"/>
                      <a:pt x="306" y="28"/>
                    </a:cubicBezTo>
                    <a:cubicBezTo>
                      <a:pt x="223" y="28"/>
                      <a:pt x="139" y="56"/>
                      <a:pt x="84" y="112"/>
                    </a:cubicBezTo>
                    <a:cubicBezTo>
                      <a:pt x="29" y="167"/>
                      <a:pt x="1" y="250"/>
                      <a:pt x="1" y="361"/>
                    </a:cubicBezTo>
                    <a:cubicBezTo>
                      <a:pt x="1" y="417"/>
                      <a:pt x="29" y="472"/>
                      <a:pt x="56" y="527"/>
                    </a:cubicBezTo>
                    <a:cubicBezTo>
                      <a:pt x="84" y="583"/>
                      <a:pt x="112" y="611"/>
                      <a:pt x="167" y="638"/>
                    </a:cubicBezTo>
                    <a:cubicBezTo>
                      <a:pt x="223" y="666"/>
                      <a:pt x="278" y="666"/>
                      <a:pt x="306" y="694"/>
                    </a:cubicBezTo>
                    <a:cubicBezTo>
                      <a:pt x="333" y="694"/>
                      <a:pt x="333" y="666"/>
                      <a:pt x="333" y="666"/>
                    </a:cubicBezTo>
                    <a:cubicBezTo>
                      <a:pt x="333" y="666"/>
                      <a:pt x="333" y="666"/>
                      <a:pt x="333" y="638"/>
                    </a:cubicBezTo>
                    <a:lnTo>
                      <a:pt x="333" y="583"/>
                    </a:lnTo>
                    <a:cubicBezTo>
                      <a:pt x="333" y="583"/>
                      <a:pt x="333" y="555"/>
                      <a:pt x="333" y="555"/>
                    </a:cubicBezTo>
                    <a:lnTo>
                      <a:pt x="306" y="555"/>
                    </a:lnTo>
                    <a:cubicBezTo>
                      <a:pt x="250" y="527"/>
                      <a:pt x="223" y="527"/>
                      <a:pt x="167" y="472"/>
                    </a:cubicBezTo>
                    <a:cubicBezTo>
                      <a:pt x="139" y="444"/>
                      <a:pt x="139" y="417"/>
                      <a:pt x="139" y="361"/>
                    </a:cubicBezTo>
                    <a:cubicBezTo>
                      <a:pt x="139" y="306"/>
                      <a:pt x="139" y="250"/>
                      <a:pt x="167" y="222"/>
                    </a:cubicBezTo>
                    <a:cubicBezTo>
                      <a:pt x="195" y="195"/>
                      <a:pt x="250" y="167"/>
                      <a:pt x="306" y="167"/>
                    </a:cubicBezTo>
                    <a:cubicBezTo>
                      <a:pt x="361" y="167"/>
                      <a:pt x="389" y="195"/>
                      <a:pt x="417" y="195"/>
                    </a:cubicBezTo>
                    <a:cubicBezTo>
                      <a:pt x="472" y="222"/>
                      <a:pt x="500" y="278"/>
                      <a:pt x="583" y="361"/>
                    </a:cubicBezTo>
                    <a:lnTo>
                      <a:pt x="888" y="666"/>
                    </a:lnTo>
                    <a:cubicBezTo>
                      <a:pt x="888" y="694"/>
                      <a:pt x="916" y="694"/>
                      <a:pt x="943" y="694"/>
                    </a:cubicBezTo>
                    <a:lnTo>
                      <a:pt x="999" y="694"/>
                    </a:lnTo>
                    <a:cubicBezTo>
                      <a:pt x="1027" y="694"/>
                      <a:pt x="1027" y="666"/>
                      <a:pt x="1027" y="666"/>
                    </a:cubicBezTo>
                    <a:lnTo>
                      <a:pt x="1027" y="56"/>
                    </a:lnTo>
                    <a:cubicBezTo>
                      <a:pt x="1027" y="28"/>
                      <a:pt x="1027" y="28"/>
                      <a:pt x="999" y="28"/>
                    </a:cubicBezTo>
                    <a:cubicBezTo>
                      <a:pt x="999" y="28"/>
                      <a:pt x="999"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9"/>
              <p:cNvSpPr/>
              <p:nvPr/>
            </p:nvSpPr>
            <p:spPr>
              <a:xfrm>
                <a:off x="6643694" y="4632100"/>
                <a:ext cx="24975" cy="18050"/>
              </a:xfrm>
              <a:custGeom>
                <a:avLst/>
                <a:gdLst/>
                <a:ahLst/>
                <a:cxnLst/>
                <a:rect l="l" t="t" r="r" b="b"/>
                <a:pathLst>
                  <a:path w="999" h="722" extrusionOk="0">
                    <a:moveTo>
                      <a:pt x="610" y="139"/>
                    </a:moveTo>
                    <a:cubicBezTo>
                      <a:pt x="693" y="139"/>
                      <a:pt x="776" y="167"/>
                      <a:pt x="804" y="194"/>
                    </a:cubicBezTo>
                    <a:cubicBezTo>
                      <a:pt x="860" y="222"/>
                      <a:pt x="887" y="277"/>
                      <a:pt x="887" y="361"/>
                    </a:cubicBezTo>
                    <a:cubicBezTo>
                      <a:pt x="887" y="416"/>
                      <a:pt x="860" y="472"/>
                      <a:pt x="804" y="527"/>
                    </a:cubicBezTo>
                    <a:cubicBezTo>
                      <a:pt x="776" y="555"/>
                      <a:pt x="693" y="582"/>
                      <a:pt x="610" y="582"/>
                    </a:cubicBezTo>
                    <a:lnTo>
                      <a:pt x="388" y="582"/>
                    </a:lnTo>
                    <a:cubicBezTo>
                      <a:pt x="305" y="582"/>
                      <a:pt x="222" y="555"/>
                      <a:pt x="166" y="527"/>
                    </a:cubicBezTo>
                    <a:cubicBezTo>
                      <a:pt x="139" y="472"/>
                      <a:pt x="111" y="416"/>
                      <a:pt x="111" y="361"/>
                    </a:cubicBezTo>
                    <a:cubicBezTo>
                      <a:pt x="111" y="277"/>
                      <a:pt x="139" y="222"/>
                      <a:pt x="166" y="194"/>
                    </a:cubicBezTo>
                    <a:cubicBezTo>
                      <a:pt x="222" y="167"/>
                      <a:pt x="305" y="139"/>
                      <a:pt x="388" y="139"/>
                    </a:cubicBezTo>
                    <a:close/>
                    <a:moveTo>
                      <a:pt x="361" y="0"/>
                    </a:moveTo>
                    <a:cubicBezTo>
                      <a:pt x="250" y="0"/>
                      <a:pt x="166" y="28"/>
                      <a:pt x="83" y="83"/>
                    </a:cubicBezTo>
                    <a:cubicBezTo>
                      <a:pt x="28" y="139"/>
                      <a:pt x="0" y="222"/>
                      <a:pt x="0" y="361"/>
                    </a:cubicBezTo>
                    <a:cubicBezTo>
                      <a:pt x="0" y="472"/>
                      <a:pt x="28" y="555"/>
                      <a:pt x="83" y="610"/>
                    </a:cubicBezTo>
                    <a:cubicBezTo>
                      <a:pt x="166" y="666"/>
                      <a:pt x="250" y="721"/>
                      <a:pt x="361" y="721"/>
                    </a:cubicBezTo>
                    <a:lnTo>
                      <a:pt x="610" y="721"/>
                    </a:lnTo>
                    <a:cubicBezTo>
                      <a:pt x="721" y="693"/>
                      <a:pt x="832" y="666"/>
                      <a:pt x="887" y="610"/>
                    </a:cubicBezTo>
                    <a:cubicBezTo>
                      <a:pt x="971" y="555"/>
                      <a:pt x="998" y="472"/>
                      <a:pt x="998" y="361"/>
                    </a:cubicBezTo>
                    <a:cubicBezTo>
                      <a:pt x="998" y="222"/>
                      <a:pt x="971" y="139"/>
                      <a:pt x="887" y="83"/>
                    </a:cubicBezTo>
                    <a:cubicBezTo>
                      <a:pt x="832" y="28"/>
                      <a:pt x="721" y="0"/>
                      <a:pt x="6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9"/>
              <p:cNvSpPr/>
              <p:nvPr/>
            </p:nvSpPr>
            <p:spPr>
              <a:xfrm>
                <a:off x="6643556" y="4611300"/>
                <a:ext cx="24975" cy="17350"/>
              </a:xfrm>
              <a:custGeom>
                <a:avLst/>
                <a:gdLst/>
                <a:ahLst/>
                <a:cxnLst/>
                <a:rect l="l" t="t" r="r" b="b"/>
                <a:pathLst>
                  <a:path w="999" h="694" extrusionOk="0">
                    <a:moveTo>
                      <a:pt x="693" y="1"/>
                    </a:moveTo>
                    <a:cubicBezTo>
                      <a:pt x="610" y="1"/>
                      <a:pt x="555" y="28"/>
                      <a:pt x="499" y="84"/>
                    </a:cubicBezTo>
                    <a:cubicBezTo>
                      <a:pt x="444" y="139"/>
                      <a:pt x="416" y="195"/>
                      <a:pt x="416" y="306"/>
                    </a:cubicBezTo>
                    <a:lnTo>
                      <a:pt x="416" y="333"/>
                    </a:lnTo>
                    <a:lnTo>
                      <a:pt x="111" y="56"/>
                    </a:lnTo>
                    <a:cubicBezTo>
                      <a:pt x="111" y="28"/>
                      <a:pt x="83" y="28"/>
                      <a:pt x="83" y="28"/>
                    </a:cubicBezTo>
                    <a:lnTo>
                      <a:pt x="28" y="28"/>
                    </a:lnTo>
                    <a:cubicBezTo>
                      <a:pt x="28" y="28"/>
                      <a:pt x="28" y="28"/>
                      <a:pt x="0" y="56"/>
                    </a:cubicBezTo>
                    <a:lnTo>
                      <a:pt x="0" y="638"/>
                    </a:lnTo>
                    <a:cubicBezTo>
                      <a:pt x="28" y="666"/>
                      <a:pt x="28" y="666"/>
                      <a:pt x="28" y="666"/>
                    </a:cubicBezTo>
                    <a:lnTo>
                      <a:pt x="83" y="666"/>
                    </a:lnTo>
                    <a:cubicBezTo>
                      <a:pt x="83" y="666"/>
                      <a:pt x="111" y="666"/>
                      <a:pt x="111" y="638"/>
                    </a:cubicBezTo>
                    <a:lnTo>
                      <a:pt x="111" y="195"/>
                    </a:lnTo>
                    <a:lnTo>
                      <a:pt x="416" y="472"/>
                    </a:lnTo>
                    <a:cubicBezTo>
                      <a:pt x="444" y="500"/>
                      <a:pt x="444" y="500"/>
                      <a:pt x="471" y="500"/>
                    </a:cubicBezTo>
                    <a:lnTo>
                      <a:pt x="527" y="500"/>
                    </a:lnTo>
                    <a:cubicBezTo>
                      <a:pt x="527" y="472"/>
                      <a:pt x="527" y="472"/>
                      <a:pt x="527" y="472"/>
                    </a:cubicBezTo>
                    <a:lnTo>
                      <a:pt x="527" y="333"/>
                    </a:lnTo>
                    <a:cubicBezTo>
                      <a:pt x="527" y="195"/>
                      <a:pt x="582" y="112"/>
                      <a:pt x="693" y="112"/>
                    </a:cubicBezTo>
                    <a:cubicBezTo>
                      <a:pt x="749" y="112"/>
                      <a:pt x="804" y="139"/>
                      <a:pt x="832" y="195"/>
                    </a:cubicBezTo>
                    <a:cubicBezTo>
                      <a:pt x="860" y="222"/>
                      <a:pt x="887" y="278"/>
                      <a:pt x="887" y="333"/>
                    </a:cubicBezTo>
                    <a:cubicBezTo>
                      <a:pt x="887" y="389"/>
                      <a:pt x="887" y="444"/>
                      <a:pt x="860" y="500"/>
                    </a:cubicBezTo>
                    <a:cubicBezTo>
                      <a:pt x="832" y="527"/>
                      <a:pt x="804" y="555"/>
                      <a:pt x="749" y="583"/>
                    </a:cubicBezTo>
                    <a:lnTo>
                      <a:pt x="721" y="583"/>
                    </a:lnTo>
                    <a:cubicBezTo>
                      <a:pt x="721" y="583"/>
                      <a:pt x="721" y="611"/>
                      <a:pt x="721" y="611"/>
                    </a:cubicBezTo>
                    <a:lnTo>
                      <a:pt x="721" y="666"/>
                    </a:lnTo>
                    <a:cubicBezTo>
                      <a:pt x="721" y="694"/>
                      <a:pt x="721" y="694"/>
                      <a:pt x="749" y="694"/>
                    </a:cubicBezTo>
                    <a:cubicBezTo>
                      <a:pt x="804" y="694"/>
                      <a:pt x="832" y="694"/>
                      <a:pt x="887" y="666"/>
                    </a:cubicBezTo>
                    <a:cubicBezTo>
                      <a:pt x="915" y="638"/>
                      <a:pt x="943" y="583"/>
                      <a:pt x="971" y="527"/>
                    </a:cubicBezTo>
                    <a:cubicBezTo>
                      <a:pt x="998" y="472"/>
                      <a:pt x="998" y="417"/>
                      <a:pt x="998" y="333"/>
                    </a:cubicBezTo>
                    <a:cubicBezTo>
                      <a:pt x="998" y="278"/>
                      <a:pt x="998" y="222"/>
                      <a:pt x="971" y="167"/>
                    </a:cubicBezTo>
                    <a:cubicBezTo>
                      <a:pt x="943" y="112"/>
                      <a:pt x="915" y="56"/>
                      <a:pt x="860" y="28"/>
                    </a:cubicBezTo>
                    <a:cubicBezTo>
                      <a:pt x="832" y="1"/>
                      <a:pt x="776" y="1"/>
                      <a:pt x="6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9"/>
              <p:cNvSpPr/>
              <p:nvPr/>
            </p:nvSpPr>
            <p:spPr>
              <a:xfrm>
                <a:off x="7157705" y="4632100"/>
                <a:ext cx="24975" cy="18050"/>
              </a:xfrm>
              <a:custGeom>
                <a:avLst/>
                <a:gdLst/>
                <a:ahLst/>
                <a:cxnLst/>
                <a:rect l="l" t="t" r="r" b="b"/>
                <a:pathLst>
                  <a:path w="999" h="722" extrusionOk="0">
                    <a:moveTo>
                      <a:pt x="611" y="139"/>
                    </a:moveTo>
                    <a:cubicBezTo>
                      <a:pt x="694" y="139"/>
                      <a:pt x="777" y="167"/>
                      <a:pt x="833" y="194"/>
                    </a:cubicBezTo>
                    <a:cubicBezTo>
                      <a:pt x="860" y="222"/>
                      <a:pt x="888" y="277"/>
                      <a:pt x="888" y="361"/>
                    </a:cubicBezTo>
                    <a:cubicBezTo>
                      <a:pt x="888" y="416"/>
                      <a:pt x="860" y="472"/>
                      <a:pt x="833" y="527"/>
                    </a:cubicBezTo>
                    <a:cubicBezTo>
                      <a:pt x="777" y="555"/>
                      <a:pt x="694" y="582"/>
                      <a:pt x="611" y="582"/>
                    </a:cubicBezTo>
                    <a:lnTo>
                      <a:pt x="389" y="582"/>
                    </a:lnTo>
                    <a:cubicBezTo>
                      <a:pt x="306" y="582"/>
                      <a:pt x="223" y="555"/>
                      <a:pt x="167" y="527"/>
                    </a:cubicBezTo>
                    <a:cubicBezTo>
                      <a:pt x="139" y="472"/>
                      <a:pt x="112" y="416"/>
                      <a:pt x="112" y="361"/>
                    </a:cubicBezTo>
                    <a:cubicBezTo>
                      <a:pt x="112" y="277"/>
                      <a:pt x="139" y="222"/>
                      <a:pt x="167" y="194"/>
                    </a:cubicBezTo>
                    <a:cubicBezTo>
                      <a:pt x="223" y="167"/>
                      <a:pt x="306" y="139"/>
                      <a:pt x="389" y="139"/>
                    </a:cubicBezTo>
                    <a:close/>
                    <a:moveTo>
                      <a:pt x="389" y="0"/>
                    </a:moveTo>
                    <a:cubicBezTo>
                      <a:pt x="250" y="0"/>
                      <a:pt x="167" y="28"/>
                      <a:pt x="112" y="83"/>
                    </a:cubicBezTo>
                    <a:cubicBezTo>
                      <a:pt x="28" y="139"/>
                      <a:pt x="1" y="222"/>
                      <a:pt x="1" y="361"/>
                    </a:cubicBezTo>
                    <a:cubicBezTo>
                      <a:pt x="1" y="472"/>
                      <a:pt x="28" y="555"/>
                      <a:pt x="112" y="610"/>
                    </a:cubicBezTo>
                    <a:cubicBezTo>
                      <a:pt x="167" y="666"/>
                      <a:pt x="250" y="721"/>
                      <a:pt x="389" y="721"/>
                    </a:cubicBezTo>
                    <a:lnTo>
                      <a:pt x="611" y="721"/>
                    </a:lnTo>
                    <a:cubicBezTo>
                      <a:pt x="749" y="693"/>
                      <a:pt x="833" y="666"/>
                      <a:pt x="916" y="610"/>
                    </a:cubicBezTo>
                    <a:cubicBezTo>
                      <a:pt x="971" y="555"/>
                      <a:pt x="999" y="472"/>
                      <a:pt x="999" y="361"/>
                    </a:cubicBezTo>
                    <a:cubicBezTo>
                      <a:pt x="999" y="222"/>
                      <a:pt x="971" y="139"/>
                      <a:pt x="916" y="83"/>
                    </a:cubicBezTo>
                    <a:cubicBezTo>
                      <a:pt x="833" y="28"/>
                      <a:pt x="749" y="0"/>
                      <a:pt x="6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9"/>
              <p:cNvSpPr/>
              <p:nvPr/>
            </p:nvSpPr>
            <p:spPr>
              <a:xfrm>
                <a:off x="7157837" y="4609225"/>
                <a:ext cx="24975" cy="19425"/>
              </a:xfrm>
              <a:custGeom>
                <a:avLst/>
                <a:gdLst/>
                <a:ahLst/>
                <a:cxnLst/>
                <a:rect l="l" t="t" r="r" b="b"/>
                <a:pathLst>
                  <a:path w="999" h="777" extrusionOk="0">
                    <a:moveTo>
                      <a:pt x="638" y="277"/>
                    </a:moveTo>
                    <a:lnTo>
                      <a:pt x="638" y="638"/>
                    </a:lnTo>
                    <a:lnTo>
                      <a:pt x="139" y="277"/>
                    </a:lnTo>
                    <a:close/>
                    <a:moveTo>
                      <a:pt x="638" y="0"/>
                    </a:moveTo>
                    <a:cubicBezTo>
                      <a:pt x="638" y="0"/>
                      <a:pt x="638" y="28"/>
                      <a:pt x="638" y="28"/>
                    </a:cubicBezTo>
                    <a:lnTo>
                      <a:pt x="638" y="167"/>
                    </a:lnTo>
                    <a:lnTo>
                      <a:pt x="1" y="167"/>
                    </a:lnTo>
                    <a:cubicBezTo>
                      <a:pt x="1" y="167"/>
                      <a:pt x="1" y="167"/>
                      <a:pt x="1" y="194"/>
                    </a:cubicBezTo>
                    <a:lnTo>
                      <a:pt x="1" y="277"/>
                    </a:lnTo>
                    <a:cubicBezTo>
                      <a:pt x="1" y="305"/>
                      <a:pt x="1" y="305"/>
                      <a:pt x="1" y="305"/>
                    </a:cubicBezTo>
                    <a:cubicBezTo>
                      <a:pt x="28" y="333"/>
                      <a:pt x="28" y="333"/>
                      <a:pt x="28" y="333"/>
                    </a:cubicBezTo>
                    <a:lnTo>
                      <a:pt x="638" y="749"/>
                    </a:lnTo>
                    <a:cubicBezTo>
                      <a:pt x="638" y="777"/>
                      <a:pt x="666" y="777"/>
                      <a:pt x="666" y="777"/>
                    </a:cubicBezTo>
                    <a:lnTo>
                      <a:pt x="749" y="777"/>
                    </a:lnTo>
                    <a:cubicBezTo>
                      <a:pt x="749" y="749"/>
                      <a:pt x="749" y="749"/>
                      <a:pt x="749" y="749"/>
                    </a:cubicBezTo>
                    <a:lnTo>
                      <a:pt x="749" y="277"/>
                    </a:lnTo>
                    <a:lnTo>
                      <a:pt x="999" y="277"/>
                    </a:lnTo>
                    <a:cubicBezTo>
                      <a:pt x="999" y="277"/>
                      <a:pt x="999" y="250"/>
                      <a:pt x="999" y="250"/>
                    </a:cubicBezTo>
                    <a:lnTo>
                      <a:pt x="999" y="194"/>
                    </a:lnTo>
                    <a:cubicBezTo>
                      <a:pt x="999" y="167"/>
                      <a:pt x="999" y="167"/>
                      <a:pt x="999" y="167"/>
                    </a:cubicBezTo>
                    <a:lnTo>
                      <a:pt x="749" y="167"/>
                    </a:lnTo>
                    <a:lnTo>
                      <a:pt x="749" y="28"/>
                    </a:lnTo>
                    <a:cubicBezTo>
                      <a:pt x="749" y="28"/>
                      <a:pt x="749" y="0"/>
                      <a:pt x="7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9"/>
              <p:cNvSpPr/>
              <p:nvPr/>
            </p:nvSpPr>
            <p:spPr>
              <a:xfrm>
                <a:off x="7671715" y="4632100"/>
                <a:ext cx="25675" cy="18050"/>
              </a:xfrm>
              <a:custGeom>
                <a:avLst/>
                <a:gdLst/>
                <a:ahLst/>
                <a:cxnLst/>
                <a:rect l="l" t="t" r="r" b="b"/>
                <a:pathLst>
                  <a:path w="1027" h="722" extrusionOk="0">
                    <a:moveTo>
                      <a:pt x="611" y="139"/>
                    </a:moveTo>
                    <a:cubicBezTo>
                      <a:pt x="722" y="139"/>
                      <a:pt x="777" y="167"/>
                      <a:pt x="833" y="194"/>
                    </a:cubicBezTo>
                    <a:cubicBezTo>
                      <a:pt x="888" y="222"/>
                      <a:pt x="888" y="277"/>
                      <a:pt x="888" y="361"/>
                    </a:cubicBezTo>
                    <a:cubicBezTo>
                      <a:pt x="888" y="416"/>
                      <a:pt x="888" y="472"/>
                      <a:pt x="833" y="527"/>
                    </a:cubicBezTo>
                    <a:cubicBezTo>
                      <a:pt x="777" y="555"/>
                      <a:pt x="722" y="582"/>
                      <a:pt x="611" y="582"/>
                    </a:cubicBezTo>
                    <a:lnTo>
                      <a:pt x="389" y="582"/>
                    </a:lnTo>
                    <a:cubicBezTo>
                      <a:pt x="306" y="582"/>
                      <a:pt x="223" y="555"/>
                      <a:pt x="195" y="527"/>
                    </a:cubicBezTo>
                    <a:cubicBezTo>
                      <a:pt x="140" y="472"/>
                      <a:pt x="112" y="416"/>
                      <a:pt x="112" y="361"/>
                    </a:cubicBezTo>
                    <a:cubicBezTo>
                      <a:pt x="112" y="277"/>
                      <a:pt x="140" y="222"/>
                      <a:pt x="195" y="194"/>
                    </a:cubicBezTo>
                    <a:cubicBezTo>
                      <a:pt x="223" y="167"/>
                      <a:pt x="306" y="139"/>
                      <a:pt x="389" y="139"/>
                    </a:cubicBezTo>
                    <a:close/>
                    <a:moveTo>
                      <a:pt x="389" y="0"/>
                    </a:moveTo>
                    <a:cubicBezTo>
                      <a:pt x="278" y="0"/>
                      <a:pt x="167" y="28"/>
                      <a:pt x="112" y="83"/>
                    </a:cubicBezTo>
                    <a:cubicBezTo>
                      <a:pt x="29" y="139"/>
                      <a:pt x="1" y="222"/>
                      <a:pt x="1" y="361"/>
                    </a:cubicBezTo>
                    <a:cubicBezTo>
                      <a:pt x="1" y="472"/>
                      <a:pt x="29" y="555"/>
                      <a:pt x="112" y="610"/>
                    </a:cubicBezTo>
                    <a:cubicBezTo>
                      <a:pt x="167" y="666"/>
                      <a:pt x="278" y="721"/>
                      <a:pt x="389" y="721"/>
                    </a:cubicBezTo>
                    <a:lnTo>
                      <a:pt x="639" y="721"/>
                    </a:lnTo>
                    <a:cubicBezTo>
                      <a:pt x="750" y="693"/>
                      <a:pt x="833" y="666"/>
                      <a:pt x="916" y="610"/>
                    </a:cubicBezTo>
                    <a:cubicBezTo>
                      <a:pt x="971" y="555"/>
                      <a:pt x="1027" y="472"/>
                      <a:pt x="1027" y="361"/>
                    </a:cubicBezTo>
                    <a:cubicBezTo>
                      <a:pt x="1027" y="222"/>
                      <a:pt x="971" y="139"/>
                      <a:pt x="916" y="83"/>
                    </a:cubicBezTo>
                    <a:cubicBezTo>
                      <a:pt x="833" y="28"/>
                      <a:pt x="750" y="0"/>
                      <a:pt x="6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9"/>
              <p:cNvSpPr/>
              <p:nvPr/>
            </p:nvSpPr>
            <p:spPr>
              <a:xfrm>
                <a:off x="7672119" y="4611300"/>
                <a:ext cx="25675" cy="17350"/>
              </a:xfrm>
              <a:custGeom>
                <a:avLst/>
                <a:gdLst/>
                <a:ahLst/>
                <a:cxnLst/>
                <a:rect l="l" t="t" r="r" b="b"/>
                <a:pathLst>
                  <a:path w="1027" h="694" extrusionOk="0">
                    <a:moveTo>
                      <a:pt x="694" y="1"/>
                    </a:moveTo>
                    <a:cubicBezTo>
                      <a:pt x="611" y="1"/>
                      <a:pt x="555" y="1"/>
                      <a:pt x="500" y="28"/>
                    </a:cubicBezTo>
                    <a:cubicBezTo>
                      <a:pt x="472" y="84"/>
                      <a:pt x="417" y="112"/>
                      <a:pt x="417" y="167"/>
                    </a:cubicBezTo>
                    <a:cubicBezTo>
                      <a:pt x="389" y="222"/>
                      <a:pt x="361" y="278"/>
                      <a:pt x="361" y="333"/>
                    </a:cubicBezTo>
                    <a:cubicBezTo>
                      <a:pt x="361" y="417"/>
                      <a:pt x="389" y="472"/>
                      <a:pt x="417" y="527"/>
                    </a:cubicBezTo>
                    <a:lnTo>
                      <a:pt x="140" y="500"/>
                    </a:lnTo>
                    <a:lnTo>
                      <a:pt x="140" y="84"/>
                    </a:lnTo>
                    <a:cubicBezTo>
                      <a:pt x="140" y="84"/>
                      <a:pt x="140" y="84"/>
                      <a:pt x="112" y="56"/>
                    </a:cubicBezTo>
                    <a:lnTo>
                      <a:pt x="29" y="56"/>
                    </a:lnTo>
                    <a:cubicBezTo>
                      <a:pt x="29" y="56"/>
                      <a:pt x="1" y="84"/>
                      <a:pt x="1" y="84"/>
                    </a:cubicBezTo>
                    <a:lnTo>
                      <a:pt x="1" y="583"/>
                    </a:lnTo>
                    <a:cubicBezTo>
                      <a:pt x="1" y="611"/>
                      <a:pt x="29" y="611"/>
                      <a:pt x="56" y="611"/>
                    </a:cubicBezTo>
                    <a:lnTo>
                      <a:pt x="528" y="666"/>
                    </a:lnTo>
                    <a:cubicBezTo>
                      <a:pt x="528" y="666"/>
                      <a:pt x="528" y="666"/>
                      <a:pt x="528" y="638"/>
                    </a:cubicBezTo>
                    <a:cubicBezTo>
                      <a:pt x="555" y="638"/>
                      <a:pt x="555" y="638"/>
                      <a:pt x="555" y="611"/>
                    </a:cubicBezTo>
                    <a:lnTo>
                      <a:pt x="555" y="555"/>
                    </a:lnTo>
                    <a:cubicBezTo>
                      <a:pt x="555" y="555"/>
                      <a:pt x="555" y="527"/>
                      <a:pt x="555" y="527"/>
                    </a:cubicBezTo>
                    <a:cubicBezTo>
                      <a:pt x="528" y="527"/>
                      <a:pt x="528" y="500"/>
                      <a:pt x="528" y="500"/>
                    </a:cubicBezTo>
                    <a:cubicBezTo>
                      <a:pt x="500" y="472"/>
                      <a:pt x="500" y="444"/>
                      <a:pt x="500" y="444"/>
                    </a:cubicBezTo>
                    <a:cubicBezTo>
                      <a:pt x="472" y="417"/>
                      <a:pt x="472" y="389"/>
                      <a:pt x="472" y="361"/>
                    </a:cubicBezTo>
                    <a:cubicBezTo>
                      <a:pt x="472" y="278"/>
                      <a:pt x="500" y="250"/>
                      <a:pt x="528" y="195"/>
                    </a:cubicBezTo>
                    <a:cubicBezTo>
                      <a:pt x="555" y="139"/>
                      <a:pt x="611" y="139"/>
                      <a:pt x="666" y="139"/>
                    </a:cubicBezTo>
                    <a:cubicBezTo>
                      <a:pt x="750" y="139"/>
                      <a:pt x="805" y="139"/>
                      <a:pt x="833" y="195"/>
                    </a:cubicBezTo>
                    <a:cubicBezTo>
                      <a:pt x="888" y="250"/>
                      <a:pt x="888" y="278"/>
                      <a:pt x="888" y="361"/>
                    </a:cubicBezTo>
                    <a:cubicBezTo>
                      <a:pt x="888" y="417"/>
                      <a:pt x="888" y="444"/>
                      <a:pt x="860" y="500"/>
                    </a:cubicBezTo>
                    <a:cubicBezTo>
                      <a:pt x="833" y="527"/>
                      <a:pt x="805" y="555"/>
                      <a:pt x="750" y="555"/>
                    </a:cubicBezTo>
                    <a:cubicBezTo>
                      <a:pt x="722" y="583"/>
                      <a:pt x="722" y="583"/>
                      <a:pt x="722" y="611"/>
                    </a:cubicBezTo>
                    <a:lnTo>
                      <a:pt x="722" y="666"/>
                    </a:lnTo>
                    <a:cubicBezTo>
                      <a:pt x="722" y="666"/>
                      <a:pt x="722" y="694"/>
                      <a:pt x="722" y="694"/>
                    </a:cubicBezTo>
                    <a:lnTo>
                      <a:pt x="750" y="694"/>
                    </a:lnTo>
                    <a:cubicBezTo>
                      <a:pt x="805" y="694"/>
                      <a:pt x="833" y="694"/>
                      <a:pt x="888" y="666"/>
                    </a:cubicBezTo>
                    <a:cubicBezTo>
                      <a:pt x="916" y="638"/>
                      <a:pt x="944" y="583"/>
                      <a:pt x="971" y="527"/>
                    </a:cubicBezTo>
                    <a:cubicBezTo>
                      <a:pt x="999" y="500"/>
                      <a:pt x="1027" y="417"/>
                      <a:pt x="1027" y="361"/>
                    </a:cubicBezTo>
                    <a:cubicBezTo>
                      <a:pt x="1027" y="278"/>
                      <a:pt x="999" y="222"/>
                      <a:pt x="971" y="167"/>
                    </a:cubicBezTo>
                    <a:cubicBezTo>
                      <a:pt x="944" y="112"/>
                      <a:pt x="916" y="84"/>
                      <a:pt x="860" y="28"/>
                    </a:cubicBezTo>
                    <a:cubicBezTo>
                      <a:pt x="805" y="1"/>
                      <a:pt x="750" y="1"/>
                      <a:pt x="6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9"/>
              <p:cNvSpPr/>
              <p:nvPr/>
            </p:nvSpPr>
            <p:spPr>
              <a:xfrm>
                <a:off x="8186425" y="4632100"/>
                <a:ext cx="25675" cy="18050"/>
              </a:xfrm>
              <a:custGeom>
                <a:avLst/>
                <a:gdLst/>
                <a:ahLst/>
                <a:cxnLst/>
                <a:rect l="l" t="t" r="r" b="b"/>
                <a:pathLst>
                  <a:path w="1027" h="722" extrusionOk="0">
                    <a:moveTo>
                      <a:pt x="638" y="139"/>
                    </a:moveTo>
                    <a:cubicBezTo>
                      <a:pt x="721" y="139"/>
                      <a:pt x="777" y="167"/>
                      <a:pt x="832" y="194"/>
                    </a:cubicBezTo>
                    <a:cubicBezTo>
                      <a:pt x="887" y="222"/>
                      <a:pt x="915" y="277"/>
                      <a:pt x="915" y="361"/>
                    </a:cubicBezTo>
                    <a:cubicBezTo>
                      <a:pt x="915" y="416"/>
                      <a:pt x="887" y="472"/>
                      <a:pt x="832" y="527"/>
                    </a:cubicBezTo>
                    <a:cubicBezTo>
                      <a:pt x="777" y="555"/>
                      <a:pt x="721" y="582"/>
                      <a:pt x="638" y="582"/>
                    </a:cubicBezTo>
                    <a:lnTo>
                      <a:pt x="388" y="582"/>
                    </a:lnTo>
                    <a:cubicBezTo>
                      <a:pt x="305" y="582"/>
                      <a:pt x="250" y="555"/>
                      <a:pt x="194" y="527"/>
                    </a:cubicBezTo>
                    <a:cubicBezTo>
                      <a:pt x="139" y="472"/>
                      <a:pt x="111" y="416"/>
                      <a:pt x="111" y="361"/>
                    </a:cubicBezTo>
                    <a:cubicBezTo>
                      <a:pt x="111" y="277"/>
                      <a:pt x="139" y="222"/>
                      <a:pt x="194" y="194"/>
                    </a:cubicBezTo>
                    <a:cubicBezTo>
                      <a:pt x="250" y="167"/>
                      <a:pt x="305" y="139"/>
                      <a:pt x="388" y="139"/>
                    </a:cubicBezTo>
                    <a:close/>
                    <a:moveTo>
                      <a:pt x="388" y="0"/>
                    </a:moveTo>
                    <a:cubicBezTo>
                      <a:pt x="277" y="0"/>
                      <a:pt x="194" y="28"/>
                      <a:pt x="111" y="83"/>
                    </a:cubicBezTo>
                    <a:cubicBezTo>
                      <a:pt x="28" y="139"/>
                      <a:pt x="0" y="222"/>
                      <a:pt x="0" y="361"/>
                    </a:cubicBezTo>
                    <a:cubicBezTo>
                      <a:pt x="0" y="472"/>
                      <a:pt x="28" y="555"/>
                      <a:pt x="111" y="610"/>
                    </a:cubicBezTo>
                    <a:cubicBezTo>
                      <a:pt x="194" y="666"/>
                      <a:pt x="277" y="721"/>
                      <a:pt x="388" y="721"/>
                    </a:cubicBezTo>
                    <a:lnTo>
                      <a:pt x="638" y="721"/>
                    </a:lnTo>
                    <a:cubicBezTo>
                      <a:pt x="749" y="693"/>
                      <a:pt x="832" y="666"/>
                      <a:pt x="915" y="610"/>
                    </a:cubicBezTo>
                    <a:cubicBezTo>
                      <a:pt x="998" y="555"/>
                      <a:pt x="1026" y="472"/>
                      <a:pt x="1026" y="361"/>
                    </a:cubicBezTo>
                    <a:cubicBezTo>
                      <a:pt x="1026" y="222"/>
                      <a:pt x="998" y="139"/>
                      <a:pt x="915" y="83"/>
                    </a:cubicBezTo>
                    <a:cubicBezTo>
                      <a:pt x="832"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9"/>
              <p:cNvSpPr/>
              <p:nvPr/>
            </p:nvSpPr>
            <p:spPr>
              <a:xfrm>
                <a:off x="8187100" y="4610600"/>
                <a:ext cx="25000" cy="18050"/>
              </a:xfrm>
              <a:custGeom>
                <a:avLst/>
                <a:gdLst/>
                <a:ahLst/>
                <a:cxnLst/>
                <a:rect l="l" t="t" r="r" b="b"/>
                <a:pathLst>
                  <a:path w="1000" h="722" extrusionOk="0">
                    <a:moveTo>
                      <a:pt x="666" y="140"/>
                    </a:moveTo>
                    <a:cubicBezTo>
                      <a:pt x="694" y="140"/>
                      <a:pt x="750" y="140"/>
                      <a:pt x="777" y="167"/>
                    </a:cubicBezTo>
                    <a:cubicBezTo>
                      <a:pt x="805" y="195"/>
                      <a:pt x="833" y="223"/>
                      <a:pt x="860" y="250"/>
                    </a:cubicBezTo>
                    <a:cubicBezTo>
                      <a:pt x="860" y="278"/>
                      <a:pt x="888" y="306"/>
                      <a:pt x="888" y="361"/>
                    </a:cubicBezTo>
                    <a:cubicBezTo>
                      <a:pt x="888" y="389"/>
                      <a:pt x="860" y="445"/>
                      <a:pt x="860" y="472"/>
                    </a:cubicBezTo>
                    <a:cubicBezTo>
                      <a:pt x="833" y="500"/>
                      <a:pt x="805" y="528"/>
                      <a:pt x="777" y="555"/>
                    </a:cubicBezTo>
                    <a:cubicBezTo>
                      <a:pt x="750" y="583"/>
                      <a:pt x="694" y="583"/>
                      <a:pt x="666" y="583"/>
                    </a:cubicBezTo>
                    <a:cubicBezTo>
                      <a:pt x="611" y="583"/>
                      <a:pt x="583" y="583"/>
                      <a:pt x="528" y="555"/>
                    </a:cubicBezTo>
                    <a:cubicBezTo>
                      <a:pt x="500" y="528"/>
                      <a:pt x="472" y="500"/>
                      <a:pt x="472" y="472"/>
                    </a:cubicBezTo>
                    <a:cubicBezTo>
                      <a:pt x="445" y="445"/>
                      <a:pt x="445" y="389"/>
                      <a:pt x="445" y="361"/>
                    </a:cubicBezTo>
                    <a:cubicBezTo>
                      <a:pt x="445" y="334"/>
                      <a:pt x="445" y="278"/>
                      <a:pt x="472" y="250"/>
                    </a:cubicBezTo>
                    <a:cubicBezTo>
                      <a:pt x="472" y="223"/>
                      <a:pt x="500" y="195"/>
                      <a:pt x="528" y="167"/>
                    </a:cubicBezTo>
                    <a:cubicBezTo>
                      <a:pt x="583" y="140"/>
                      <a:pt x="611" y="140"/>
                      <a:pt x="666" y="140"/>
                    </a:cubicBezTo>
                    <a:close/>
                    <a:moveTo>
                      <a:pt x="666" y="1"/>
                    </a:moveTo>
                    <a:cubicBezTo>
                      <a:pt x="583" y="1"/>
                      <a:pt x="528" y="1"/>
                      <a:pt x="500" y="29"/>
                    </a:cubicBezTo>
                    <a:cubicBezTo>
                      <a:pt x="445" y="56"/>
                      <a:pt x="389" y="112"/>
                      <a:pt x="361" y="167"/>
                    </a:cubicBezTo>
                    <a:cubicBezTo>
                      <a:pt x="334" y="223"/>
                      <a:pt x="334" y="278"/>
                      <a:pt x="334" y="334"/>
                    </a:cubicBezTo>
                    <a:cubicBezTo>
                      <a:pt x="334" y="361"/>
                      <a:pt x="334" y="389"/>
                      <a:pt x="334" y="417"/>
                    </a:cubicBezTo>
                    <a:lnTo>
                      <a:pt x="29" y="223"/>
                    </a:lnTo>
                    <a:lnTo>
                      <a:pt x="1" y="223"/>
                    </a:lnTo>
                    <a:cubicBezTo>
                      <a:pt x="1" y="223"/>
                      <a:pt x="1" y="223"/>
                      <a:pt x="1" y="250"/>
                    </a:cubicBezTo>
                    <a:lnTo>
                      <a:pt x="1" y="306"/>
                    </a:lnTo>
                    <a:cubicBezTo>
                      <a:pt x="1" y="306"/>
                      <a:pt x="1" y="334"/>
                      <a:pt x="1" y="334"/>
                    </a:cubicBezTo>
                    <a:cubicBezTo>
                      <a:pt x="1" y="334"/>
                      <a:pt x="1" y="334"/>
                      <a:pt x="1" y="361"/>
                    </a:cubicBezTo>
                    <a:lnTo>
                      <a:pt x="29" y="361"/>
                    </a:lnTo>
                    <a:lnTo>
                      <a:pt x="389" y="639"/>
                    </a:lnTo>
                    <a:cubicBezTo>
                      <a:pt x="500" y="694"/>
                      <a:pt x="583" y="722"/>
                      <a:pt x="666" y="722"/>
                    </a:cubicBezTo>
                    <a:cubicBezTo>
                      <a:pt x="722" y="722"/>
                      <a:pt x="777" y="722"/>
                      <a:pt x="833" y="694"/>
                    </a:cubicBezTo>
                    <a:cubicBezTo>
                      <a:pt x="888" y="666"/>
                      <a:pt x="916" y="611"/>
                      <a:pt x="944" y="555"/>
                    </a:cubicBezTo>
                    <a:cubicBezTo>
                      <a:pt x="971" y="500"/>
                      <a:pt x="999" y="445"/>
                      <a:pt x="999" y="361"/>
                    </a:cubicBezTo>
                    <a:cubicBezTo>
                      <a:pt x="999" y="278"/>
                      <a:pt x="971" y="223"/>
                      <a:pt x="944" y="167"/>
                    </a:cubicBezTo>
                    <a:cubicBezTo>
                      <a:pt x="916" y="112"/>
                      <a:pt x="888" y="56"/>
                      <a:pt x="833" y="29"/>
                    </a:cubicBezTo>
                    <a:cubicBezTo>
                      <a:pt x="777" y="1"/>
                      <a:pt x="722" y="1"/>
                      <a:pt x="6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13">
    <p:spTree>
      <p:nvGrpSpPr>
        <p:cNvPr id="1" name="Shape 1221"/>
        <p:cNvGrpSpPr/>
        <p:nvPr/>
      </p:nvGrpSpPr>
      <p:grpSpPr>
        <a:xfrm>
          <a:off x="0" y="0"/>
          <a:ext cx="0" cy="0"/>
          <a:chOff x="0" y="0"/>
          <a:chExt cx="0" cy="0"/>
        </a:xfrm>
      </p:grpSpPr>
      <p:grpSp>
        <p:nvGrpSpPr>
          <p:cNvPr id="1222" name="Google Shape;1222;p50"/>
          <p:cNvGrpSpPr/>
          <p:nvPr/>
        </p:nvGrpSpPr>
        <p:grpSpPr>
          <a:xfrm>
            <a:off x="8669664" y="245588"/>
            <a:ext cx="228825" cy="228825"/>
            <a:chOff x="3023950" y="3689950"/>
            <a:chExt cx="316100" cy="316100"/>
          </a:xfrm>
        </p:grpSpPr>
        <p:sp>
          <p:nvSpPr>
            <p:cNvPr id="1223" name="Google Shape;1223;p50"/>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50"/>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50"/>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6" name="Google Shape;1226;p50"/>
          <p:cNvGrpSpPr/>
          <p:nvPr/>
        </p:nvGrpSpPr>
        <p:grpSpPr>
          <a:xfrm>
            <a:off x="8669427" y="4669065"/>
            <a:ext cx="228825" cy="228856"/>
            <a:chOff x="3023950" y="3689950"/>
            <a:chExt cx="316100" cy="316100"/>
          </a:xfrm>
        </p:grpSpPr>
        <p:sp>
          <p:nvSpPr>
            <p:cNvPr id="1227" name="Google Shape;1227;p50"/>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50"/>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50"/>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0" name="Google Shape;1230;p50"/>
          <p:cNvGrpSpPr/>
          <p:nvPr/>
        </p:nvGrpSpPr>
        <p:grpSpPr>
          <a:xfrm>
            <a:off x="245739" y="245588"/>
            <a:ext cx="228825" cy="228825"/>
            <a:chOff x="3023950" y="3689950"/>
            <a:chExt cx="316100" cy="316100"/>
          </a:xfrm>
        </p:grpSpPr>
        <p:sp>
          <p:nvSpPr>
            <p:cNvPr id="1231" name="Google Shape;1231;p50"/>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50"/>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50"/>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4" name="Google Shape;1234;p50"/>
          <p:cNvGrpSpPr/>
          <p:nvPr/>
        </p:nvGrpSpPr>
        <p:grpSpPr>
          <a:xfrm>
            <a:off x="245752" y="4669065"/>
            <a:ext cx="228825" cy="228856"/>
            <a:chOff x="3023950" y="3689950"/>
            <a:chExt cx="316100" cy="316100"/>
          </a:xfrm>
        </p:grpSpPr>
        <p:sp>
          <p:nvSpPr>
            <p:cNvPr id="1235" name="Google Shape;1235;p50"/>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50"/>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50"/>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8" name="Google Shape;1238;p50"/>
          <p:cNvSpPr txBox="1"/>
          <p:nvPr/>
        </p:nvSpPr>
        <p:spPr>
          <a:xfrm>
            <a:off x="2347050" y="4735330"/>
            <a:ext cx="4449900" cy="154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Source Code Pro Light"/>
                <a:ea typeface="Source Code Pro Light"/>
                <a:cs typeface="Source Code Pro Light"/>
                <a:sym typeface="Source Code Pro Light"/>
              </a:rPr>
              <a:t>003-1040559    1250 003-77156.8   1760 0009-14563.7   73273  </a:t>
            </a:r>
            <a:endParaRPr sz="800">
              <a:solidFill>
                <a:schemeClr val="lt1"/>
              </a:solidFill>
              <a:latin typeface="Source Code Pro Light"/>
              <a:ea typeface="Source Code Pro Light"/>
              <a:cs typeface="Source Code Pro Light"/>
              <a:sym typeface="Source Code Pro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CUSTOM_14">
    <p:spTree>
      <p:nvGrpSpPr>
        <p:cNvPr id="1" name="Shape 1239"/>
        <p:cNvGrpSpPr/>
        <p:nvPr/>
      </p:nvGrpSpPr>
      <p:grpSpPr>
        <a:xfrm>
          <a:off x="0" y="0"/>
          <a:ext cx="0" cy="0"/>
          <a:chOff x="0" y="0"/>
          <a:chExt cx="0" cy="0"/>
        </a:xfrm>
      </p:grpSpPr>
      <p:grpSp>
        <p:nvGrpSpPr>
          <p:cNvPr id="1240" name="Google Shape;1240;p51"/>
          <p:cNvGrpSpPr/>
          <p:nvPr/>
        </p:nvGrpSpPr>
        <p:grpSpPr>
          <a:xfrm>
            <a:off x="8669664" y="245588"/>
            <a:ext cx="228825" cy="228825"/>
            <a:chOff x="3023950" y="3689950"/>
            <a:chExt cx="316100" cy="316100"/>
          </a:xfrm>
        </p:grpSpPr>
        <p:sp>
          <p:nvSpPr>
            <p:cNvPr id="1241" name="Google Shape;1241;p5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5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5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4" name="Google Shape;1244;p51"/>
          <p:cNvGrpSpPr/>
          <p:nvPr/>
        </p:nvGrpSpPr>
        <p:grpSpPr>
          <a:xfrm>
            <a:off x="8669427" y="4669065"/>
            <a:ext cx="228825" cy="228856"/>
            <a:chOff x="3023950" y="3689950"/>
            <a:chExt cx="316100" cy="316100"/>
          </a:xfrm>
        </p:grpSpPr>
        <p:sp>
          <p:nvSpPr>
            <p:cNvPr id="1245" name="Google Shape;1245;p5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5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8" name="Google Shape;1248;p51"/>
          <p:cNvGrpSpPr/>
          <p:nvPr/>
        </p:nvGrpSpPr>
        <p:grpSpPr>
          <a:xfrm>
            <a:off x="245739" y="245588"/>
            <a:ext cx="228825" cy="228825"/>
            <a:chOff x="3023950" y="3689950"/>
            <a:chExt cx="316100" cy="316100"/>
          </a:xfrm>
        </p:grpSpPr>
        <p:sp>
          <p:nvSpPr>
            <p:cNvPr id="1249" name="Google Shape;1249;p5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5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2" name="Google Shape;1252;p51"/>
          <p:cNvGrpSpPr/>
          <p:nvPr/>
        </p:nvGrpSpPr>
        <p:grpSpPr>
          <a:xfrm>
            <a:off x="245752" y="4669065"/>
            <a:ext cx="228825" cy="228856"/>
            <a:chOff x="3023950" y="3689950"/>
            <a:chExt cx="316100" cy="316100"/>
          </a:xfrm>
        </p:grpSpPr>
        <p:sp>
          <p:nvSpPr>
            <p:cNvPr id="1253" name="Google Shape;1253;p51"/>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1"/>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51"/>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3">
  <p:cSld name="CUSTOM_14_1">
    <p:spTree>
      <p:nvGrpSpPr>
        <p:cNvPr id="1" name="Shape 1256"/>
        <p:cNvGrpSpPr/>
        <p:nvPr/>
      </p:nvGrpSpPr>
      <p:grpSpPr>
        <a:xfrm>
          <a:off x="0" y="0"/>
          <a:ext cx="0" cy="0"/>
          <a:chOff x="0" y="0"/>
          <a:chExt cx="0" cy="0"/>
        </a:xfrm>
      </p:grpSpPr>
      <p:grpSp>
        <p:nvGrpSpPr>
          <p:cNvPr id="1257" name="Google Shape;1257;p52"/>
          <p:cNvGrpSpPr/>
          <p:nvPr/>
        </p:nvGrpSpPr>
        <p:grpSpPr>
          <a:xfrm>
            <a:off x="8669664" y="245588"/>
            <a:ext cx="228825" cy="228825"/>
            <a:chOff x="3023950" y="3689950"/>
            <a:chExt cx="316100" cy="316100"/>
          </a:xfrm>
        </p:grpSpPr>
        <p:sp>
          <p:nvSpPr>
            <p:cNvPr id="1258" name="Google Shape;1258;p52"/>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52"/>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52"/>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1" name="Google Shape;1261;p52"/>
          <p:cNvGrpSpPr/>
          <p:nvPr/>
        </p:nvGrpSpPr>
        <p:grpSpPr>
          <a:xfrm>
            <a:off x="245752" y="4669065"/>
            <a:ext cx="228825" cy="228856"/>
            <a:chOff x="3023950" y="3689950"/>
            <a:chExt cx="316100" cy="316100"/>
          </a:xfrm>
        </p:grpSpPr>
        <p:sp>
          <p:nvSpPr>
            <p:cNvPr id="1262" name="Google Shape;1262;p52"/>
            <p:cNvSpPr/>
            <p:nvPr/>
          </p:nvSpPr>
          <p:spPr>
            <a:xfrm>
              <a:off x="3069000" y="3735000"/>
              <a:ext cx="225300" cy="225300"/>
            </a:xfrm>
            <a:custGeom>
              <a:avLst/>
              <a:gdLst/>
              <a:ahLst/>
              <a:cxnLst/>
              <a:rect l="l" t="t" r="r" b="b"/>
              <a:pathLst>
                <a:path w="9012" h="9012" fill="none" extrusionOk="0">
                  <a:moveTo>
                    <a:pt x="9012" y="4520"/>
                  </a:moveTo>
                  <a:cubicBezTo>
                    <a:pt x="9012" y="7015"/>
                    <a:pt x="6988" y="9011"/>
                    <a:pt x="4520" y="9011"/>
                  </a:cubicBezTo>
                  <a:cubicBezTo>
                    <a:pt x="2025" y="9011"/>
                    <a:pt x="1" y="7015"/>
                    <a:pt x="1" y="4520"/>
                  </a:cubicBezTo>
                  <a:cubicBezTo>
                    <a:pt x="1" y="2025"/>
                    <a:pt x="2025" y="1"/>
                    <a:pt x="4520" y="1"/>
                  </a:cubicBezTo>
                  <a:cubicBezTo>
                    <a:pt x="6988" y="1"/>
                    <a:pt x="9012" y="2025"/>
                    <a:pt x="9012" y="4520"/>
                  </a:cubicBezTo>
                  <a:close/>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52"/>
            <p:cNvSpPr/>
            <p:nvPr/>
          </p:nvSpPr>
          <p:spPr>
            <a:xfrm>
              <a:off x="3182000" y="3689950"/>
              <a:ext cx="25" cy="316100"/>
            </a:xfrm>
            <a:custGeom>
              <a:avLst/>
              <a:gdLst/>
              <a:ahLst/>
              <a:cxnLst/>
              <a:rect l="l" t="t" r="r" b="b"/>
              <a:pathLst>
                <a:path w="1" h="12644" fill="none" extrusionOk="0">
                  <a:moveTo>
                    <a:pt x="0" y="0"/>
                  </a:moveTo>
                  <a:lnTo>
                    <a:pt x="0" y="12643"/>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52"/>
            <p:cNvSpPr/>
            <p:nvPr/>
          </p:nvSpPr>
          <p:spPr>
            <a:xfrm>
              <a:off x="3023950" y="3847975"/>
              <a:ext cx="316100" cy="25"/>
            </a:xfrm>
            <a:custGeom>
              <a:avLst/>
              <a:gdLst/>
              <a:ahLst/>
              <a:cxnLst/>
              <a:rect l="l" t="t" r="r" b="b"/>
              <a:pathLst>
                <a:path w="12644" h="1" fill="none" extrusionOk="0">
                  <a:moveTo>
                    <a:pt x="1" y="1"/>
                  </a:moveTo>
                  <a:lnTo>
                    <a:pt x="12644" y="1"/>
                  </a:lnTo>
                </a:path>
              </a:pathLst>
            </a:custGeom>
            <a:noFill/>
            <a:ln w="9000"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3500"/>
              <a:buFont typeface="Teko"/>
              <a:buNone/>
              <a:defRPr sz="3500">
                <a:solidFill>
                  <a:schemeClr val="lt1"/>
                </a:solidFill>
                <a:latin typeface="Teko"/>
                <a:ea typeface="Teko"/>
                <a:cs typeface="Teko"/>
                <a:sym typeface="Teko"/>
              </a:defRPr>
            </a:lvl1pPr>
            <a:lvl2pPr lvl="1">
              <a:spcBef>
                <a:spcPts val="0"/>
              </a:spcBef>
              <a:spcAft>
                <a:spcPts val="0"/>
              </a:spcAft>
              <a:buClr>
                <a:schemeClr val="dk1"/>
              </a:buClr>
              <a:buSzPts val="3500"/>
              <a:buNone/>
              <a:defRPr sz="3500">
                <a:solidFill>
                  <a:schemeClr val="dk1"/>
                </a:solidFill>
              </a:defRPr>
            </a:lvl2pPr>
            <a:lvl3pPr lvl="2">
              <a:spcBef>
                <a:spcPts val="0"/>
              </a:spcBef>
              <a:spcAft>
                <a:spcPts val="0"/>
              </a:spcAft>
              <a:buClr>
                <a:schemeClr val="dk1"/>
              </a:buClr>
              <a:buSzPts val="3500"/>
              <a:buNone/>
              <a:defRPr sz="3500">
                <a:solidFill>
                  <a:schemeClr val="dk1"/>
                </a:solidFill>
              </a:defRPr>
            </a:lvl3pPr>
            <a:lvl4pPr lvl="3">
              <a:spcBef>
                <a:spcPts val="0"/>
              </a:spcBef>
              <a:spcAft>
                <a:spcPts val="0"/>
              </a:spcAft>
              <a:buClr>
                <a:schemeClr val="dk1"/>
              </a:buClr>
              <a:buSzPts val="3500"/>
              <a:buNone/>
              <a:defRPr sz="3500">
                <a:solidFill>
                  <a:schemeClr val="dk1"/>
                </a:solidFill>
              </a:defRPr>
            </a:lvl4pPr>
            <a:lvl5pPr lvl="4">
              <a:spcBef>
                <a:spcPts val="0"/>
              </a:spcBef>
              <a:spcAft>
                <a:spcPts val="0"/>
              </a:spcAft>
              <a:buClr>
                <a:schemeClr val="dk1"/>
              </a:buClr>
              <a:buSzPts val="3500"/>
              <a:buNone/>
              <a:defRPr sz="3500">
                <a:solidFill>
                  <a:schemeClr val="dk1"/>
                </a:solidFill>
              </a:defRPr>
            </a:lvl5pPr>
            <a:lvl6pPr lvl="5">
              <a:spcBef>
                <a:spcPts val="0"/>
              </a:spcBef>
              <a:spcAft>
                <a:spcPts val="0"/>
              </a:spcAft>
              <a:buClr>
                <a:schemeClr val="dk1"/>
              </a:buClr>
              <a:buSzPts val="3500"/>
              <a:buNone/>
              <a:defRPr sz="3500">
                <a:solidFill>
                  <a:schemeClr val="dk1"/>
                </a:solidFill>
              </a:defRPr>
            </a:lvl6pPr>
            <a:lvl7pPr lvl="6">
              <a:spcBef>
                <a:spcPts val="0"/>
              </a:spcBef>
              <a:spcAft>
                <a:spcPts val="0"/>
              </a:spcAft>
              <a:buClr>
                <a:schemeClr val="dk1"/>
              </a:buClr>
              <a:buSzPts val="3500"/>
              <a:buNone/>
              <a:defRPr sz="3500">
                <a:solidFill>
                  <a:schemeClr val="dk1"/>
                </a:solidFill>
              </a:defRPr>
            </a:lvl7pPr>
            <a:lvl8pPr lvl="7">
              <a:spcBef>
                <a:spcPts val="0"/>
              </a:spcBef>
              <a:spcAft>
                <a:spcPts val="0"/>
              </a:spcAft>
              <a:buClr>
                <a:schemeClr val="dk1"/>
              </a:buClr>
              <a:buSzPts val="3500"/>
              <a:buNone/>
              <a:defRPr sz="3500">
                <a:solidFill>
                  <a:schemeClr val="dk1"/>
                </a:solidFill>
              </a:defRPr>
            </a:lvl8pPr>
            <a:lvl9pPr lvl="8">
              <a:spcBef>
                <a:spcPts val="0"/>
              </a:spcBef>
              <a:spcAft>
                <a:spcPts val="0"/>
              </a:spcAft>
              <a:buClr>
                <a:schemeClr val="dk1"/>
              </a:buClr>
              <a:buSzPts val="3500"/>
              <a:buNone/>
              <a:defRPr sz="35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1"/>
              </a:buClr>
              <a:buSzPts val="1800"/>
              <a:buFont typeface="Source Code Pro Light"/>
              <a:buChar char="●"/>
              <a:defRPr sz="1800">
                <a:solidFill>
                  <a:schemeClr val="lt1"/>
                </a:solidFill>
                <a:latin typeface="Source Code Pro Light"/>
                <a:ea typeface="Source Code Pro Light"/>
                <a:cs typeface="Source Code Pro Light"/>
                <a:sym typeface="Source Code Pro Light"/>
              </a:defRPr>
            </a:lvl1pPr>
            <a:lvl2pPr marL="914400" lvl="1" indent="-317500">
              <a:lnSpc>
                <a:spcPct val="100000"/>
              </a:lnSpc>
              <a:spcBef>
                <a:spcPts val="0"/>
              </a:spcBef>
              <a:spcAft>
                <a:spcPts val="0"/>
              </a:spcAft>
              <a:buClr>
                <a:schemeClr val="lt1"/>
              </a:buClr>
              <a:buSzPts val="1400"/>
              <a:buFont typeface="Source Code Pro Light"/>
              <a:buChar char="○"/>
              <a:defRPr>
                <a:solidFill>
                  <a:schemeClr val="lt1"/>
                </a:solidFill>
                <a:latin typeface="Source Code Pro Light"/>
                <a:ea typeface="Source Code Pro Light"/>
                <a:cs typeface="Source Code Pro Light"/>
                <a:sym typeface="Source Code Pro Light"/>
              </a:defRPr>
            </a:lvl2pPr>
            <a:lvl3pPr marL="1371600" lvl="2" indent="-317500">
              <a:lnSpc>
                <a:spcPct val="100000"/>
              </a:lnSpc>
              <a:spcBef>
                <a:spcPts val="0"/>
              </a:spcBef>
              <a:spcAft>
                <a:spcPts val="0"/>
              </a:spcAft>
              <a:buClr>
                <a:schemeClr val="lt1"/>
              </a:buClr>
              <a:buSzPts val="1400"/>
              <a:buFont typeface="Source Code Pro Light"/>
              <a:buChar char="■"/>
              <a:defRPr>
                <a:solidFill>
                  <a:schemeClr val="lt1"/>
                </a:solidFill>
                <a:latin typeface="Source Code Pro Light"/>
                <a:ea typeface="Source Code Pro Light"/>
                <a:cs typeface="Source Code Pro Light"/>
                <a:sym typeface="Source Code Pro Light"/>
              </a:defRPr>
            </a:lvl3pPr>
            <a:lvl4pPr marL="1828800" lvl="3" indent="-317500">
              <a:lnSpc>
                <a:spcPct val="100000"/>
              </a:lnSpc>
              <a:spcBef>
                <a:spcPts val="0"/>
              </a:spcBef>
              <a:spcAft>
                <a:spcPts val="0"/>
              </a:spcAft>
              <a:buClr>
                <a:schemeClr val="lt1"/>
              </a:buClr>
              <a:buSzPts val="1400"/>
              <a:buFont typeface="Source Code Pro Light"/>
              <a:buChar char="●"/>
              <a:defRPr>
                <a:solidFill>
                  <a:schemeClr val="lt1"/>
                </a:solidFill>
                <a:latin typeface="Source Code Pro Light"/>
                <a:ea typeface="Source Code Pro Light"/>
                <a:cs typeface="Source Code Pro Light"/>
                <a:sym typeface="Source Code Pro Light"/>
              </a:defRPr>
            </a:lvl4pPr>
            <a:lvl5pPr marL="2286000" lvl="4" indent="-317500">
              <a:lnSpc>
                <a:spcPct val="100000"/>
              </a:lnSpc>
              <a:spcBef>
                <a:spcPts val="0"/>
              </a:spcBef>
              <a:spcAft>
                <a:spcPts val="0"/>
              </a:spcAft>
              <a:buClr>
                <a:schemeClr val="lt1"/>
              </a:buClr>
              <a:buSzPts val="1400"/>
              <a:buFont typeface="Source Code Pro Light"/>
              <a:buChar char="○"/>
              <a:defRPr>
                <a:solidFill>
                  <a:schemeClr val="lt1"/>
                </a:solidFill>
                <a:latin typeface="Source Code Pro Light"/>
                <a:ea typeface="Source Code Pro Light"/>
                <a:cs typeface="Source Code Pro Light"/>
                <a:sym typeface="Source Code Pro Light"/>
              </a:defRPr>
            </a:lvl5pPr>
            <a:lvl6pPr marL="2743200" lvl="5" indent="-317500">
              <a:lnSpc>
                <a:spcPct val="100000"/>
              </a:lnSpc>
              <a:spcBef>
                <a:spcPts val="0"/>
              </a:spcBef>
              <a:spcAft>
                <a:spcPts val="0"/>
              </a:spcAft>
              <a:buClr>
                <a:schemeClr val="lt1"/>
              </a:buClr>
              <a:buSzPts val="1400"/>
              <a:buFont typeface="Source Code Pro Light"/>
              <a:buChar char="■"/>
              <a:defRPr>
                <a:solidFill>
                  <a:schemeClr val="lt1"/>
                </a:solidFill>
                <a:latin typeface="Source Code Pro Light"/>
                <a:ea typeface="Source Code Pro Light"/>
                <a:cs typeface="Source Code Pro Light"/>
                <a:sym typeface="Source Code Pro Light"/>
              </a:defRPr>
            </a:lvl6pPr>
            <a:lvl7pPr marL="3200400" lvl="6" indent="-317500">
              <a:lnSpc>
                <a:spcPct val="100000"/>
              </a:lnSpc>
              <a:spcBef>
                <a:spcPts val="0"/>
              </a:spcBef>
              <a:spcAft>
                <a:spcPts val="0"/>
              </a:spcAft>
              <a:buClr>
                <a:schemeClr val="lt1"/>
              </a:buClr>
              <a:buSzPts val="1400"/>
              <a:buFont typeface="Source Code Pro Light"/>
              <a:buChar char="●"/>
              <a:defRPr>
                <a:solidFill>
                  <a:schemeClr val="lt1"/>
                </a:solidFill>
                <a:latin typeface="Source Code Pro Light"/>
                <a:ea typeface="Source Code Pro Light"/>
                <a:cs typeface="Source Code Pro Light"/>
                <a:sym typeface="Source Code Pro Light"/>
              </a:defRPr>
            </a:lvl7pPr>
            <a:lvl8pPr marL="3657600" lvl="7" indent="-317500">
              <a:lnSpc>
                <a:spcPct val="100000"/>
              </a:lnSpc>
              <a:spcBef>
                <a:spcPts val="0"/>
              </a:spcBef>
              <a:spcAft>
                <a:spcPts val="0"/>
              </a:spcAft>
              <a:buClr>
                <a:schemeClr val="lt1"/>
              </a:buClr>
              <a:buSzPts val="1400"/>
              <a:buFont typeface="Source Code Pro Light"/>
              <a:buChar char="○"/>
              <a:defRPr>
                <a:solidFill>
                  <a:schemeClr val="lt1"/>
                </a:solidFill>
                <a:latin typeface="Source Code Pro Light"/>
                <a:ea typeface="Source Code Pro Light"/>
                <a:cs typeface="Source Code Pro Light"/>
                <a:sym typeface="Source Code Pro Light"/>
              </a:defRPr>
            </a:lvl8pPr>
            <a:lvl9pPr marL="4114800" lvl="8" indent="-317500">
              <a:lnSpc>
                <a:spcPct val="100000"/>
              </a:lnSpc>
              <a:spcBef>
                <a:spcPts val="0"/>
              </a:spcBef>
              <a:spcAft>
                <a:spcPts val="0"/>
              </a:spcAft>
              <a:buClr>
                <a:schemeClr val="lt1"/>
              </a:buClr>
              <a:buSzPts val="1400"/>
              <a:buFont typeface="Source Code Pro Light"/>
              <a:buChar char="■"/>
              <a:defRPr>
                <a:solidFill>
                  <a:schemeClr val="lt1"/>
                </a:solidFill>
                <a:latin typeface="Source Code Pro Light"/>
                <a:ea typeface="Source Code Pro Light"/>
                <a:cs typeface="Source Code Pro Light"/>
                <a:sym typeface="Source Code Pr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7" r:id="rId4"/>
    <p:sldLayoutId id="2147483658" r:id="rId5"/>
    <p:sldLayoutId id="2147483659" r:id="rId6"/>
    <p:sldLayoutId id="2147483663" r:id="rId7"/>
    <p:sldLayoutId id="2147483682" r:id="rId8"/>
    <p:sldLayoutId id="2147483687" r:id="rId9"/>
    <p:sldLayoutId id="2147483695" r:id="rId10"/>
    <p:sldLayoutId id="2147483696" r:id="rId11"/>
    <p:sldLayoutId id="2147483697" r:id="rId12"/>
    <p:sldLayoutId id="2147483698"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slide" Target="slide2.xml"/><Relationship Id="rId5" Type="http://schemas.openxmlformats.org/officeDocument/2006/relationships/slide" Target="slide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slide" Target="slide2.xml"/><Relationship Id="rId4" Type="http://schemas.openxmlformats.org/officeDocument/2006/relationships/slide" Target="slide3.xml"/></Relationships>
</file>

<file path=ppt/slides/_rels/slide1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4.gif"/><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slide" Target="slide2.xml"/></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51/0004-6361/202555816" TargetMode="External"/><Relationship Id="rId7" Type="http://schemas.openxmlformats.org/officeDocument/2006/relationships/hyperlink" Target="https://doi.org/10.48550/arXiv.2506.04350"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hyperlink" Target="https://doi.org/10.3847/1538-4357/adc1ca" TargetMode="External"/><Relationship Id="rId5" Type="http://schemas.openxmlformats.org/officeDocument/2006/relationships/hyperlink" Target="https://doi.org/10.48550/arXiv.2508.20177" TargetMode="External"/><Relationship Id="rId4" Type="http://schemas.openxmlformats.org/officeDocument/2006/relationships/hyperlink" Target="https://doi.org/10.48550/arXiv.2404.0357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grpSp>
        <p:nvGrpSpPr>
          <p:cNvPr id="1273" name="Google Shape;1273;p55"/>
          <p:cNvGrpSpPr/>
          <p:nvPr/>
        </p:nvGrpSpPr>
        <p:grpSpPr>
          <a:xfrm>
            <a:off x="719905" y="428396"/>
            <a:ext cx="1534820" cy="4175056"/>
            <a:chOff x="1713028" y="402834"/>
            <a:chExt cx="1544240" cy="4200680"/>
          </a:xfrm>
        </p:grpSpPr>
        <p:sp>
          <p:nvSpPr>
            <p:cNvPr id="1274" name="Google Shape;1274;p55"/>
            <p:cNvSpPr/>
            <p:nvPr/>
          </p:nvSpPr>
          <p:spPr>
            <a:xfrm>
              <a:off x="1713028" y="516692"/>
              <a:ext cx="1544240" cy="4086822"/>
            </a:xfrm>
            <a:custGeom>
              <a:avLst/>
              <a:gdLst/>
              <a:ahLst/>
              <a:cxnLst/>
              <a:rect l="l" t="t" r="r" b="b"/>
              <a:pathLst>
                <a:path w="41855" h="110769" extrusionOk="0">
                  <a:moveTo>
                    <a:pt x="41001" y="855"/>
                  </a:moveTo>
                  <a:lnTo>
                    <a:pt x="41001" y="109914"/>
                  </a:lnTo>
                  <a:lnTo>
                    <a:pt x="854" y="109914"/>
                  </a:lnTo>
                  <a:lnTo>
                    <a:pt x="854" y="855"/>
                  </a:lnTo>
                  <a:close/>
                  <a:moveTo>
                    <a:pt x="0" y="0"/>
                  </a:moveTo>
                  <a:lnTo>
                    <a:pt x="0" y="110769"/>
                  </a:lnTo>
                  <a:lnTo>
                    <a:pt x="41855" y="110769"/>
                  </a:lnTo>
                  <a:lnTo>
                    <a:pt x="41855" y="0"/>
                  </a:lnTo>
                  <a:close/>
                </a:path>
              </a:pathLst>
            </a:cu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5"/>
            <p:cNvSpPr/>
            <p:nvPr/>
          </p:nvSpPr>
          <p:spPr>
            <a:xfrm>
              <a:off x="1737416" y="776950"/>
              <a:ext cx="1505648" cy="37"/>
            </a:xfrm>
            <a:custGeom>
              <a:avLst/>
              <a:gdLst/>
              <a:ahLst/>
              <a:cxnLst/>
              <a:rect l="l" t="t" r="r" b="b"/>
              <a:pathLst>
                <a:path w="40809" h="1" fill="none" extrusionOk="0">
                  <a:moveTo>
                    <a:pt x="0" y="0"/>
                  </a:moveTo>
                  <a:lnTo>
                    <a:pt x="40808" y="0"/>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5"/>
            <p:cNvSpPr/>
            <p:nvPr/>
          </p:nvSpPr>
          <p:spPr>
            <a:xfrm>
              <a:off x="1737416" y="1029053"/>
              <a:ext cx="1505648" cy="37"/>
            </a:xfrm>
            <a:custGeom>
              <a:avLst/>
              <a:gdLst/>
              <a:ahLst/>
              <a:cxnLst/>
              <a:rect l="l" t="t" r="r" b="b"/>
              <a:pathLst>
                <a:path w="40809" h="1" fill="none" extrusionOk="0">
                  <a:moveTo>
                    <a:pt x="0" y="1"/>
                  </a:moveTo>
                  <a:lnTo>
                    <a:pt x="40808" y="1"/>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5"/>
            <p:cNvSpPr/>
            <p:nvPr/>
          </p:nvSpPr>
          <p:spPr>
            <a:xfrm>
              <a:off x="1737416" y="1281193"/>
              <a:ext cx="1505648" cy="37"/>
            </a:xfrm>
            <a:custGeom>
              <a:avLst/>
              <a:gdLst/>
              <a:ahLst/>
              <a:cxnLst/>
              <a:rect l="l" t="t" r="r" b="b"/>
              <a:pathLst>
                <a:path w="40809" h="1" fill="none" extrusionOk="0">
                  <a:moveTo>
                    <a:pt x="0" y="0"/>
                  </a:moveTo>
                  <a:lnTo>
                    <a:pt x="40808" y="0"/>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5"/>
            <p:cNvSpPr/>
            <p:nvPr/>
          </p:nvSpPr>
          <p:spPr>
            <a:xfrm>
              <a:off x="1737416" y="1533297"/>
              <a:ext cx="1505648" cy="37"/>
            </a:xfrm>
            <a:custGeom>
              <a:avLst/>
              <a:gdLst/>
              <a:ahLst/>
              <a:cxnLst/>
              <a:rect l="l" t="t" r="r" b="b"/>
              <a:pathLst>
                <a:path w="40809" h="1" fill="none" extrusionOk="0">
                  <a:moveTo>
                    <a:pt x="0" y="1"/>
                  </a:moveTo>
                  <a:lnTo>
                    <a:pt x="40808" y="1"/>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5"/>
            <p:cNvSpPr/>
            <p:nvPr/>
          </p:nvSpPr>
          <p:spPr>
            <a:xfrm>
              <a:off x="1737416" y="1786434"/>
              <a:ext cx="1505648" cy="37"/>
            </a:xfrm>
            <a:custGeom>
              <a:avLst/>
              <a:gdLst/>
              <a:ahLst/>
              <a:cxnLst/>
              <a:rect l="l" t="t" r="r" b="b"/>
              <a:pathLst>
                <a:path w="40809" h="1" fill="none" extrusionOk="0">
                  <a:moveTo>
                    <a:pt x="0" y="1"/>
                  </a:moveTo>
                  <a:lnTo>
                    <a:pt x="40808" y="1"/>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5"/>
            <p:cNvSpPr/>
            <p:nvPr/>
          </p:nvSpPr>
          <p:spPr>
            <a:xfrm>
              <a:off x="1737416" y="2038574"/>
              <a:ext cx="1505648" cy="37"/>
            </a:xfrm>
            <a:custGeom>
              <a:avLst/>
              <a:gdLst/>
              <a:ahLst/>
              <a:cxnLst/>
              <a:rect l="l" t="t" r="r" b="b"/>
              <a:pathLst>
                <a:path w="40809" h="1" fill="none" extrusionOk="0">
                  <a:moveTo>
                    <a:pt x="0" y="0"/>
                  </a:moveTo>
                  <a:lnTo>
                    <a:pt x="40808" y="0"/>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5"/>
            <p:cNvSpPr/>
            <p:nvPr/>
          </p:nvSpPr>
          <p:spPr>
            <a:xfrm>
              <a:off x="1737416" y="2290678"/>
              <a:ext cx="1505648" cy="37"/>
            </a:xfrm>
            <a:custGeom>
              <a:avLst/>
              <a:gdLst/>
              <a:ahLst/>
              <a:cxnLst/>
              <a:rect l="l" t="t" r="r" b="b"/>
              <a:pathLst>
                <a:path w="40809" h="1" fill="none" extrusionOk="0">
                  <a:moveTo>
                    <a:pt x="0" y="1"/>
                  </a:moveTo>
                  <a:lnTo>
                    <a:pt x="40808" y="1"/>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5"/>
            <p:cNvSpPr/>
            <p:nvPr/>
          </p:nvSpPr>
          <p:spPr>
            <a:xfrm>
              <a:off x="1737416" y="2542818"/>
              <a:ext cx="1505648" cy="37"/>
            </a:xfrm>
            <a:custGeom>
              <a:avLst/>
              <a:gdLst/>
              <a:ahLst/>
              <a:cxnLst/>
              <a:rect l="l" t="t" r="r" b="b"/>
              <a:pathLst>
                <a:path w="40809" h="1" fill="none" extrusionOk="0">
                  <a:moveTo>
                    <a:pt x="0" y="0"/>
                  </a:moveTo>
                  <a:lnTo>
                    <a:pt x="40808" y="0"/>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55"/>
            <p:cNvSpPr/>
            <p:nvPr/>
          </p:nvSpPr>
          <p:spPr>
            <a:xfrm>
              <a:off x="1737416" y="2794922"/>
              <a:ext cx="1505648" cy="37"/>
            </a:xfrm>
            <a:custGeom>
              <a:avLst/>
              <a:gdLst/>
              <a:ahLst/>
              <a:cxnLst/>
              <a:rect l="l" t="t" r="r" b="b"/>
              <a:pathLst>
                <a:path w="40809" h="1" fill="none" extrusionOk="0">
                  <a:moveTo>
                    <a:pt x="0" y="1"/>
                  </a:moveTo>
                  <a:lnTo>
                    <a:pt x="40808" y="1"/>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5"/>
            <p:cNvSpPr/>
            <p:nvPr/>
          </p:nvSpPr>
          <p:spPr>
            <a:xfrm>
              <a:off x="1737416" y="3047025"/>
              <a:ext cx="1505648" cy="37"/>
            </a:xfrm>
            <a:custGeom>
              <a:avLst/>
              <a:gdLst/>
              <a:ahLst/>
              <a:cxnLst/>
              <a:rect l="l" t="t" r="r" b="b"/>
              <a:pathLst>
                <a:path w="40809" h="1" fill="none" extrusionOk="0">
                  <a:moveTo>
                    <a:pt x="0" y="1"/>
                  </a:moveTo>
                  <a:lnTo>
                    <a:pt x="40808" y="1"/>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55"/>
            <p:cNvSpPr/>
            <p:nvPr/>
          </p:nvSpPr>
          <p:spPr>
            <a:xfrm>
              <a:off x="1737416" y="3300162"/>
              <a:ext cx="1505648" cy="37"/>
            </a:xfrm>
            <a:custGeom>
              <a:avLst/>
              <a:gdLst/>
              <a:ahLst/>
              <a:cxnLst/>
              <a:rect l="l" t="t" r="r" b="b"/>
              <a:pathLst>
                <a:path w="40809" h="1" fill="none" extrusionOk="0">
                  <a:moveTo>
                    <a:pt x="0" y="1"/>
                  </a:moveTo>
                  <a:lnTo>
                    <a:pt x="40808" y="1"/>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55"/>
            <p:cNvSpPr/>
            <p:nvPr/>
          </p:nvSpPr>
          <p:spPr>
            <a:xfrm>
              <a:off x="1737416" y="3552302"/>
              <a:ext cx="1505648" cy="37"/>
            </a:xfrm>
            <a:custGeom>
              <a:avLst/>
              <a:gdLst/>
              <a:ahLst/>
              <a:cxnLst/>
              <a:rect l="l" t="t" r="r" b="b"/>
              <a:pathLst>
                <a:path w="40809" h="1" fill="none" extrusionOk="0">
                  <a:moveTo>
                    <a:pt x="0" y="0"/>
                  </a:moveTo>
                  <a:lnTo>
                    <a:pt x="40808" y="0"/>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55"/>
            <p:cNvSpPr/>
            <p:nvPr/>
          </p:nvSpPr>
          <p:spPr>
            <a:xfrm>
              <a:off x="1737416" y="3804406"/>
              <a:ext cx="1505648" cy="37"/>
            </a:xfrm>
            <a:custGeom>
              <a:avLst/>
              <a:gdLst/>
              <a:ahLst/>
              <a:cxnLst/>
              <a:rect l="l" t="t" r="r" b="b"/>
              <a:pathLst>
                <a:path w="40809" h="1" fill="none" extrusionOk="0">
                  <a:moveTo>
                    <a:pt x="0" y="1"/>
                  </a:moveTo>
                  <a:lnTo>
                    <a:pt x="40808" y="1"/>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55"/>
            <p:cNvSpPr/>
            <p:nvPr/>
          </p:nvSpPr>
          <p:spPr>
            <a:xfrm>
              <a:off x="1737416" y="4056546"/>
              <a:ext cx="1505648" cy="37"/>
            </a:xfrm>
            <a:custGeom>
              <a:avLst/>
              <a:gdLst/>
              <a:ahLst/>
              <a:cxnLst/>
              <a:rect l="l" t="t" r="r" b="b"/>
              <a:pathLst>
                <a:path w="40809" h="1" fill="none" extrusionOk="0">
                  <a:moveTo>
                    <a:pt x="0" y="0"/>
                  </a:moveTo>
                  <a:lnTo>
                    <a:pt x="40808" y="0"/>
                  </a:lnTo>
                </a:path>
              </a:pathLst>
            </a:custGeom>
            <a:noFill/>
            <a:ln w="9525"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55"/>
            <p:cNvSpPr/>
            <p:nvPr/>
          </p:nvSpPr>
          <p:spPr>
            <a:xfrm>
              <a:off x="1791283" y="402834"/>
              <a:ext cx="24461" cy="35604"/>
            </a:xfrm>
            <a:custGeom>
              <a:avLst/>
              <a:gdLst/>
              <a:ahLst/>
              <a:cxnLst/>
              <a:rect l="l" t="t" r="r" b="b"/>
              <a:pathLst>
                <a:path w="663" h="965" extrusionOk="0">
                  <a:moveTo>
                    <a:pt x="331" y="83"/>
                  </a:moveTo>
                  <a:cubicBezTo>
                    <a:pt x="387" y="83"/>
                    <a:pt x="442" y="138"/>
                    <a:pt x="469" y="193"/>
                  </a:cubicBezTo>
                  <a:cubicBezTo>
                    <a:pt x="497" y="248"/>
                    <a:pt x="524" y="359"/>
                    <a:pt x="524" y="496"/>
                  </a:cubicBezTo>
                  <a:cubicBezTo>
                    <a:pt x="524" y="607"/>
                    <a:pt x="497" y="717"/>
                    <a:pt x="469" y="772"/>
                  </a:cubicBezTo>
                  <a:cubicBezTo>
                    <a:pt x="442" y="855"/>
                    <a:pt x="387" y="882"/>
                    <a:pt x="331" y="882"/>
                  </a:cubicBezTo>
                  <a:cubicBezTo>
                    <a:pt x="249" y="882"/>
                    <a:pt x="194" y="855"/>
                    <a:pt x="166" y="772"/>
                  </a:cubicBezTo>
                  <a:cubicBezTo>
                    <a:pt x="139" y="717"/>
                    <a:pt x="111" y="607"/>
                    <a:pt x="111" y="496"/>
                  </a:cubicBezTo>
                  <a:cubicBezTo>
                    <a:pt x="111" y="359"/>
                    <a:pt x="139" y="248"/>
                    <a:pt x="166" y="193"/>
                  </a:cubicBezTo>
                  <a:cubicBezTo>
                    <a:pt x="194" y="138"/>
                    <a:pt x="249" y="83"/>
                    <a:pt x="331" y="83"/>
                  </a:cubicBezTo>
                  <a:close/>
                  <a:moveTo>
                    <a:pt x="331" y="0"/>
                  </a:moveTo>
                  <a:cubicBezTo>
                    <a:pt x="221" y="0"/>
                    <a:pt x="139" y="28"/>
                    <a:pt x="83" y="111"/>
                  </a:cubicBezTo>
                  <a:cubicBezTo>
                    <a:pt x="28" y="193"/>
                    <a:pt x="1" y="331"/>
                    <a:pt x="1" y="496"/>
                  </a:cubicBezTo>
                  <a:cubicBezTo>
                    <a:pt x="1" y="634"/>
                    <a:pt x="28" y="772"/>
                    <a:pt x="83" y="855"/>
                  </a:cubicBezTo>
                  <a:cubicBezTo>
                    <a:pt x="139" y="937"/>
                    <a:pt x="221" y="965"/>
                    <a:pt x="331" y="965"/>
                  </a:cubicBezTo>
                  <a:cubicBezTo>
                    <a:pt x="414" y="965"/>
                    <a:pt x="497" y="937"/>
                    <a:pt x="552" y="855"/>
                  </a:cubicBezTo>
                  <a:cubicBezTo>
                    <a:pt x="635" y="772"/>
                    <a:pt x="662" y="634"/>
                    <a:pt x="662" y="496"/>
                  </a:cubicBezTo>
                  <a:cubicBezTo>
                    <a:pt x="662" y="331"/>
                    <a:pt x="635" y="193"/>
                    <a:pt x="552" y="111"/>
                  </a:cubicBezTo>
                  <a:cubicBezTo>
                    <a:pt x="497" y="28"/>
                    <a:pt x="414" y="0"/>
                    <a:pt x="3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55"/>
            <p:cNvSpPr/>
            <p:nvPr/>
          </p:nvSpPr>
          <p:spPr>
            <a:xfrm>
              <a:off x="1823824" y="402834"/>
              <a:ext cx="20366" cy="35604"/>
            </a:xfrm>
            <a:custGeom>
              <a:avLst/>
              <a:gdLst/>
              <a:ahLst/>
              <a:cxnLst/>
              <a:rect l="l" t="t" r="r" b="b"/>
              <a:pathLst>
                <a:path w="552" h="965" extrusionOk="0">
                  <a:moveTo>
                    <a:pt x="221" y="0"/>
                  </a:moveTo>
                  <a:lnTo>
                    <a:pt x="1" y="55"/>
                  </a:lnTo>
                  <a:lnTo>
                    <a:pt x="1" y="166"/>
                  </a:lnTo>
                  <a:lnTo>
                    <a:pt x="221" y="138"/>
                  </a:lnTo>
                  <a:lnTo>
                    <a:pt x="221" y="855"/>
                  </a:lnTo>
                  <a:lnTo>
                    <a:pt x="28" y="855"/>
                  </a:lnTo>
                  <a:lnTo>
                    <a:pt x="28" y="965"/>
                  </a:lnTo>
                  <a:lnTo>
                    <a:pt x="552" y="965"/>
                  </a:lnTo>
                  <a:lnTo>
                    <a:pt x="552" y="855"/>
                  </a:lnTo>
                  <a:lnTo>
                    <a:pt x="359" y="855"/>
                  </a:lnTo>
                  <a:lnTo>
                    <a:pt x="3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55"/>
            <p:cNvSpPr/>
            <p:nvPr/>
          </p:nvSpPr>
          <p:spPr>
            <a:xfrm>
              <a:off x="1790286" y="920287"/>
              <a:ext cx="12212" cy="4095"/>
            </a:xfrm>
            <a:custGeom>
              <a:avLst/>
              <a:gdLst/>
              <a:ahLst/>
              <a:cxnLst/>
              <a:rect l="l" t="t" r="r" b="b"/>
              <a:pathLst>
                <a:path w="331" h="111" extrusionOk="0">
                  <a:moveTo>
                    <a:pt x="0" y="0"/>
                  </a:moveTo>
                  <a:lnTo>
                    <a:pt x="0" y="111"/>
                  </a:lnTo>
                  <a:lnTo>
                    <a:pt x="331" y="111"/>
                  </a:lnTo>
                  <a:lnTo>
                    <a:pt x="331" y="0"/>
                  </a:lnTo>
                  <a:close/>
                </a:path>
              </a:pathLst>
            </a:cu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55"/>
            <p:cNvSpPr/>
            <p:nvPr/>
          </p:nvSpPr>
          <p:spPr>
            <a:xfrm>
              <a:off x="1791283" y="1397081"/>
              <a:ext cx="24461" cy="35604"/>
            </a:xfrm>
            <a:custGeom>
              <a:avLst/>
              <a:gdLst/>
              <a:ahLst/>
              <a:cxnLst/>
              <a:rect l="l" t="t" r="r" b="b"/>
              <a:pathLst>
                <a:path w="663" h="965" extrusionOk="0">
                  <a:moveTo>
                    <a:pt x="331" y="83"/>
                  </a:moveTo>
                  <a:cubicBezTo>
                    <a:pt x="387" y="83"/>
                    <a:pt x="442" y="111"/>
                    <a:pt x="469" y="193"/>
                  </a:cubicBezTo>
                  <a:cubicBezTo>
                    <a:pt x="497" y="248"/>
                    <a:pt x="524" y="359"/>
                    <a:pt x="524" y="496"/>
                  </a:cubicBezTo>
                  <a:cubicBezTo>
                    <a:pt x="524" y="607"/>
                    <a:pt x="497" y="717"/>
                    <a:pt x="469" y="772"/>
                  </a:cubicBezTo>
                  <a:cubicBezTo>
                    <a:pt x="442" y="855"/>
                    <a:pt x="387" y="882"/>
                    <a:pt x="331" y="882"/>
                  </a:cubicBezTo>
                  <a:cubicBezTo>
                    <a:pt x="249" y="882"/>
                    <a:pt x="194" y="855"/>
                    <a:pt x="166" y="772"/>
                  </a:cubicBezTo>
                  <a:cubicBezTo>
                    <a:pt x="139" y="717"/>
                    <a:pt x="111" y="607"/>
                    <a:pt x="111" y="496"/>
                  </a:cubicBezTo>
                  <a:cubicBezTo>
                    <a:pt x="111" y="359"/>
                    <a:pt x="139" y="248"/>
                    <a:pt x="166" y="193"/>
                  </a:cubicBezTo>
                  <a:cubicBezTo>
                    <a:pt x="194" y="111"/>
                    <a:pt x="249" y="83"/>
                    <a:pt x="331" y="83"/>
                  </a:cubicBezTo>
                  <a:close/>
                  <a:moveTo>
                    <a:pt x="331" y="0"/>
                  </a:moveTo>
                  <a:cubicBezTo>
                    <a:pt x="221" y="0"/>
                    <a:pt x="139" y="28"/>
                    <a:pt x="83" y="111"/>
                  </a:cubicBezTo>
                  <a:cubicBezTo>
                    <a:pt x="28" y="193"/>
                    <a:pt x="1" y="331"/>
                    <a:pt x="1" y="496"/>
                  </a:cubicBezTo>
                  <a:cubicBezTo>
                    <a:pt x="1" y="634"/>
                    <a:pt x="28" y="772"/>
                    <a:pt x="83" y="855"/>
                  </a:cubicBezTo>
                  <a:cubicBezTo>
                    <a:pt x="139" y="937"/>
                    <a:pt x="221" y="965"/>
                    <a:pt x="331" y="965"/>
                  </a:cubicBezTo>
                  <a:cubicBezTo>
                    <a:pt x="414" y="965"/>
                    <a:pt x="497" y="937"/>
                    <a:pt x="552" y="855"/>
                  </a:cubicBezTo>
                  <a:cubicBezTo>
                    <a:pt x="635" y="772"/>
                    <a:pt x="662" y="634"/>
                    <a:pt x="662" y="496"/>
                  </a:cubicBezTo>
                  <a:cubicBezTo>
                    <a:pt x="662" y="331"/>
                    <a:pt x="635" y="193"/>
                    <a:pt x="552" y="111"/>
                  </a:cubicBezTo>
                  <a:cubicBezTo>
                    <a:pt x="497" y="28"/>
                    <a:pt x="414" y="0"/>
                    <a:pt x="3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55"/>
            <p:cNvSpPr/>
            <p:nvPr/>
          </p:nvSpPr>
          <p:spPr>
            <a:xfrm>
              <a:off x="1821795" y="1397081"/>
              <a:ext cx="22395" cy="35604"/>
            </a:xfrm>
            <a:custGeom>
              <a:avLst/>
              <a:gdLst/>
              <a:ahLst/>
              <a:cxnLst/>
              <a:rect l="l" t="t" r="r" b="b"/>
              <a:pathLst>
                <a:path w="607" h="965" extrusionOk="0">
                  <a:moveTo>
                    <a:pt x="166" y="0"/>
                  </a:moveTo>
                  <a:cubicBezTo>
                    <a:pt x="111" y="28"/>
                    <a:pt x="56" y="28"/>
                    <a:pt x="0" y="56"/>
                  </a:cubicBezTo>
                  <a:lnTo>
                    <a:pt x="0" y="193"/>
                  </a:lnTo>
                  <a:cubicBezTo>
                    <a:pt x="56" y="166"/>
                    <a:pt x="111" y="138"/>
                    <a:pt x="166" y="111"/>
                  </a:cubicBezTo>
                  <a:lnTo>
                    <a:pt x="276" y="111"/>
                  </a:lnTo>
                  <a:cubicBezTo>
                    <a:pt x="331" y="111"/>
                    <a:pt x="386" y="111"/>
                    <a:pt x="414" y="138"/>
                  </a:cubicBezTo>
                  <a:cubicBezTo>
                    <a:pt x="469" y="166"/>
                    <a:pt x="469" y="221"/>
                    <a:pt x="469" y="276"/>
                  </a:cubicBezTo>
                  <a:cubicBezTo>
                    <a:pt x="469" y="304"/>
                    <a:pt x="469" y="331"/>
                    <a:pt x="441" y="359"/>
                  </a:cubicBezTo>
                  <a:cubicBezTo>
                    <a:pt x="441" y="386"/>
                    <a:pt x="414" y="441"/>
                    <a:pt x="359" y="469"/>
                  </a:cubicBezTo>
                  <a:cubicBezTo>
                    <a:pt x="331" y="496"/>
                    <a:pt x="276" y="552"/>
                    <a:pt x="193" y="634"/>
                  </a:cubicBezTo>
                  <a:cubicBezTo>
                    <a:pt x="111" y="744"/>
                    <a:pt x="56" y="799"/>
                    <a:pt x="0" y="855"/>
                  </a:cubicBezTo>
                  <a:lnTo>
                    <a:pt x="0" y="965"/>
                  </a:lnTo>
                  <a:lnTo>
                    <a:pt x="607" y="965"/>
                  </a:lnTo>
                  <a:lnTo>
                    <a:pt x="607" y="855"/>
                  </a:lnTo>
                  <a:lnTo>
                    <a:pt x="166" y="855"/>
                  </a:lnTo>
                  <a:cubicBezTo>
                    <a:pt x="276" y="744"/>
                    <a:pt x="331" y="662"/>
                    <a:pt x="414" y="607"/>
                  </a:cubicBezTo>
                  <a:cubicBezTo>
                    <a:pt x="469" y="552"/>
                    <a:pt x="496" y="496"/>
                    <a:pt x="496" y="496"/>
                  </a:cubicBezTo>
                  <a:cubicBezTo>
                    <a:pt x="552" y="441"/>
                    <a:pt x="579" y="414"/>
                    <a:pt x="579" y="386"/>
                  </a:cubicBezTo>
                  <a:cubicBezTo>
                    <a:pt x="607" y="331"/>
                    <a:pt x="607" y="304"/>
                    <a:pt x="607" y="248"/>
                  </a:cubicBezTo>
                  <a:cubicBezTo>
                    <a:pt x="607" y="166"/>
                    <a:pt x="579" y="111"/>
                    <a:pt x="524" y="56"/>
                  </a:cubicBezTo>
                  <a:cubicBezTo>
                    <a:pt x="469" y="28"/>
                    <a:pt x="386" y="0"/>
                    <a:pt x="2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55"/>
            <p:cNvSpPr/>
            <p:nvPr/>
          </p:nvSpPr>
          <p:spPr>
            <a:xfrm>
              <a:off x="1791283" y="1894204"/>
              <a:ext cx="24461" cy="35604"/>
            </a:xfrm>
            <a:custGeom>
              <a:avLst/>
              <a:gdLst/>
              <a:ahLst/>
              <a:cxnLst/>
              <a:rect l="l" t="t" r="r" b="b"/>
              <a:pathLst>
                <a:path w="663" h="965" extrusionOk="0">
                  <a:moveTo>
                    <a:pt x="331" y="83"/>
                  </a:moveTo>
                  <a:cubicBezTo>
                    <a:pt x="387" y="83"/>
                    <a:pt x="442" y="111"/>
                    <a:pt x="469" y="193"/>
                  </a:cubicBezTo>
                  <a:cubicBezTo>
                    <a:pt x="497" y="248"/>
                    <a:pt x="524" y="359"/>
                    <a:pt x="524" y="496"/>
                  </a:cubicBezTo>
                  <a:cubicBezTo>
                    <a:pt x="524" y="607"/>
                    <a:pt x="497" y="717"/>
                    <a:pt x="469" y="772"/>
                  </a:cubicBezTo>
                  <a:cubicBezTo>
                    <a:pt x="442" y="855"/>
                    <a:pt x="387" y="882"/>
                    <a:pt x="331" y="882"/>
                  </a:cubicBezTo>
                  <a:cubicBezTo>
                    <a:pt x="249" y="882"/>
                    <a:pt x="194" y="855"/>
                    <a:pt x="166" y="772"/>
                  </a:cubicBezTo>
                  <a:cubicBezTo>
                    <a:pt x="139" y="717"/>
                    <a:pt x="111" y="607"/>
                    <a:pt x="111" y="496"/>
                  </a:cubicBezTo>
                  <a:cubicBezTo>
                    <a:pt x="111" y="359"/>
                    <a:pt x="139" y="248"/>
                    <a:pt x="166" y="193"/>
                  </a:cubicBezTo>
                  <a:cubicBezTo>
                    <a:pt x="194" y="111"/>
                    <a:pt x="249" y="83"/>
                    <a:pt x="331" y="83"/>
                  </a:cubicBezTo>
                  <a:close/>
                  <a:moveTo>
                    <a:pt x="331" y="0"/>
                  </a:moveTo>
                  <a:cubicBezTo>
                    <a:pt x="221" y="0"/>
                    <a:pt x="139" y="28"/>
                    <a:pt x="83" y="111"/>
                  </a:cubicBezTo>
                  <a:cubicBezTo>
                    <a:pt x="28" y="193"/>
                    <a:pt x="1" y="331"/>
                    <a:pt x="1" y="496"/>
                  </a:cubicBezTo>
                  <a:cubicBezTo>
                    <a:pt x="1" y="634"/>
                    <a:pt x="28" y="772"/>
                    <a:pt x="83" y="855"/>
                  </a:cubicBezTo>
                  <a:cubicBezTo>
                    <a:pt x="139" y="937"/>
                    <a:pt x="221" y="965"/>
                    <a:pt x="331" y="965"/>
                  </a:cubicBezTo>
                  <a:cubicBezTo>
                    <a:pt x="414" y="965"/>
                    <a:pt x="497" y="937"/>
                    <a:pt x="552" y="855"/>
                  </a:cubicBezTo>
                  <a:cubicBezTo>
                    <a:pt x="635" y="772"/>
                    <a:pt x="662" y="634"/>
                    <a:pt x="662" y="496"/>
                  </a:cubicBezTo>
                  <a:cubicBezTo>
                    <a:pt x="662" y="331"/>
                    <a:pt x="635" y="193"/>
                    <a:pt x="552" y="111"/>
                  </a:cubicBezTo>
                  <a:cubicBezTo>
                    <a:pt x="497" y="28"/>
                    <a:pt x="414" y="0"/>
                    <a:pt x="3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55"/>
            <p:cNvSpPr/>
            <p:nvPr/>
          </p:nvSpPr>
          <p:spPr>
            <a:xfrm>
              <a:off x="1821795" y="1894204"/>
              <a:ext cx="23428" cy="35604"/>
            </a:xfrm>
            <a:custGeom>
              <a:avLst/>
              <a:gdLst/>
              <a:ahLst/>
              <a:cxnLst/>
              <a:rect l="l" t="t" r="r" b="b"/>
              <a:pathLst>
                <a:path w="635" h="965" extrusionOk="0">
                  <a:moveTo>
                    <a:pt x="166" y="0"/>
                  </a:moveTo>
                  <a:cubicBezTo>
                    <a:pt x="138" y="0"/>
                    <a:pt x="83" y="28"/>
                    <a:pt x="28" y="28"/>
                  </a:cubicBezTo>
                  <a:lnTo>
                    <a:pt x="28" y="138"/>
                  </a:lnTo>
                  <a:cubicBezTo>
                    <a:pt x="83" y="138"/>
                    <a:pt x="138" y="111"/>
                    <a:pt x="166" y="111"/>
                  </a:cubicBezTo>
                  <a:lnTo>
                    <a:pt x="276" y="111"/>
                  </a:lnTo>
                  <a:cubicBezTo>
                    <a:pt x="359" y="111"/>
                    <a:pt x="386" y="111"/>
                    <a:pt x="441" y="138"/>
                  </a:cubicBezTo>
                  <a:cubicBezTo>
                    <a:pt x="469" y="166"/>
                    <a:pt x="496" y="193"/>
                    <a:pt x="496" y="248"/>
                  </a:cubicBezTo>
                  <a:cubicBezTo>
                    <a:pt x="496" y="304"/>
                    <a:pt x="469" y="331"/>
                    <a:pt x="441" y="359"/>
                  </a:cubicBezTo>
                  <a:cubicBezTo>
                    <a:pt x="414" y="386"/>
                    <a:pt x="359" y="386"/>
                    <a:pt x="276" y="386"/>
                  </a:cubicBezTo>
                  <a:lnTo>
                    <a:pt x="166" y="386"/>
                  </a:lnTo>
                  <a:lnTo>
                    <a:pt x="166" y="496"/>
                  </a:lnTo>
                  <a:lnTo>
                    <a:pt x="276" y="496"/>
                  </a:lnTo>
                  <a:cubicBezTo>
                    <a:pt x="359" y="496"/>
                    <a:pt x="414" y="524"/>
                    <a:pt x="441" y="552"/>
                  </a:cubicBezTo>
                  <a:cubicBezTo>
                    <a:pt x="496" y="579"/>
                    <a:pt x="496" y="634"/>
                    <a:pt x="496" y="689"/>
                  </a:cubicBezTo>
                  <a:cubicBezTo>
                    <a:pt x="496" y="744"/>
                    <a:pt x="496" y="800"/>
                    <a:pt x="441" y="827"/>
                  </a:cubicBezTo>
                  <a:cubicBezTo>
                    <a:pt x="414" y="855"/>
                    <a:pt x="331" y="855"/>
                    <a:pt x="248" y="855"/>
                  </a:cubicBezTo>
                  <a:lnTo>
                    <a:pt x="138" y="855"/>
                  </a:lnTo>
                  <a:cubicBezTo>
                    <a:pt x="83" y="855"/>
                    <a:pt x="56" y="827"/>
                    <a:pt x="0" y="800"/>
                  </a:cubicBezTo>
                  <a:lnTo>
                    <a:pt x="0" y="937"/>
                  </a:lnTo>
                  <a:cubicBezTo>
                    <a:pt x="56" y="937"/>
                    <a:pt x="111" y="965"/>
                    <a:pt x="138" y="965"/>
                  </a:cubicBezTo>
                  <a:lnTo>
                    <a:pt x="276" y="965"/>
                  </a:lnTo>
                  <a:cubicBezTo>
                    <a:pt x="386" y="965"/>
                    <a:pt x="469" y="937"/>
                    <a:pt x="552" y="910"/>
                  </a:cubicBezTo>
                  <a:cubicBezTo>
                    <a:pt x="607" y="855"/>
                    <a:pt x="634" y="772"/>
                    <a:pt x="634" y="689"/>
                  </a:cubicBezTo>
                  <a:cubicBezTo>
                    <a:pt x="634" y="607"/>
                    <a:pt x="607" y="579"/>
                    <a:pt x="579" y="524"/>
                  </a:cubicBezTo>
                  <a:cubicBezTo>
                    <a:pt x="552" y="496"/>
                    <a:pt x="496" y="469"/>
                    <a:pt x="441" y="441"/>
                  </a:cubicBezTo>
                  <a:cubicBezTo>
                    <a:pt x="496" y="441"/>
                    <a:pt x="524" y="414"/>
                    <a:pt x="579" y="359"/>
                  </a:cubicBezTo>
                  <a:cubicBezTo>
                    <a:pt x="607" y="331"/>
                    <a:pt x="607" y="276"/>
                    <a:pt x="607" y="248"/>
                  </a:cubicBezTo>
                  <a:cubicBezTo>
                    <a:pt x="607" y="166"/>
                    <a:pt x="579" y="111"/>
                    <a:pt x="524" y="56"/>
                  </a:cubicBezTo>
                  <a:cubicBezTo>
                    <a:pt x="469" y="0"/>
                    <a:pt x="386" y="0"/>
                    <a:pt x="3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55"/>
            <p:cNvSpPr/>
            <p:nvPr/>
          </p:nvSpPr>
          <p:spPr>
            <a:xfrm>
              <a:off x="1791283" y="2391327"/>
              <a:ext cx="24461" cy="35604"/>
            </a:xfrm>
            <a:custGeom>
              <a:avLst/>
              <a:gdLst/>
              <a:ahLst/>
              <a:cxnLst/>
              <a:rect l="l" t="t" r="r" b="b"/>
              <a:pathLst>
                <a:path w="663" h="965" extrusionOk="0">
                  <a:moveTo>
                    <a:pt x="331" y="83"/>
                  </a:moveTo>
                  <a:cubicBezTo>
                    <a:pt x="387" y="83"/>
                    <a:pt x="442" y="111"/>
                    <a:pt x="469" y="193"/>
                  </a:cubicBezTo>
                  <a:cubicBezTo>
                    <a:pt x="497" y="248"/>
                    <a:pt x="524" y="359"/>
                    <a:pt x="524" y="469"/>
                  </a:cubicBezTo>
                  <a:cubicBezTo>
                    <a:pt x="524" y="607"/>
                    <a:pt x="497" y="717"/>
                    <a:pt x="469" y="772"/>
                  </a:cubicBezTo>
                  <a:cubicBezTo>
                    <a:pt x="442" y="827"/>
                    <a:pt x="387" y="882"/>
                    <a:pt x="331" y="882"/>
                  </a:cubicBezTo>
                  <a:cubicBezTo>
                    <a:pt x="249" y="882"/>
                    <a:pt x="194" y="827"/>
                    <a:pt x="166" y="772"/>
                  </a:cubicBezTo>
                  <a:cubicBezTo>
                    <a:pt x="139" y="717"/>
                    <a:pt x="111" y="607"/>
                    <a:pt x="111" y="469"/>
                  </a:cubicBezTo>
                  <a:cubicBezTo>
                    <a:pt x="111" y="359"/>
                    <a:pt x="139" y="248"/>
                    <a:pt x="166" y="193"/>
                  </a:cubicBezTo>
                  <a:cubicBezTo>
                    <a:pt x="194" y="111"/>
                    <a:pt x="249" y="83"/>
                    <a:pt x="331" y="83"/>
                  </a:cubicBezTo>
                  <a:close/>
                  <a:moveTo>
                    <a:pt x="331" y="0"/>
                  </a:moveTo>
                  <a:cubicBezTo>
                    <a:pt x="221" y="0"/>
                    <a:pt x="139" y="28"/>
                    <a:pt x="83" y="111"/>
                  </a:cubicBezTo>
                  <a:cubicBezTo>
                    <a:pt x="28" y="193"/>
                    <a:pt x="1" y="331"/>
                    <a:pt x="1" y="469"/>
                  </a:cubicBezTo>
                  <a:cubicBezTo>
                    <a:pt x="1" y="634"/>
                    <a:pt x="28" y="772"/>
                    <a:pt x="83" y="855"/>
                  </a:cubicBezTo>
                  <a:cubicBezTo>
                    <a:pt x="139" y="937"/>
                    <a:pt x="221" y="965"/>
                    <a:pt x="331" y="965"/>
                  </a:cubicBezTo>
                  <a:cubicBezTo>
                    <a:pt x="414" y="965"/>
                    <a:pt x="497" y="937"/>
                    <a:pt x="552" y="855"/>
                  </a:cubicBezTo>
                  <a:cubicBezTo>
                    <a:pt x="635" y="772"/>
                    <a:pt x="662" y="634"/>
                    <a:pt x="662" y="469"/>
                  </a:cubicBezTo>
                  <a:cubicBezTo>
                    <a:pt x="662" y="331"/>
                    <a:pt x="635" y="193"/>
                    <a:pt x="552" y="111"/>
                  </a:cubicBezTo>
                  <a:cubicBezTo>
                    <a:pt x="497" y="28"/>
                    <a:pt x="414" y="0"/>
                    <a:pt x="3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55"/>
            <p:cNvSpPr/>
            <p:nvPr/>
          </p:nvSpPr>
          <p:spPr>
            <a:xfrm>
              <a:off x="1820762" y="2391327"/>
              <a:ext cx="25458" cy="35604"/>
            </a:xfrm>
            <a:custGeom>
              <a:avLst/>
              <a:gdLst/>
              <a:ahLst/>
              <a:cxnLst/>
              <a:rect l="l" t="t" r="r" b="b"/>
              <a:pathLst>
                <a:path w="690" h="965" extrusionOk="0">
                  <a:moveTo>
                    <a:pt x="442" y="111"/>
                  </a:moveTo>
                  <a:lnTo>
                    <a:pt x="442" y="634"/>
                  </a:lnTo>
                  <a:lnTo>
                    <a:pt x="111" y="634"/>
                  </a:lnTo>
                  <a:lnTo>
                    <a:pt x="442" y="111"/>
                  </a:lnTo>
                  <a:close/>
                  <a:moveTo>
                    <a:pt x="387" y="0"/>
                  </a:moveTo>
                  <a:lnTo>
                    <a:pt x="1" y="607"/>
                  </a:lnTo>
                  <a:lnTo>
                    <a:pt x="1" y="744"/>
                  </a:lnTo>
                  <a:lnTo>
                    <a:pt x="442" y="744"/>
                  </a:lnTo>
                  <a:lnTo>
                    <a:pt x="442" y="965"/>
                  </a:lnTo>
                  <a:lnTo>
                    <a:pt x="552" y="965"/>
                  </a:lnTo>
                  <a:lnTo>
                    <a:pt x="552" y="744"/>
                  </a:lnTo>
                  <a:lnTo>
                    <a:pt x="690" y="744"/>
                  </a:lnTo>
                  <a:lnTo>
                    <a:pt x="690" y="634"/>
                  </a:lnTo>
                  <a:lnTo>
                    <a:pt x="552" y="634"/>
                  </a:lnTo>
                  <a:lnTo>
                    <a:pt x="5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55"/>
            <p:cNvSpPr/>
            <p:nvPr/>
          </p:nvSpPr>
          <p:spPr>
            <a:xfrm>
              <a:off x="1791283" y="3384541"/>
              <a:ext cx="24461" cy="36637"/>
            </a:xfrm>
            <a:custGeom>
              <a:avLst/>
              <a:gdLst/>
              <a:ahLst/>
              <a:cxnLst/>
              <a:rect l="l" t="t" r="r" b="b"/>
              <a:pathLst>
                <a:path w="663" h="993" extrusionOk="0">
                  <a:moveTo>
                    <a:pt x="331" y="111"/>
                  </a:moveTo>
                  <a:cubicBezTo>
                    <a:pt x="387" y="111"/>
                    <a:pt x="442" y="139"/>
                    <a:pt x="469" y="221"/>
                  </a:cubicBezTo>
                  <a:cubicBezTo>
                    <a:pt x="497" y="277"/>
                    <a:pt x="524" y="387"/>
                    <a:pt x="524" y="497"/>
                  </a:cubicBezTo>
                  <a:cubicBezTo>
                    <a:pt x="524" y="635"/>
                    <a:pt x="497" y="745"/>
                    <a:pt x="469" y="800"/>
                  </a:cubicBezTo>
                  <a:cubicBezTo>
                    <a:pt x="442" y="855"/>
                    <a:pt x="387" y="910"/>
                    <a:pt x="331" y="910"/>
                  </a:cubicBezTo>
                  <a:cubicBezTo>
                    <a:pt x="249" y="910"/>
                    <a:pt x="194" y="855"/>
                    <a:pt x="166" y="800"/>
                  </a:cubicBezTo>
                  <a:cubicBezTo>
                    <a:pt x="139" y="745"/>
                    <a:pt x="111" y="635"/>
                    <a:pt x="111" y="497"/>
                  </a:cubicBezTo>
                  <a:cubicBezTo>
                    <a:pt x="111" y="387"/>
                    <a:pt x="139" y="277"/>
                    <a:pt x="166" y="221"/>
                  </a:cubicBezTo>
                  <a:cubicBezTo>
                    <a:pt x="194" y="139"/>
                    <a:pt x="249" y="111"/>
                    <a:pt x="331" y="111"/>
                  </a:cubicBezTo>
                  <a:close/>
                  <a:moveTo>
                    <a:pt x="331" y="1"/>
                  </a:moveTo>
                  <a:cubicBezTo>
                    <a:pt x="221" y="1"/>
                    <a:pt x="139" y="56"/>
                    <a:pt x="83" y="139"/>
                  </a:cubicBezTo>
                  <a:cubicBezTo>
                    <a:pt x="28" y="221"/>
                    <a:pt x="1" y="359"/>
                    <a:pt x="1" y="497"/>
                  </a:cubicBezTo>
                  <a:cubicBezTo>
                    <a:pt x="1" y="662"/>
                    <a:pt x="28" y="800"/>
                    <a:pt x="83" y="883"/>
                  </a:cubicBezTo>
                  <a:cubicBezTo>
                    <a:pt x="139" y="965"/>
                    <a:pt x="221" y="993"/>
                    <a:pt x="331" y="993"/>
                  </a:cubicBezTo>
                  <a:cubicBezTo>
                    <a:pt x="414" y="993"/>
                    <a:pt x="497" y="965"/>
                    <a:pt x="552" y="883"/>
                  </a:cubicBezTo>
                  <a:cubicBezTo>
                    <a:pt x="635" y="800"/>
                    <a:pt x="662" y="662"/>
                    <a:pt x="662" y="497"/>
                  </a:cubicBezTo>
                  <a:cubicBezTo>
                    <a:pt x="662" y="359"/>
                    <a:pt x="635" y="221"/>
                    <a:pt x="552" y="139"/>
                  </a:cubicBezTo>
                  <a:cubicBezTo>
                    <a:pt x="497" y="56"/>
                    <a:pt x="414" y="1"/>
                    <a:pt x="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55"/>
            <p:cNvSpPr/>
            <p:nvPr/>
          </p:nvSpPr>
          <p:spPr>
            <a:xfrm>
              <a:off x="1821795" y="3385574"/>
              <a:ext cx="23428" cy="35604"/>
            </a:xfrm>
            <a:custGeom>
              <a:avLst/>
              <a:gdLst/>
              <a:ahLst/>
              <a:cxnLst/>
              <a:rect l="l" t="t" r="r" b="b"/>
              <a:pathLst>
                <a:path w="635" h="965" extrusionOk="0">
                  <a:moveTo>
                    <a:pt x="56" y="1"/>
                  </a:moveTo>
                  <a:lnTo>
                    <a:pt x="56" y="469"/>
                  </a:lnTo>
                  <a:cubicBezTo>
                    <a:pt x="83" y="469"/>
                    <a:pt x="111" y="441"/>
                    <a:pt x="166" y="441"/>
                  </a:cubicBezTo>
                  <a:lnTo>
                    <a:pt x="248" y="441"/>
                  </a:lnTo>
                  <a:cubicBezTo>
                    <a:pt x="331" y="441"/>
                    <a:pt x="386" y="441"/>
                    <a:pt x="441" y="496"/>
                  </a:cubicBezTo>
                  <a:cubicBezTo>
                    <a:pt x="469" y="524"/>
                    <a:pt x="496" y="579"/>
                    <a:pt x="496" y="662"/>
                  </a:cubicBezTo>
                  <a:cubicBezTo>
                    <a:pt x="496" y="717"/>
                    <a:pt x="469" y="772"/>
                    <a:pt x="441" y="800"/>
                  </a:cubicBezTo>
                  <a:cubicBezTo>
                    <a:pt x="386" y="855"/>
                    <a:pt x="331" y="855"/>
                    <a:pt x="248" y="855"/>
                  </a:cubicBezTo>
                  <a:lnTo>
                    <a:pt x="138" y="855"/>
                  </a:lnTo>
                  <a:cubicBezTo>
                    <a:pt x="83" y="827"/>
                    <a:pt x="56" y="827"/>
                    <a:pt x="0" y="800"/>
                  </a:cubicBezTo>
                  <a:lnTo>
                    <a:pt x="0" y="937"/>
                  </a:lnTo>
                  <a:cubicBezTo>
                    <a:pt x="56" y="937"/>
                    <a:pt x="83" y="965"/>
                    <a:pt x="138" y="965"/>
                  </a:cubicBezTo>
                  <a:lnTo>
                    <a:pt x="248" y="965"/>
                  </a:lnTo>
                  <a:cubicBezTo>
                    <a:pt x="386" y="965"/>
                    <a:pt x="469" y="937"/>
                    <a:pt x="524" y="882"/>
                  </a:cubicBezTo>
                  <a:cubicBezTo>
                    <a:pt x="607" y="827"/>
                    <a:pt x="634" y="744"/>
                    <a:pt x="634" y="662"/>
                  </a:cubicBezTo>
                  <a:cubicBezTo>
                    <a:pt x="634" y="552"/>
                    <a:pt x="607" y="469"/>
                    <a:pt x="524" y="414"/>
                  </a:cubicBezTo>
                  <a:cubicBezTo>
                    <a:pt x="469" y="359"/>
                    <a:pt x="386" y="331"/>
                    <a:pt x="276" y="331"/>
                  </a:cubicBezTo>
                  <a:lnTo>
                    <a:pt x="221" y="331"/>
                  </a:lnTo>
                  <a:cubicBezTo>
                    <a:pt x="193" y="331"/>
                    <a:pt x="193" y="331"/>
                    <a:pt x="166" y="359"/>
                  </a:cubicBezTo>
                  <a:lnTo>
                    <a:pt x="166" y="111"/>
                  </a:lnTo>
                  <a:lnTo>
                    <a:pt x="552" y="111"/>
                  </a:lnTo>
                  <a:lnTo>
                    <a:pt x="5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55"/>
            <p:cNvSpPr/>
            <p:nvPr/>
          </p:nvSpPr>
          <p:spPr>
            <a:xfrm>
              <a:off x="1791283" y="4378824"/>
              <a:ext cx="24461" cy="36600"/>
            </a:xfrm>
            <a:custGeom>
              <a:avLst/>
              <a:gdLst/>
              <a:ahLst/>
              <a:cxnLst/>
              <a:rect l="l" t="t" r="r" b="b"/>
              <a:pathLst>
                <a:path w="663" h="992" extrusionOk="0">
                  <a:moveTo>
                    <a:pt x="331" y="110"/>
                  </a:moveTo>
                  <a:cubicBezTo>
                    <a:pt x="387" y="110"/>
                    <a:pt x="442" y="138"/>
                    <a:pt x="469" y="220"/>
                  </a:cubicBezTo>
                  <a:cubicBezTo>
                    <a:pt x="497" y="276"/>
                    <a:pt x="524" y="386"/>
                    <a:pt x="524" y="496"/>
                  </a:cubicBezTo>
                  <a:cubicBezTo>
                    <a:pt x="524" y="634"/>
                    <a:pt x="497" y="744"/>
                    <a:pt x="469" y="799"/>
                  </a:cubicBezTo>
                  <a:cubicBezTo>
                    <a:pt x="442" y="854"/>
                    <a:pt x="387" y="909"/>
                    <a:pt x="331" y="909"/>
                  </a:cubicBezTo>
                  <a:cubicBezTo>
                    <a:pt x="249" y="909"/>
                    <a:pt x="194" y="854"/>
                    <a:pt x="166" y="799"/>
                  </a:cubicBezTo>
                  <a:cubicBezTo>
                    <a:pt x="139" y="744"/>
                    <a:pt x="111" y="634"/>
                    <a:pt x="111" y="496"/>
                  </a:cubicBezTo>
                  <a:cubicBezTo>
                    <a:pt x="111" y="386"/>
                    <a:pt x="139" y="276"/>
                    <a:pt x="166" y="220"/>
                  </a:cubicBezTo>
                  <a:cubicBezTo>
                    <a:pt x="194" y="138"/>
                    <a:pt x="249" y="110"/>
                    <a:pt x="331" y="110"/>
                  </a:cubicBezTo>
                  <a:close/>
                  <a:moveTo>
                    <a:pt x="331" y="0"/>
                  </a:moveTo>
                  <a:cubicBezTo>
                    <a:pt x="221" y="0"/>
                    <a:pt x="139" y="55"/>
                    <a:pt x="83" y="138"/>
                  </a:cubicBezTo>
                  <a:cubicBezTo>
                    <a:pt x="28" y="220"/>
                    <a:pt x="1" y="358"/>
                    <a:pt x="1" y="496"/>
                  </a:cubicBezTo>
                  <a:cubicBezTo>
                    <a:pt x="1" y="661"/>
                    <a:pt x="28" y="799"/>
                    <a:pt x="83" y="882"/>
                  </a:cubicBezTo>
                  <a:cubicBezTo>
                    <a:pt x="139" y="964"/>
                    <a:pt x="221" y="992"/>
                    <a:pt x="331" y="992"/>
                  </a:cubicBezTo>
                  <a:cubicBezTo>
                    <a:pt x="414" y="992"/>
                    <a:pt x="497" y="964"/>
                    <a:pt x="552" y="882"/>
                  </a:cubicBezTo>
                  <a:cubicBezTo>
                    <a:pt x="635" y="799"/>
                    <a:pt x="662" y="661"/>
                    <a:pt x="662" y="496"/>
                  </a:cubicBezTo>
                  <a:cubicBezTo>
                    <a:pt x="662" y="358"/>
                    <a:pt x="635" y="220"/>
                    <a:pt x="552" y="138"/>
                  </a:cubicBezTo>
                  <a:cubicBezTo>
                    <a:pt x="497" y="55"/>
                    <a:pt x="414" y="0"/>
                    <a:pt x="3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55"/>
            <p:cNvSpPr/>
            <p:nvPr/>
          </p:nvSpPr>
          <p:spPr>
            <a:xfrm>
              <a:off x="1821795" y="4378824"/>
              <a:ext cx="24424" cy="36600"/>
            </a:xfrm>
            <a:custGeom>
              <a:avLst/>
              <a:gdLst/>
              <a:ahLst/>
              <a:cxnLst/>
              <a:rect l="l" t="t" r="r" b="b"/>
              <a:pathLst>
                <a:path w="662" h="992" extrusionOk="0">
                  <a:moveTo>
                    <a:pt x="331" y="441"/>
                  </a:moveTo>
                  <a:cubicBezTo>
                    <a:pt x="386" y="441"/>
                    <a:pt x="441" y="468"/>
                    <a:pt x="469" y="524"/>
                  </a:cubicBezTo>
                  <a:cubicBezTo>
                    <a:pt x="524" y="551"/>
                    <a:pt x="524" y="606"/>
                    <a:pt x="524" y="689"/>
                  </a:cubicBezTo>
                  <a:cubicBezTo>
                    <a:pt x="524" y="744"/>
                    <a:pt x="524" y="799"/>
                    <a:pt x="469" y="827"/>
                  </a:cubicBezTo>
                  <a:cubicBezTo>
                    <a:pt x="441" y="882"/>
                    <a:pt x="386" y="909"/>
                    <a:pt x="331" y="909"/>
                  </a:cubicBezTo>
                  <a:cubicBezTo>
                    <a:pt x="276" y="909"/>
                    <a:pt x="248" y="882"/>
                    <a:pt x="193" y="827"/>
                  </a:cubicBezTo>
                  <a:cubicBezTo>
                    <a:pt x="166" y="799"/>
                    <a:pt x="138" y="744"/>
                    <a:pt x="138" y="689"/>
                  </a:cubicBezTo>
                  <a:cubicBezTo>
                    <a:pt x="138" y="606"/>
                    <a:pt x="166" y="551"/>
                    <a:pt x="193" y="524"/>
                  </a:cubicBezTo>
                  <a:cubicBezTo>
                    <a:pt x="248" y="468"/>
                    <a:pt x="276" y="441"/>
                    <a:pt x="331" y="441"/>
                  </a:cubicBezTo>
                  <a:close/>
                  <a:moveTo>
                    <a:pt x="386" y="0"/>
                  </a:moveTo>
                  <a:cubicBezTo>
                    <a:pt x="276" y="0"/>
                    <a:pt x="166" y="55"/>
                    <a:pt x="111" y="138"/>
                  </a:cubicBezTo>
                  <a:cubicBezTo>
                    <a:pt x="28" y="248"/>
                    <a:pt x="0" y="358"/>
                    <a:pt x="0" y="496"/>
                  </a:cubicBezTo>
                  <a:cubicBezTo>
                    <a:pt x="0" y="661"/>
                    <a:pt x="28" y="799"/>
                    <a:pt x="83" y="882"/>
                  </a:cubicBezTo>
                  <a:cubicBezTo>
                    <a:pt x="138" y="964"/>
                    <a:pt x="221" y="992"/>
                    <a:pt x="331" y="992"/>
                  </a:cubicBezTo>
                  <a:cubicBezTo>
                    <a:pt x="441" y="992"/>
                    <a:pt x="524" y="964"/>
                    <a:pt x="579" y="909"/>
                  </a:cubicBezTo>
                  <a:cubicBezTo>
                    <a:pt x="634" y="854"/>
                    <a:pt x="662" y="772"/>
                    <a:pt x="662" y="689"/>
                  </a:cubicBezTo>
                  <a:cubicBezTo>
                    <a:pt x="662" y="579"/>
                    <a:pt x="634" y="496"/>
                    <a:pt x="579" y="441"/>
                  </a:cubicBezTo>
                  <a:cubicBezTo>
                    <a:pt x="524" y="386"/>
                    <a:pt x="441" y="358"/>
                    <a:pt x="359" y="358"/>
                  </a:cubicBezTo>
                  <a:cubicBezTo>
                    <a:pt x="304" y="358"/>
                    <a:pt x="248" y="358"/>
                    <a:pt x="221" y="386"/>
                  </a:cubicBezTo>
                  <a:cubicBezTo>
                    <a:pt x="193" y="413"/>
                    <a:pt x="166" y="441"/>
                    <a:pt x="138" y="468"/>
                  </a:cubicBezTo>
                  <a:cubicBezTo>
                    <a:pt x="138" y="358"/>
                    <a:pt x="166" y="276"/>
                    <a:pt x="193" y="220"/>
                  </a:cubicBezTo>
                  <a:cubicBezTo>
                    <a:pt x="248" y="138"/>
                    <a:pt x="304" y="110"/>
                    <a:pt x="386" y="110"/>
                  </a:cubicBezTo>
                  <a:cubicBezTo>
                    <a:pt x="441" y="110"/>
                    <a:pt x="469" y="138"/>
                    <a:pt x="496" y="138"/>
                  </a:cubicBezTo>
                  <a:cubicBezTo>
                    <a:pt x="524" y="138"/>
                    <a:pt x="552" y="165"/>
                    <a:pt x="607" y="165"/>
                  </a:cubicBezTo>
                  <a:lnTo>
                    <a:pt x="607" y="55"/>
                  </a:lnTo>
                  <a:cubicBezTo>
                    <a:pt x="552" y="28"/>
                    <a:pt x="524" y="28"/>
                    <a:pt x="496" y="28"/>
                  </a:cubicBezTo>
                  <a:cubicBezTo>
                    <a:pt x="469" y="28"/>
                    <a:pt x="414" y="0"/>
                    <a:pt x="3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02" name="Google Shape;1302;p55"/>
          <p:cNvPicPr preferRelativeResize="0"/>
          <p:nvPr/>
        </p:nvPicPr>
        <p:blipFill rotWithShape="1">
          <a:blip r:embed="rId3">
            <a:alphaModFix/>
          </a:blip>
          <a:srcRect l="20139" t="8887" r="10555" b="2412"/>
          <a:stretch/>
        </p:blipFill>
        <p:spPr>
          <a:xfrm>
            <a:off x="1019175" y="1743325"/>
            <a:ext cx="2486026" cy="2386375"/>
          </a:xfrm>
          <a:prstGeom prst="rect">
            <a:avLst/>
          </a:prstGeom>
          <a:noFill/>
          <a:ln>
            <a:noFill/>
          </a:ln>
        </p:spPr>
      </p:pic>
      <p:sp>
        <p:nvSpPr>
          <p:cNvPr id="1303" name="Google Shape;1303;p55"/>
          <p:cNvSpPr txBox="1">
            <a:spLocks noGrp="1"/>
          </p:cNvSpPr>
          <p:nvPr>
            <p:ph type="ctrTitle"/>
          </p:nvPr>
        </p:nvSpPr>
        <p:spPr>
          <a:xfrm>
            <a:off x="2399329" y="540000"/>
            <a:ext cx="6024596" cy="1793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5000" dirty="0">
                <a:latin typeface="Teko Medium"/>
                <a:ea typeface="Teko Medium"/>
                <a:cs typeface="Teko Medium"/>
                <a:sym typeface="Teko Medium"/>
              </a:rPr>
              <a:t>Spectroscopic Identification of Little Red Dots</a:t>
            </a:r>
            <a:endParaRPr sz="5000" dirty="0">
              <a:latin typeface="Teko Medium"/>
              <a:ea typeface="Teko Medium"/>
              <a:cs typeface="Teko Medium"/>
              <a:sym typeface="Teko Medium"/>
            </a:endParaRPr>
          </a:p>
        </p:txBody>
      </p:sp>
      <p:pic>
        <p:nvPicPr>
          <p:cNvPr id="1304" name="Google Shape;1304;p55"/>
          <p:cNvPicPr preferRelativeResize="0"/>
          <p:nvPr/>
        </p:nvPicPr>
        <p:blipFill rotWithShape="1">
          <a:blip r:embed="rId4">
            <a:alphaModFix/>
          </a:blip>
          <a:srcRect b="49122"/>
          <a:stretch/>
        </p:blipFill>
        <p:spPr>
          <a:xfrm>
            <a:off x="5551508" y="2571750"/>
            <a:ext cx="2660592" cy="2031750"/>
          </a:xfrm>
          <a:prstGeom prst="rect">
            <a:avLst/>
          </a:prstGeom>
          <a:noFill/>
          <a:ln>
            <a:noFill/>
          </a:ln>
        </p:spPr>
      </p:pic>
      <p:sp>
        <p:nvSpPr>
          <p:cNvPr id="1305" name="Google Shape;1305;p55"/>
          <p:cNvSpPr txBox="1">
            <a:spLocks noGrp="1"/>
          </p:cNvSpPr>
          <p:nvPr>
            <p:ph type="subTitle" idx="1"/>
          </p:nvPr>
        </p:nvSpPr>
        <p:spPr>
          <a:xfrm>
            <a:off x="4201854" y="3776275"/>
            <a:ext cx="2742593" cy="792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dirty="0">
                <a:latin typeface="Source Code Pro ExtraLight"/>
                <a:ea typeface="Source Code Pro ExtraLight"/>
                <a:cs typeface="Source Code Pro ExtraLight"/>
                <a:sym typeface="Source Code Pro ExtraLight"/>
              </a:rPr>
              <a:t>Physics 473</a:t>
            </a:r>
          </a:p>
          <a:p>
            <a:pPr marL="0" lvl="0" indent="0" algn="r" rtl="0">
              <a:spcBef>
                <a:spcPts val="0"/>
              </a:spcBef>
              <a:spcAft>
                <a:spcPts val="0"/>
              </a:spcAft>
              <a:buClr>
                <a:schemeClr val="dk1"/>
              </a:buClr>
              <a:buSzPts val="1100"/>
              <a:buFont typeface="Arial"/>
              <a:buNone/>
            </a:pPr>
            <a:r>
              <a:rPr lang="en" dirty="0">
                <a:latin typeface="Source Code Pro ExtraLight"/>
                <a:ea typeface="Source Code Pro ExtraLight"/>
                <a:cs typeface="Source Code Pro ExtraLight"/>
                <a:sym typeface="Source Code Pro ExtraLight"/>
              </a:rPr>
              <a:t>Nayera Abdessalam</a:t>
            </a:r>
            <a:endParaRPr dirty="0">
              <a:latin typeface="Source Code Pro ExtraLight"/>
              <a:ea typeface="Source Code Pro ExtraLight"/>
              <a:cs typeface="Source Code Pro ExtraLight"/>
              <a:sym typeface="Source Code Pro ExtraLight"/>
            </a:endParaRPr>
          </a:p>
        </p:txBody>
      </p:sp>
      <p:grpSp>
        <p:nvGrpSpPr>
          <p:cNvPr id="1306" name="Google Shape;1306;p55"/>
          <p:cNvGrpSpPr/>
          <p:nvPr/>
        </p:nvGrpSpPr>
        <p:grpSpPr>
          <a:xfrm>
            <a:off x="5528769" y="2571702"/>
            <a:ext cx="2900025" cy="2211847"/>
            <a:chOff x="5614975" y="2571738"/>
            <a:chExt cx="2725075" cy="2078413"/>
          </a:xfrm>
        </p:grpSpPr>
        <p:grpSp>
          <p:nvGrpSpPr>
            <p:cNvPr id="1307" name="Google Shape;1307;p55"/>
            <p:cNvGrpSpPr/>
            <p:nvPr/>
          </p:nvGrpSpPr>
          <p:grpSpPr>
            <a:xfrm>
              <a:off x="8301900" y="2571738"/>
              <a:ext cx="38150" cy="1997125"/>
              <a:chOff x="8301900" y="2571738"/>
              <a:chExt cx="38150" cy="1997125"/>
            </a:xfrm>
          </p:grpSpPr>
          <p:sp>
            <p:nvSpPr>
              <p:cNvPr id="1308" name="Google Shape;1308;p55"/>
              <p:cNvSpPr/>
              <p:nvPr/>
            </p:nvSpPr>
            <p:spPr>
              <a:xfrm>
                <a:off x="8305713" y="2571738"/>
                <a:ext cx="17350" cy="23600"/>
              </a:xfrm>
              <a:custGeom>
                <a:avLst/>
                <a:gdLst/>
                <a:ahLst/>
                <a:cxnLst/>
                <a:rect l="l" t="t" r="r" b="b"/>
                <a:pathLst>
                  <a:path w="694" h="944" extrusionOk="0">
                    <a:moveTo>
                      <a:pt x="333" y="112"/>
                    </a:moveTo>
                    <a:cubicBezTo>
                      <a:pt x="416" y="112"/>
                      <a:pt x="472" y="112"/>
                      <a:pt x="500" y="167"/>
                    </a:cubicBezTo>
                    <a:cubicBezTo>
                      <a:pt x="527" y="223"/>
                      <a:pt x="555" y="278"/>
                      <a:pt x="555" y="361"/>
                    </a:cubicBezTo>
                    <a:cubicBezTo>
                      <a:pt x="555" y="389"/>
                      <a:pt x="555" y="417"/>
                      <a:pt x="555" y="472"/>
                    </a:cubicBezTo>
                    <a:cubicBezTo>
                      <a:pt x="555" y="500"/>
                      <a:pt x="555" y="555"/>
                      <a:pt x="555" y="583"/>
                    </a:cubicBezTo>
                    <a:cubicBezTo>
                      <a:pt x="555" y="666"/>
                      <a:pt x="527" y="722"/>
                      <a:pt x="500" y="777"/>
                    </a:cubicBezTo>
                    <a:cubicBezTo>
                      <a:pt x="472" y="805"/>
                      <a:pt x="416" y="833"/>
                      <a:pt x="333" y="833"/>
                    </a:cubicBezTo>
                    <a:cubicBezTo>
                      <a:pt x="278" y="833"/>
                      <a:pt x="222" y="805"/>
                      <a:pt x="195" y="777"/>
                    </a:cubicBezTo>
                    <a:cubicBezTo>
                      <a:pt x="167" y="722"/>
                      <a:pt x="139" y="666"/>
                      <a:pt x="139" y="583"/>
                    </a:cubicBezTo>
                    <a:lnTo>
                      <a:pt x="139" y="472"/>
                    </a:lnTo>
                    <a:lnTo>
                      <a:pt x="139" y="361"/>
                    </a:lnTo>
                    <a:cubicBezTo>
                      <a:pt x="139" y="278"/>
                      <a:pt x="167" y="223"/>
                      <a:pt x="195" y="167"/>
                    </a:cubicBezTo>
                    <a:cubicBezTo>
                      <a:pt x="222" y="112"/>
                      <a:pt x="278" y="112"/>
                      <a:pt x="333" y="112"/>
                    </a:cubicBezTo>
                    <a:close/>
                    <a:moveTo>
                      <a:pt x="333" y="1"/>
                    </a:moveTo>
                    <a:cubicBezTo>
                      <a:pt x="222" y="1"/>
                      <a:pt x="139" y="29"/>
                      <a:pt x="111" y="84"/>
                    </a:cubicBezTo>
                    <a:cubicBezTo>
                      <a:pt x="56" y="167"/>
                      <a:pt x="28" y="250"/>
                      <a:pt x="28" y="361"/>
                    </a:cubicBezTo>
                    <a:lnTo>
                      <a:pt x="0" y="472"/>
                    </a:lnTo>
                    <a:lnTo>
                      <a:pt x="28" y="583"/>
                    </a:lnTo>
                    <a:cubicBezTo>
                      <a:pt x="28" y="694"/>
                      <a:pt x="56" y="777"/>
                      <a:pt x="111" y="833"/>
                    </a:cubicBezTo>
                    <a:cubicBezTo>
                      <a:pt x="139" y="916"/>
                      <a:pt x="222" y="944"/>
                      <a:pt x="333" y="944"/>
                    </a:cubicBezTo>
                    <a:cubicBezTo>
                      <a:pt x="472" y="944"/>
                      <a:pt x="555" y="916"/>
                      <a:pt x="583" y="833"/>
                    </a:cubicBezTo>
                    <a:cubicBezTo>
                      <a:pt x="638" y="777"/>
                      <a:pt x="666" y="694"/>
                      <a:pt x="666" y="583"/>
                    </a:cubicBezTo>
                    <a:cubicBezTo>
                      <a:pt x="666" y="555"/>
                      <a:pt x="694" y="528"/>
                      <a:pt x="694" y="472"/>
                    </a:cubicBezTo>
                    <a:cubicBezTo>
                      <a:pt x="694" y="417"/>
                      <a:pt x="666" y="389"/>
                      <a:pt x="666" y="361"/>
                    </a:cubicBezTo>
                    <a:cubicBezTo>
                      <a:pt x="666" y="250"/>
                      <a:pt x="638" y="167"/>
                      <a:pt x="583" y="84"/>
                    </a:cubicBezTo>
                    <a:cubicBezTo>
                      <a:pt x="555" y="29"/>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55"/>
              <p:cNvSpPr/>
              <p:nvPr/>
            </p:nvSpPr>
            <p:spPr>
              <a:xfrm>
                <a:off x="8302600" y="2966313"/>
                <a:ext cx="17350" cy="23600"/>
              </a:xfrm>
              <a:custGeom>
                <a:avLst/>
                <a:gdLst/>
                <a:ahLst/>
                <a:cxnLst/>
                <a:rect l="l" t="t" r="r" b="b"/>
                <a:pathLst>
                  <a:path w="694" h="944" extrusionOk="0">
                    <a:moveTo>
                      <a:pt x="333" y="84"/>
                    </a:moveTo>
                    <a:cubicBezTo>
                      <a:pt x="416" y="84"/>
                      <a:pt x="472" y="111"/>
                      <a:pt x="500" y="167"/>
                    </a:cubicBezTo>
                    <a:cubicBezTo>
                      <a:pt x="527" y="222"/>
                      <a:pt x="555" y="278"/>
                      <a:pt x="555" y="361"/>
                    </a:cubicBezTo>
                    <a:cubicBezTo>
                      <a:pt x="555" y="389"/>
                      <a:pt x="555" y="416"/>
                      <a:pt x="555" y="472"/>
                    </a:cubicBezTo>
                    <a:cubicBezTo>
                      <a:pt x="555" y="500"/>
                      <a:pt x="555" y="555"/>
                      <a:pt x="555" y="583"/>
                    </a:cubicBezTo>
                    <a:cubicBezTo>
                      <a:pt x="555" y="638"/>
                      <a:pt x="527" y="721"/>
                      <a:pt x="500" y="749"/>
                    </a:cubicBezTo>
                    <a:cubicBezTo>
                      <a:pt x="472" y="805"/>
                      <a:pt x="416" y="832"/>
                      <a:pt x="333" y="832"/>
                    </a:cubicBezTo>
                    <a:cubicBezTo>
                      <a:pt x="278" y="832"/>
                      <a:pt x="222" y="805"/>
                      <a:pt x="195" y="749"/>
                    </a:cubicBezTo>
                    <a:cubicBezTo>
                      <a:pt x="167" y="721"/>
                      <a:pt x="139" y="638"/>
                      <a:pt x="139" y="583"/>
                    </a:cubicBezTo>
                    <a:lnTo>
                      <a:pt x="139" y="472"/>
                    </a:lnTo>
                    <a:lnTo>
                      <a:pt x="139" y="361"/>
                    </a:lnTo>
                    <a:cubicBezTo>
                      <a:pt x="139" y="278"/>
                      <a:pt x="167" y="222"/>
                      <a:pt x="195" y="167"/>
                    </a:cubicBezTo>
                    <a:cubicBezTo>
                      <a:pt x="222" y="111"/>
                      <a:pt x="278" y="84"/>
                      <a:pt x="333" y="84"/>
                    </a:cubicBezTo>
                    <a:close/>
                    <a:moveTo>
                      <a:pt x="333" y="0"/>
                    </a:moveTo>
                    <a:cubicBezTo>
                      <a:pt x="222" y="0"/>
                      <a:pt x="139" y="28"/>
                      <a:pt x="111" y="84"/>
                    </a:cubicBezTo>
                    <a:cubicBezTo>
                      <a:pt x="56" y="167"/>
                      <a:pt x="28" y="250"/>
                      <a:pt x="28" y="333"/>
                    </a:cubicBezTo>
                    <a:lnTo>
                      <a:pt x="0" y="472"/>
                    </a:lnTo>
                    <a:lnTo>
                      <a:pt x="28" y="583"/>
                    </a:lnTo>
                    <a:cubicBezTo>
                      <a:pt x="28" y="694"/>
                      <a:pt x="56" y="777"/>
                      <a:pt x="111" y="832"/>
                    </a:cubicBezTo>
                    <a:cubicBezTo>
                      <a:pt x="139" y="915"/>
                      <a:pt x="222" y="943"/>
                      <a:pt x="333" y="943"/>
                    </a:cubicBezTo>
                    <a:cubicBezTo>
                      <a:pt x="472" y="943"/>
                      <a:pt x="555" y="915"/>
                      <a:pt x="583" y="832"/>
                    </a:cubicBezTo>
                    <a:cubicBezTo>
                      <a:pt x="638" y="777"/>
                      <a:pt x="666" y="694"/>
                      <a:pt x="666" y="583"/>
                    </a:cubicBezTo>
                    <a:cubicBezTo>
                      <a:pt x="666" y="555"/>
                      <a:pt x="694" y="527"/>
                      <a:pt x="694" y="472"/>
                    </a:cubicBezTo>
                    <a:cubicBezTo>
                      <a:pt x="694" y="416"/>
                      <a:pt x="666" y="361"/>
                      <a:pt x="666" y="333"/>
                    </a:cubicBezTo>
                    <a:cubicBezTo>
                      <a:pt x="666" y="250"/>
                      <a:pt x="638" y="167"/>
                      <a:pt x="583" y="84"/>
                    </a:cubicBezTo>
                    <a:cubicBezTo>
                      <a:pt x="555" y="28"/>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55"/>
              <p:cNvSpPr/>
              <p:nvPr/>
            </p:nvSpPr>
            <p:spPr>
              <a:xfrm>
                <a:off x="8302250" y="3360888"/>
                <a:ext cx="17350" cy="23600"/>
              </a:xfrm>
              <a:custGeom>
                <a:avLst/>
                <a:gdLst/>
                <a:ahLst/>
                <a:cxnLst/>
                <a:rect l="l" t="t" r="r" b="b"/>
                <a:pathLst>
                  <a:path w="694" h="944" extrusionOk="0">
                    <a:moveTo>
                      <a:pt x="333" y="84"/>
                    </a:moveTo>
                    <a:cubicBezTo>
                      <a:pt x="416" y="84"/>
                      <a:pt x="472" y="112"/>
                      <a:pt x="500" y="167"/>
                    </a:cubicBezTo>
                    <a:cubicBezTo>
                      <a:pt x="527" y="223"/>
                      <a:pt x="555" y="278"/>
                      <a:pt x="555" y="361"/>
                    </a:cubicBezTo>
                    <a:cubicBezTo>
                      <a:pt x="555" y="389"/>
                      <a:pt x="555" y="417"/>
                      <a:pt x="555" y="472"/>
                    </a:cubicBezTo>
                    <a:cubicBezTo>
                      <a:pt x="555" y="500"/>
                      <a:pt x="555" y="555"/>
                      <a:pt x="555" y="583"/>
                    </a:cubicBezTo>
                    <a:cubicBezTo>
                      <a:pt x="555" y="638"/>
                      <a:pt x="527" y="722"/>
                      <a:pt x="500" y="749"/>
                    </a:cubicBezTo>
                    <a:cubicBezTo>
                      <a:pt x="472" y="805"/>
                      <a:pt x="416" y="833"/>
                      <a:pt x="333" y="833"/>
                    </a:cubicBezTo>
                    <a:cubicBezTo>
                      <a:pt x="278" y="833"/>
                      <a:pt x="222" y="805"/>
                      <a:pt x="195" y="749"/>
                    </a:cubicBezTo>
                    <a:cubicBezTo>
                      <a:pt x="167" y="722"/>
                      <a:pt x="139" y="638"/>
                      <a:pt x="139" y="583"/>
                    </a:cubicBezTo>
                    <a:lnTo>
                      <a:pt x="139" y="472"/>
                    </a:lnTo>
                    <a:lnTo>
                      <a:pt x="139" y="361"/>
                    </a:lnTo>
                    <a:cubicBezTo>
                      <a:pt x="139" y="278"/>
                      <a:pt x="167" y="223"/>
                      <a:pt x="195" y="167"/>
                    </a:cubicBezTo>
                    <a:cubicBezTo>
                      <a:pt x="222" y="112"/>
                      <a:pt x="278" y="84"/>
                      <a:pt x="333" y="84"/>
                    </a:cubicBezTo>
                    <a:close/>
                    <a:moveTo>
                      <a:pt x="333" y="1"/>
                    </a:moveTo>
                    <a:cubicBezTo>
                      <a:pt x="222" y="1"/>
                      <a:pt x="139" y="29"/>
                      <a:pt x="111" y="84"/>
                    </a:cubicBezTo>
                    <a:cubicBezTo>
                      <a:pt x="56" y="167"/>
                      <a:pt x="28" y="250"/>
                      <a:pt x="28" y="334"/>
                    </a:cubicBezTo>
                    <a:lnTo>
                      <a:pt x="0" y="472"/>
                    </a:lnTo>
                    <a:lnTo>
                      <a:pt x="28" y="583"/>
                    </a:lnTo>
                    <a:cubicBezTo>
                      <a:pt x="28" y="694"/>
                      <a:pt x="56" y="777"/>
                      <a:pt x="111" y="833"/>
                    </a:cubicBezTo>
                    <a:cubicBezTo>
                      <a:pt x="139" y="916"/>
                      <a:pt x="222" y="943"/>
                      <a:pt x="333" y="943"/>
                    </a:cubicBezTo>
                    <a:cubicBezTo>
                      <a:pt x="472" y="943"/>
                      <a:pt x="555" y="916"/>
                      <a:pt x="583" y="833"/>
                    </a:cubicBezTo>
                    <a:cubicBezTo>
                      <a:pt x="638" y="777"/>
                      <a:pt x="666" y="694"/>
                      <a:pt x="666" y="583"/>
                    </a:cubicBezTo>
                    <a:cubicBezTo>
                      <a:pt x="666" y="555"/>
                      <a:pt x="694" y="528"/>
                      <a:pt x="694" y="472"/>
                    </a:cubicBezTo>
                    <a:cubicBezTo>
                      <a:pt x="694" y="417"/>
                      <a:pt x="666" y="361"/>
                      <a:pt x="666" y="334"/>
                    </a:cubicBezTo>
                    <a:cubicBezTo>
                      <a:pt x="666" y="250"/>
                      <a:pt x="638" y="167"/>
                      <a:pt x="583" y="84"/>
                    </a:cubicBezTo>
                    <a:cubicBezTo>
                      <a:pt x="555" y="29"/>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55"/>
              <p:cNvSpPr/>
              <p:nvPr/>
            </p:nvSpPr>
            <p:spPr>
              <a:xfrm>
                <a:off x="8301900" y="3755463"/>
                <a:ext cx="17350" cy="23575"/>
              </a:xfrm>
              <a:custGeom>
                <a:avLst/>
                <a:gdLst/>
                <a:ahLst/>
                <a:cxnLst/>
                <a:rect l="l" t="t" r="r" b="b"/>
                <a:pathLst>
                  <a:path w="694" h="943" extrusionOk="0">
                    <a:moveTo>
                      <a:pt x="333" y="83"/>
                    </a:moveTo>
                    <a:cubicBezTo>
                      <a:pt x="416" y="83"/>
                      <a:pt x="472" y="111"/>
                      <a:pt x="500" y="166"/>
                    </a:cubicBezTo>
                    <a:cubicBezTo>
                      <a:pt x="527" y="222"/>
                      <a:pt x="555" y="277"/>
                      <a:pt x="555" y="361"/>
                    </a:cubicBezTo>
                    <a:cubicBezTo>
                      <a:pt x="555" y="388"/>
                      <a:pt x="555" y="416"/>
                      <a:pt x="555" y="471"/>
                    </a:cubicBezTo>
                    <a:cubicBezTo>
                      <a:pt x="555" y="499"/>
                      <a:pt x="555" y="555"/>
                      <a:pt x="555" y="582"/>
                    </a:cubicBezTo>
                    <a:cubicBezTo>
                      <a:pt x="555" y="638"/>
                      <a:pt x="527" y="721"/>
                      <a:pt x="500" y="749"/>
                    </a:cubicBezTo>
                    <a:cubicBezTo>
                      <a:pt x="472" y="804"/>
                      <a:pt x="416" y="832"/>
                      <a:pt x="333" y="832"/>
                    </a:cubicBezTo>
                    <a:cubicBezTo>
                      <a:pt x="278" y="832"/>
                      <a:pt x="222" y="804"/>
                      <a:pt x="195" y="749"/>
                    </a:cubicBezTo>
                    <a:cubicBezTo>
                      <a:pt x="167" y="721"/>
                      <a:pt x="139" y="638"/>
                      <a:pt x="139" y="582"/>
                    </a:cubicBezTo>
                    <a:lnTo>
                      <a:pt x="139" y="471"/>
                    </a:lnTo>
                    <a:lnTo>
                      <a:pt x="139" y="361"/>
                    </a:lnTo>
                    <a:cubicBezTo>
                      <a:pt x="139" y="277"/>
                      <a:pt x="167" y="222"/>
                      <a:pt x="195" y="166"/>
                    </a:cubicBezTo>
                    <a:cubicBezTo>
                      <a:pt x="222" y="111"/>
                      <a:pt x="278" y="83"/>
                      <a:pt x="333" y="83"/>
                    </a:cubicBezTo>
                    <a:close/>
                    <a:moveTo>
                      <a:pt x="333" y="0"/>
                    </a:moveTo>
                    <a:cubicBezTo>
                      <a:pt x="222" y="0"/>
                      <a:pt x="139" y="28"/>
                      <a:pt x="111" y="83"/>
                    </a:cubicBezTo>
                    <a:cubicBezTo>
                      <a:pt x="56" y="166"/>
                      <a:pt x="28" y="250"/>
                      <a:pt x="28" y="333"/>
                    </a:cubicBezTo>
                    <a:lnTo>
                      <a:pt x="0" y="471"/>
                    </a:lnTo>
                    <a:lnTo>
                      <a:pt x="28" y="582"/>
                    </a:lnTo>
                    <a:cubicBezTo>
                      <a:pt x="28" y="693"/>
                      <a:pt x="56" y="776"/>
                      <a:pt x="111" y="832"/>
                    </a:cubicBezTo>
                    <a:cubicBezTo>
                      <a:pt x="139" y="915"/>
                      <a:pt x="222" y="943"/>
                      <a:pt x="333" y="943"/>
                    </a:cubicBezTo>
                    <a:cubicBezTo>
                      <a:pt x="472" y="943"/>
                      <a:pt x="555" y="915"/>
                      <a:pt x="583" y="832"/>
                    </a:cubicBezTo>
                    <a:cubicBezTo>
                      <a:pt x="638" y="776"/>
                      <a:pt x="666" y="693"/>
                      <a:pt x="666" y="582"/>
                    </a:cubicBezTo>
                    <a:cubicBezTo>
                      <a:pt x="666" y="555"/>
                      <a:pt x="694" y="527"/>
                      <a:pt x="694" y="471"/>
                    </a:cubicBezTo>
                    <a:cubicBezTo>
                      <a:pt x="694" y="416"/>
                      <a:pt x="666" y="361"/>
                      <a:pt x="666" y="333"/>
                    </a:cubicBezTo>
                    <a:cubicBezTo>
                      <a:pt x="666" y="250"/>
                      <a:pt x="638" y="166"/>
                      <a:pt x="583" y="83"/>
                    </a:cubicBezTo>
                    <a:cubicBezTo>
                      <a:pt x="555" y="28"/>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55"/>
              <p:cNvSpPr/>
              <p:nvPr/>
            </p:nvSpPr>
            <p:spPr>
              <a:xfrm>
                <a:off x="8302600" y="4150013"/>
                <a:ext cx="17350" cy="24275"/>
              </a:xfrm>
              <a:custGeom>
                <a:avLst/>
                <a:gdLst/>
                <a:ahLst/>
                <a:cxnLst/>
                <a:rect l="l" t="t" r="r" b="b"/>
                <a:pathLst>
                  <a:path w="694" h="971" extrusionOk="0">
                    <a:moveTo>
                      <a:pt x="333" y="111"/>
                    </a:moveTo>
                    <a:cubicBezTo>
                      <a:pt x="416" y="111"/>
                      <a:pt x="472" y="139"/>
                      <a:pt x="500" y="194"/>
                    </a:cubicBezTo>
                    <a:cubicBezTo>
                      <a:pt x="527" y="222"/>
                      <a:pt x="555" y="305"/>
                      <a:pt x="555" y="388"/>
                    </a:cubicBezTo>
                    <a:cubicBezTo>
                      <a:pt x="555" y="388"/>
                      <a:pt x="555" y="444"/>
                      <a:pt x="555" y="471"/>
                    </a:cubicBezTo>
                    <a:cubicBezTo>
                      <a:pt x="555" y="527"/>
                      <a:pt x="555" y="582"/>
                      <a:pt x="555" y="582"/>
                    </a:cubicBezTo>
                    <a:cubicBezTo>
                      <a:pt x="555" y="665"/>
                      <a:pt x="527" y="749"/>
                      <a:pt x="500" y="776"/>
                    </a:cubicBezTo>
                    <a:cubicBezTo>
                      <a:pt x="472" y="832"/>
                      <a:pt x="416" y="860"/>
                      <a:pt x="333" y="860"/>
                    </a:cubicBezTo>
                    <a:cubicBezTo>
                      <a:pt x="278" y="860"/>
                      <a:pt x="222" y="832"/>
                      <a:pt x="195" y="776"/>
                    </a:cubicBezTo>
                    <a:cubicBezTo>
                      <a:pt x="167" y="749"/>
                      <a:pt x="139" y="665"/>
                      <a:pt x="139" y="582"/>
                    </a:cubicBezTo>
                    <a:lnTo>
                      <a:pt x="139" y="471"/>
                    </a:lnTo>
                    <a:lnTo>
                      <a:pt x="139" y="388"/>
                    </a:lnTo>
                    <a:cubicBezTo>
                      <a:pt x="139" y="305"/>
                      <a:pt x="167" y="222"/>
                      <a:pt x="195" y="194"/>
                    </a:cubicBezTo>
                    <a:cubicBezTo>
                      <a:pt x="222" y="139"/>
                      <a:pt x="278" y="111"/>
                      <a:pt x="333" y="111"/>
                    </a:cubicBezTo>
                    <a:close/>
                    <a:moveTo>
                      <a:pt x="333" y="0"/>
                    </a:moveTo>
                    <a:cubicBezTo>
                      <a:pt x="222" y="0"/>
                      <a:pt x="139" y="55"/>
                      <a:pt x="111" y="111"/>
                    </a:cubicBezTo>
                    <a:cubicBezTo>
                      <a:pt x="56" y="166"/>
                      <a:pt x="28" y="277"/>
                      <a:pt x="28" y="360"/>
                    </a:cubicBezTo>
                    <a:lnTo>
                      <a:pt x="0" y="499"/>
                    </a:lnTo>
                    <a:lnTo>
                      <a:pt x="28" y="610"/>
                    </a:lnTo>
                    <a:cubicBezTo>
                      <a:pt x="28" y="721"/>
                      <a:pt x="56" y="804"/>
                      <a:pt x="111" y="860"/>
                    </a:cubicBezTo>
                    <a:cubicBezTo>
                      <a:pt x="139" y="915"/>
                      <a:pt x="222" y="970"/>
                      <a:pt x="333" y="970"/>
                    </a:cubicBezTo>
                    <a:cubicBezTo>
                      <a:pt x="472" y="970"/>
                      <a:pt x="555" y="915"/>
                      <a:pt x="583" y="860"/>
                    </a:cubicBezTo>
                    <a:cubicBezTo>
                      <a:pt x="638" y="804"/>
                      <a:pt x="666" y="721"/>
                      <a:pt x="666" y="610"/>
                    </a:cubicBezTo>
                    <a:cubicBezTo>
                      <a:pt x="666" y="582"/>
                      <a:pt x="694" y="527"/>
                      <a:pt x="694" y="499"/>
                    </a:cubicBezTo>
                    <a:cubicBezTo>
                      <a:pt x="694" y="444"/>
                      <a:pt x="666" y="388"/>
                      <a:pt x="666" y="360"/>
                    </a:cubicBezTo>
                    <a:cubicBezTo>
                      <a:pt x="666" y="277"/>
                      <a:pt x="638" y="166"/>
                      <a:pt x="583" y="111"/>
                    </a:cubicBezTo>
                    <a:cubicBezTo>
                      <a:pt x="555" y="55"/>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55"/>
              <p:cNvSpPr/>
              <p:nvPr/>
            </p:nvSpPr>
            <p:spPr>
              <a:xfrm>
                <a:off x="8301900" y="4545263"/>
                <a:ext cx="17350" cy="23600"/>
              </a:xfrm>
              <a:custGeom>
                <a:avLst/>
                <a:gdLst/>
                <a:ahLst/>
                <a:cxnLst/>
                <a:rect l="l" t="t" r="r" b="b"/>
                <a:pathLst>
                  <a:path w="694" h="944" extrusionOk="0">
                    <a:moveTo>
                      <a:pt x="333" y="112"/>
                    </a:moveTo>
                    <a:cubicBezTo>
                      <a:pt x="416" y="112"/>
                      <a:pt x="472" y="139"/>
                      <a:pt x="500" y="195"/>
                    </a:cubicBezTo>
                    <a:cubicBezTo>
                      <a:pt x="527" y="222"/>
                      <a:pt x="555" y="306"/>
                      <a:pt x="555" y="361"/>
                    </a:cubicBezTo>
                    <a:cubicBezTo>
                      <a:pt x="555" y="389"/>
                      <a:pt x="555" y="444"/>
                      <a:pt x="555" y="472"/>
                    </a:cubicBezTo>
                    <a:cubicBezTo>
                      <a:pt x="555" y="527"/>
                      <a:pt x="555" y="555"/>
                      <a:pt x="555" y="583"/>
                    </a:cubicBezTo>
                    <a:cubicBezTo>
                      <a:pt x="555" y="666"/>
                      <a:pt x="527" y="749"/>
                      <a:pt x="500" y="777"/>
                    </a:cubicBezTo>
                    <a:cubicBezTo>
                      <a:pt x="472" y="832"/>
                      <a:pt x="416" y="860"/>
                      <a:pt x="333" y="860"/>
                    </a:cubicBezTo>
                    <a:cubicBezTo>
                      <a:pt x="278" y="860"/>
                      <a:pt x="222" y="832"/>
                      <a:pt x="195" y="777"/>
                    </a:cubicBezTo>
                    <a:cubicBezTo>
                      <a:pt x="167" y="749"/>
                      <a:pt x="139" y="666"/>
                      <a:pt x="139" y="583"/>
                    </a:cubicBezTo>
                    <a:lnTo>
                      <a:pt x="139" y="472"/>
                    </a:lnTo>
                    <a:lnTo>
                      <a:pt x="139" y="361"/>
                    </a:lnTo>
                    <a:cubicBezTo>
                      <a:pt x="139" y="306"/>
                      <a:pt x="167" y="222"/>
                      <a:pt x="195" y="195"/>
                    </a:cubicBezTo>
                    <a:cubicBezTo>
                      <a:pt x="222" y="139"/>
                      <a:pt x="278" y="112"/>
                      <a:pt x="333" y="112"/>
                    </a:cubicBezTo>
                    <a:close/>
                    <a:moveTo>
                      <a:pt x="333" y="1"/>
                    </a:moveTo>
                    <a:cubicBezTo>
                      <a:pt x="222" y="1"/>
                      <a:pt x="139" y="56"/>
                      <a:pt x="111" y="112"/>
                    </a:cubicBezTo>
                    <a:cubicBezTo>
                      <a:pt x="56" y="167"/>
                      <a:pt x="28" y="250"/>
                      <a:pt x="28" y="361"/>
                    </a:cubicBezTo>
                    <a:lnTo>
                      <a:pt x="0" y="472"/>
                    </a:lnTo>
                    <a:lnTo>
                      <a:pt x="28" y="611"/>
                    </a:lnTo>
                    <a:cubicBezTo>
                      <a:pt x="28" y="694"/>
                      <a:pt x="56" y="805"/>
                      <a:pt x="111" y="860"/>
                    </a:cubicBezTo>
                    <a:cubicBezTo>
                      <a:pt x="139" y="916"/>
                      <a:pt x="222" y="943"/>
                      <a:pt x="333" y="943"/>
                    </a:cubicBezTo>
                    <a:cubicBezTo>
                      <a:pt x="472" y="943"/>
                      <a:pt x="555" y="916"/>
                      <a:pt x="583" y="860"/>
                    </a:cubicBezTo>
                    <a:cubicBezTo>
                      <a:pt x="638" y="805"/>
                      <a:pt x="666" y="694"/>
                      <a:pt x="666" y="611"/>
                    </a:cubicBezTo>
                    <a:cubicBezTo>
                      <a:pt x="666" y="583"/>
                      <a:pt x="694" y="527"/>
                      <a:pt x="694" y="472"/>
                    </a:cubicBezTo>
                    <a:cubicBezTo>
                      <a:pt x="694" y="444"/>
                      <a:pt x="666" y="389"/>
                      <a:pt x="666" y="361"/>
                    </a:cubicBezTo>
                    <a:cubicBezTo>
                      <a:pt x="666" y="250"/>
                      <a:pt x="638" y="167"/>
                      <a:pt x="583" y="112"/>
                    </a:cubicBezTo>
                    <a:cubicBezTo>
                      <a:pt x="555" y="56"/>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55"/>
              <p:cNvSpPr/>
              <p:nvPr/>
            </p:nvSpPr>
            <p:spPr>
              <a:xfrm>
                <a:off x="8325813" y="2571738"/>
                <a:ext cx="10425" cy="22900"/>
              </a:xfrm>
              <a:custGeom>
                <a:avLst/>
                <a:gdLst/>
                <a:ahLst/>
                <a:cxnLst/>
                <a:rect l="l" t="t" r="r" b="b"/>
                <a:pathLst>
                  <a:path w="417" h="916" extrusionOk="0">
                    <a:moveTo>
                      <a:pt x="333" y="1"/>
                    </a:moveTo>
                    <a:cubicBezTo>
                      <a:pt x="306" y="1"/>
                      <a:pt x="306" y="1"/>
                      <a:pt x="278" y="29"/>
                    </a:cubicBezTo>
                    <a:lnTo>
                      <a:pt x="1" y="250"/>
                    </a:lnTo>
                    <a:cubicBezTo>
                      <a:pt x="1" y="278"/>
                      <a:pt x="1" y="278"/>
                      <a:pt x="1" y="278"/>
                    </a:cubicBezTo>
                    <a:lnTo>
                      <a:pt x="28" y="306"/>
                    </a:lnTo>
                    <a:cubicBezTo>
                      <a:pt x="28" y="334"/>
                      <a:pt x="56" y="334"/>
                      <a:pt x="56" y="334"/>
                    </a:cubicBezTo>
                    <a:lnTo>
                      <a:pt x="84" y="334"/>
                    </a:lnTo>
                    <a:lnTo>
                      <a:pt x="306" y="167"/>
                    </a:lnTo>
                    <a:lnTo>
                      <a:pt x="306" y="888"/>
                    </a:lnTo>
                    <a:cubicBezTo>
                      <a:pt x="306" y="916"/>
                      <a:pt x="306" y="916"/>
                      <a:pt x="306" y="916"/>
                    </a:cubicBezTo>
                    <a:lnTo>
                      <a:pt x="416" y="916"/>
                    </a:lnTo>
                    <a:cubicBezTo>
                      <a:pt x="416" y="916"/>
                      <a:pt x="416" y="916"/>
                      <a:pt x="416" y="888"/>
                    </a:cubicBezTo>
                    <a:lnTo>
                      <a:pt x="416" y="29"/>
                    </a:lnTo>
                    <a:cubicBezTo>
                      <a:pt x="389" y="1"/>
                      <a:pt x="389" y="1"/>
                      <a:pt x="3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55"/>
              <p:cNvSpPr/>
              <p:nvPr/>
            </p:nvSpPr>
            <p:spPr>
              <a:xfrm>
                <a:off x="8323400" y="2966303"/>
                <a:ext cx="15950" cy="22900"/>
              </a:xfrm>
              <a:custGeom>
                <a:avLst/>
                <a:gdLst/>
                <a:ahLst/>
                <a:cxnLst/>
                <a:rect l="l" t="t" r="r" b="b"/>
                <a:pathLst>
                  <a:path w="638" h="916" extrusionOk="0">
                    <a:moveTo>
                      <a:pt x="305" y="0"/>
                    </a:moveTo>
                    <a:cubicBezTo>
                      <a:pt x="250" y="0"/>
                      <a:pt x="194" y="0"/>
                      <a:pt x="139" y="28"/>
                    </a:cubicBezTo>
                    <a:cubicBezTo>
                      <a:pt x="111" y="56"/>
                      <a:pt x="83" y="84"/>
                      <a:pt x="56" y="139"/>
                    </a:cubicBezTo>
                    <a:cubicBezTo>
                      <a:pt x="28" y="167"/>
                      <a:pt x="0" y="222"/>
                      <a:pt x="0" y="278"/>
                    </a:cubicBezTo>
                    <a:lnTo>
                      <a:pt x="28" y="278"/>
                    </a:lnTo>
                    <a:cubicBezTo>
                      <a:pt x="28" y="305"/>
                      <a:pt x="28" y="305"/>
                      <a:pt x="28" y="305"/>
                    </a:cubicBezTo>
                    <a:lnTo>
                      <a:pt x="111" y="305"/>
                    </a:lnTo>
                    <a:cubicBezTo>
                      <a:pt x="111" y="305"/>
                      <a:pt x="111" y="305"/>
                      <a:pt x="111" y="278"/>
                    </a:cubicBezTo>
                    <a:lnTo>
                      <a:pt x="139" y="278"/>
                    </a:lnTo>
                    <a:cubicBezTo>
                      <a:pt x="139" y="222"/>
                      <a:pt x="167" y="167"/>
                      <a:pt x="194" y="139"/>
                    </a:cubicBezTo>
                    <a:cubicBezTo>
                      <a:pt x="222" y="111"/>
                      <a:pt x="250" y="84"/>
                      <a:pt x="305" y="84"/>
                    </a:cubicBezTo>
                    <a:cubicBezTo>
                      <a:pt x="361" y="84"/>
                      <a:pt x="416" y="111"/>
                      <a:pt x="444" y="139"/>
                    </a:cubicBezTo>
                    <a:cubicBezTo>
                      <a:pt x="472" y="167"/>
                      <a:pt x="472" y="222"/>
                      <a:pt x="472" y="250"/>
                    </a:cubicBezTo>
                    <a:cubicBezTo>
                      <a:pt x="472" y="305"/>
                      <a:pt x="472" y="333"/>
                      <a:pt x="444" y="361"/>
                    </a:cubicBezTo>
                    <a:cubicBezTo>
                      <a:pt x="416" y="416"/>
                      <a:pt x="388" y="444"/>
                      <a:pt x="305" y="500"/>
                    </a:cubicBezTo>
                    <a:lnTo>
                      <a:pt x="28" y="805"/>
                    </a:lnTo>
                    <a:cubicBezTo>
                      <a:pt x="0" y="805"/>
                      <a:pt x="0" y="832"/>
                      <a:pt x="0" y="860"/>
                    </a:cubicBezTo>
                    <a:lnTo>
                      <a:pt x="0" y="888"/>
                    </a:lnTo>
                    <a:cubicBezTo>
                      <a:pt x="0" y="888"/>
                      <a:pt x="0" y="915"/>
                      <a:pt x="0" y="915"/>
                    </a:cubicBezTo>
                    <a:lnTo>
                      <a:pt x="610" y="915"/>
                    </a:lnTo>
                    <a:cubicBezTo>
                      <a:pt x="638" y="915"/>
                      <a:pt x="638" y="888"/>
                      <a:pt x="638" y="888"/>
                    </a:cubicBezTo>
                    <a:lnTo>
                      <a:pt x="638" y="832"/>
                    </a:lnTo>
                    <a:lnTo>
                      <a:pt x="610" y="832"/>
                    </a:lnTo>
                    <a:cubicBezTo>
                      <a:pt x="610" y="805"/>
                      <a:pt x="610" y="805"/>
                      <a:pt x="610" y="805"/>
                    </a:cubicBezTo>
                    <a:lnTo>
                      <a:pt x="194" y="805"/>
                    </a:lnTo>
                    <a:lnTo>
                      <a:pt x="444" y="555"/>
                    </a:lnTo>
                    <a:cubicBezTo>
                      <a:pt x="499" y="500"/>
                      <a:pt x="555" y="444"/>
                      <a:pt x="582" y="416"/>
                    </a:cubicBezTo>
                    <a:cubicBezTo>
                      <a:pt x="610" y="361"/>
                      <a:pt x="610" y="305"/>
                      <a:pt x="610" y="250"/>
                    </a:cubicBezTo>
                    <a:cubicBezTo>
                      <a:pt x="610" y="195"/>
                      <a:pt x="582" y="111"/>
                      <a:pt x="527" y="56"/>
                    </a:cubicBezTo>
                    <a:cubicBezTo>
                      <a:pt x="499" y="0"/>
                      <a:pt x="416"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55"/>
              <p:cNvSpPr/>
              <p:nvPr/>
            </p:nvSpPr>
            <p:spPr>
              <a:xfrm>
                <a:off x="8323050" y="3360868"/>
                <a:ext cx="16650" cy="23600"/>
              </a:xfrm>
              <a:custGeom>
                <a:avLst/>
                <a:gdLst/>
                <a:ahLst/>
                <a:cxnLst/>
                <a:rect l="l" t="t" r="r" b="b"/>
                <a:pathLst>
                  <a:path w="666" h="944" extrusionOk="0">
                    <a:moveTo>
                      <a:pt x="28" y="1"/>
                    </a:moveTo>
                    <a:cubicBezTo>
                      <a:pt x="28" y="29"/>
                      <a:pt x="28" y="29"/>
                      <a:pt x="28" y="29"/>
                    </a:cubicBezTo>
                    <a:lnTo>
                      <a:pt x="28" y="84"/>
                    </a:lnTo>
                    <a:cubicBezTo>
                      <a:pt x="28" y="84"/>
                      <a:pt x="28" y="84"/>
                      <a:pt x="28" y="112"/>
                    </a:cubicBezTo>
                    <a:lnTo>
                      <a:pt x="444" y="112"/>
                    </a:lnTo>
                    <a:lnTo>
                      <a:pt x="194" y="389"/>
                    </a:lnTo>
                    <a:cubicBezTo>
                      <a:pt x="194" y="417"/>
                      <a:pt x="167" y="417"/>
                      <a:pt x="167" y="417"/>
                    </a:cubicBezTo>
                    <a:lnTo>
                      <a:pt x="167" y="472"/>
                    </a:lnTo>
                    <a:lnTo>
                      <a:pt x="194" y="472"/>
                    </a:lnTo>
                    <a:cubicBezTo>
                      <a:pt x="194" y="500"/>
                      <a:pt x="194" y="500"/>
                      <a:pt x="194" y="500"/>
                    </a:cubicBezTo>
                    <a:lnTo>
                      <a:pt x="333" y="500"/>
                    </a:lnTo>
                    <a:cubicBezTo>
                      <a:pt x="472" y="500"/>
                      <a:pt x="527" y="555"/>
                      <a:pt x="527" y="666"/>
                    </a:cubicBezTo>
                    <a:cubicBezTo>
                      <a:pt x="527" y="722"/>
                      <a:pt x="499" y="749"/>
                      <a:pt x="472" y="777"/>
                    </a:cubicBezTo>
                    <a:cubicBezTo>
                      <a:pt x="444" y="805"/>
                      <a:pt x="388" y="833"/>
                      <a:pt x="333" y="833"/>
                    </a:cubicBezTo>
                    <a:cubicBezTo>
                      <a:pt x="278" y="833"/>
                      <a:pt x="222" y="833"/>
                      <a:pt x="194" y="805"/>
                    </a:cubicBezTo>
                    <a:cubicBezTo>
                      <a:pt x="139" y="777"/>
                      <a:pt x="111" y="749"/>
                      <a:pt x="111" y="694"/>
                    </a:cubicBezTo>
                    <a:cubicBezTo>
                      <a:pt x="83" y="666"/>
                      <a:pt x="83" y="666"/>
                      <a:pt x="83" y="666"/>
                    </a:cubicBezTo>
                    <a:lnTo>
                      <a:pt x="28" y="666"/>
                    </a:lnTo>
                    <a:cubicBezTo>
                      <a:pt x="0" y="666"/>
                      <a:pt x="0" y="666"/>
                      <a:pt x="0" y="694"/>
                    </a:cubicBezTo>
                    <a:cubicBezTo>
                      <a:pt x="0" y="749"/>
                      <a:pt x="0" y="777"/>
                      <a:pt x="28" y="805"/>
                    </a:cubicBezTo>
                    <a:cubicBezTo>
                      <a:pt x="56" y="860"/>
                      <a:pt x="83" y="888"/>
                      <a:pt x="139" y="916"/>
                    </a:cubicBezTo>
                    <a:cubicBezTo>
                      <a:pt x="194" y="916"/>
                      <a:pt x="250" y="943"/>
                      <a:pt x="333" y="943"/>
                    </a:cubicBezTo>
                    <a:cubicBezTo>
                      <a:pt x="388" y="943"/>
                      <a:pt x="444" y="916"/>
                      <a:pt x="499" y="916"/>
                    </a:cubicBezTo>
                    <a:cubicBezTo>
                      <a:pt x="555" y="888"/>
                      <a:pt x="582" y="860"/>
                      <a:pt x="610" y="805"/>
                    </a:cubicBezTo>
                    <a:cubicBezTo>
                      <a:pt x="638" y="777"/>
                      <a:pt x="666" y="722"/>
                      <a:pt x="666" y="666"/>
                    </a:cubicBezTo>
                    <a:cubicBezTo>
                      <a:pt x="666" y="583"/>
                      <a:pt x="638" y="500"/>
                      <a:pt x="582" y="472"/>
                    </a:cubicBezTo>
                    <a:cubicBezTo>
                      <a:pt x="527" y="417"/>
                      <a:pt x="444" y="389"/>
                      <a:pt x="361" y="389"/>
                    </a:cubicBezTo>
                    <a:lnTo>
                      <a:pt x="333" y="389"/>
                    </a:lnTo>
                    <a:lnTo>
                      <a:pt x="610" y="112"/>
                    </a:lnTo>
                    <a:cubicBezTo>
                      <a:pt x="610" y="84"/>
                      <a:pt x="610" y="84"/>
                      <a:pt x="610" y="84"/>
                    </a:cubicBezTo>
                    <a:lnTo>
                      <a:pt x="610" y="29"/>
                    </a:lnTo>
                    <a:cubicBezTo>
                      <a:pt x="610" y="29"/>
                      <a:pt x="610" y="29"/>
                      <a:pt x="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55"/>
              <p:cNvSpPr/>
              <p:nvPr/>
            </p:nvSpPr>
            <p:spPr>
              <a:xfrm>
                <a:off x="8322000" y="3756132"/>
                <a:ext cx="18050" cy="22900"/>
              </a:xfrm>
              <a:custGeom>
                <a:avLst/>
                <a:gdLst/>
                <a:ahLst/>
                <a:cxnLst/>
                <a:rect l="l" t="t" r="r" b="b"/>
                <a:pathLst>
                  <a:path w="722" h="916" extrusionOk="0">
                    <a:moveTo>
                      <a:pt x="444" y="139"/>
                    </a:moveTo>
                    <a:lnTo>
                      <a:pt x="444" y="582"/>
                    </a:lnTo>
                    <a:lnTo>
                      <a:pt x="139" y="582"/>
                    </a:lnTo>
                    <a:lnTo>
                      <a:pt x="444" y="139"/>
                    </a:lnTo>
                    <a:close/>
                    <a:moveTo>
                      <a:pt x="416" y="0"/>
                    </a:moveTo>
                    <a:cubicBezTo>
                      <a:pt x="416" y="0"/>
                      <a:pt x="416" y="28"/>
                      <a:pt x="416" y="28"/>
                    </a:cubicBezTo>
                    <a:lnTo>
                      <a:pt x="1" y="582"/>
                    </a:lnTo>
                    <a:cubicBezTo>
                      <a:pt x="1" y="582"/>
                      <a:pt x="1" y="610"/>
                      <a:pt x="1" y="610"/>
                    </a:cubicBezTo>
                    <a:lnTo>
                      <a:pt x="1" y="666"/>
                    </a:lnTo>
                    <a:cubicBezTo>
                      <a:pt x="1" y="666"/>
                      <a:pt x="1" y="693"/>
                      <a:pt x="1" y="693"/>
                    </a:cubicBezTo>
                    <a:lnTo>
                      <a:pt x="444" y="693"/>
                    </a:lnTo>
                    <a:lnTo>
                      <a:pt x="444" y="887"/>
                    </a:lnTo>
                    <a:cubicBezTo>
                      <a:pt x="444" y="887"/>
                      <a:pt x="472" y="915"/>
                      <a:pt x="472" y="915"/>
                    </a:cubicBezTo>
                    <a:lnTo>
                      <a:pt x="555" y="915"/>
                    </a:lnTo>
                    <a:cubicBezTo>
                      <a:pt x="583" y="915"/>
                      <a:pt x="583" y="887"/>
                      <a:pt x="583" y="887"/>
                    </a:cubicBezTo>
                    <a:lnTo>
                      <a:pt x="583" y="693"/>
                    </a:lnTo>
                    <a:lnTo>
                      <a:pt x="721" y="693"/>
                    </a:lnTo>
                    <a:cubicBezTo>
                      <a:pt x="721" y="693"/>
                      <a:pt x="721" y="666"/>
                      <a:pt x="721" y="666"/>
                    </a:cubicBezTo>
                    <a:lnTo>
                      <a:pt x="721" y="610"/>
                    </a:lnTo>
                    <a:cubicBezTo>
                      <a:pt x="721" y="582"/>
                      <a:pt x="694" y="582"/>
                      <a:pt x="694" y="582"/>
                    </a:cubicBezTo>
                    <a:lnTo>
                      <a:pt x="583" y="582"/>
                    </a:lnTo>
                    <a:lnTo>
                      <a:pt x="583" y="28"/>
                    </a:lnTo>
                    <a:cubicBezTo>
                      <a:pt x="583" y="28"/>
                      <a:pt x="583" y="28"/>
                      <a:pt x="5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55"/>
              <p:cNvSpPr/>
              <p:nvPr/>
            </p:nvSpPr>
            <p:spPr>
              <a:xfrm>
                <a:off x="8323400" y="4150698"/>
                <a:ext cx="15950" cy="23600"/>
              </a:xfrm>
              <a:custGeom>
                <a:avLst/>
                <a:gdLst/>
                <a:ahLst/>
                <a:cxnLst/>
                <a:rect l="l" t="t" r="r" b="b"/>
                <a:pathLst>
                  <a:path w="638" h="944" extrusionOk="0">
                    <a:moveTo>
                      <a:pt x="111" y="1"/>
                    </a:moveTo>
                    <a:cubicBezTo>
                      <a:pt x="83" y="1"/>
                      <a:pt x="83" y="1"/>
                      <a:pt x="83" y="28"/>
                    </a:cubicBezTo>
                    <a:lnTo>
                      <a:pt x="28" y="472"/>
                    </a:lnTo>
                    <a:cubicBezTo>
                      <a:pt x="28" y="472"/>
                      <a:pt x="28" y="472"/>
                      <a:pt x="28" y="500"/>
                    </a:cubicBezTo>
                    <a:lnTo>
                      <a:pt x="139" y="500"/>
                    </a:lnTo>
                    <a:cubicBezTo>
                      <a:pt x="167" y="500"/>
                      <a:pt x="167" y="472"/>
                      <a:pt x="167" y="472"/>
                    </a:cubicBezTo>
                    <a:cubicBezTo>
                      <a:pt x="194" y="472"/>
                      <a:pt x="222" y="444"/>
                      <a:pt x="250" y="444"/>
                    </a:cubicBezTo>
                    <a:cubicBezTo>
                      <a:pt x="250" y="444"/>
                      <a:pt x="278" y="417"/>
                      <a:pt x="305" y="417"/>
                    </a:cubicBezTo>
                    <a:cubicBezTo>
                      <a:pt x="361" y="417"/>
                      <a:pt x="416" y="444"/>
                      <a:pt x="472" y="472"/>
                    </a:cubicBezTo>
                    <a:cubicBezTo>
                      <a:pt x="499" y="528"/>
                      <a:pt x="527" y="555"/>
                      <a:pt x="527" y="611"/>
                    </a:cubicBezTo>
                    <a:cubicBezTo>
                      <a:pt x="527" y="694"/>
                      <a:pt x="499" y="722"/>
                      <a:pt x="472" y="777"/>
                    </a:cubicBezTo>
                    <a:cubicBezTo>
                      <a:pt x="416" y="805"/>
                      <a:pt x="361" y="833"/>
                      <a:pt x="305" y="833"/>
                    </a:cubicBezTo>
                    <a:cubicBezTo>
                      <a:pt x="278" y="833"/>
                      <a:pt x="222" y="805"/>
                      <a:pt x="194" y="777"/>
                    </a:cubicBezTo>
                    <a:cubicBezTo>
                      <a:pt x="167" y="777"/>
                      <a:pt x="139" y="722"/>
                      <a:pt x="111" y="694"/>
                    </a:cubicBezTo>
                    <a:cubicBezTo>
                      <a:pt x="111" y="666"/>
                      <a:pt x="111" y="666"/>
                      <a:pt x="83" y="666"/>
                    </a:cubicBezTo>
                    <a:lnTo>
                      <a:pt x="0" y="666"/>
                    </a:lnTo>
                    <a:lnTo>
                      <a:pt x="0" y="694"/>
                    </a:lnTo>
                    <a:cubicBezTo>
                      <a:pt x="0" y="722"/>
                      <a:pt x="0" y="777"/>
                      <a:pt x="28" y="805"/>
                    </a:cubicBezTo>
                    <a:cubicBezTo>
                      <a:pt x="56" y="833"/>
                      <a:pt x="83" y="860"/>
                      <a:pt x="139" y="888"/>
                    </a:cubicBezTo>
                    <a:cubicBezTo>
                      <a:pt x="194" y="916"/>
                      <a:pt x="250" y="943"/>
                      <a:pt x="305" y="943"/>
                    </a:cubicBezTo>
                    <a:cubicBezTo>
                      <a:pt x="388" y="943"/>
                      <a:pt x="444" y="916"/>
                      <a:pt x="472" y="888"/>
                    </a:cubicBezTo>
                    <a:cubicBezTo>
                      <a:pt x="527" y="860"/>
                      <a:pt x="582" y="833"/>
                      <a:pt x="610" y="777"/>
                    </a:cubicBezTo>
                    <a:cubicBezTo>
                      <a:pt x="638" y="749"/>
                      <a:pt x="638" y="694"/>
                      <a:pt x="638" y="611"/>
                    </a:cubicBezTo>
                    <a:cubicBezTo>
                      <a:pt x="638" y="555"/>
                      <a:pt x="638" y="500"/>
                      <a:pt x="610" y="472"/>
                    </a:cubicBezTo>
                    <a:cubicBezTo>
                      <a:pt x="582" y="417"/>
                      <a:pt x="527" y="389"/>
                      <a:pt x="499" y="361"/>
                    </a:cubicBezTo>
                    <a:cubicBezTo>
                      <a:pt x="444" y="333"/>
                      <a:pt x="388" y="333"/>
                      <a:pt x="333" y="333"/>
                    </a:cubicBezTo>
                    <a:cubicBezTo>
                      <a:pt x="250" y="333"/>
                      <a:pt x="194" y="333"/>
                      <a:pt x="167" y="361"/>
                    </a:cubicBezTo>
                    <a:lnTo>
                      <a:pt x="194" y="112"/>
                    </a:lnTo>
                    <a:lnTo>
                      <a:pt x="582" y="112"/>
                    </a:lnTo>
                    <a:cubicBezTo>
                      <a:pt x="582" y="84"/>
                      <a:pt x="582" y="84"/>
                      <a:pt x="582" y="84"/>
                    </a:cubicBezTo>
                    <a:lnTo>
                      <a:pt x="582" y="28"/>
                    </a:lnTo>
                    <a:cubicBezTo>
                      <a:pt x="582" y="28"/>
                      <a:pt x="582" y="1"/>
                      <a:pt x="5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55"/>
              <p:cNvSpPr/>
              <p:nvPr/>
            </p:nvSpPr>
            <p:spPr>
              <a:xfrm>
                <a:off x="8322700" y="4545963"/>
                <a:ext cx="16650" cy="22900"/>
              </a:xfrm>
              <a:custGeom>
                <a:avLst/>
                <a:gdLst/>
                <a:ahLst/>
                <a:cxnLst/>
                <a:rect l="l" t="t" r="r" b="b"/>
                <a:pathLst>
                  <a:path w="666" h="916" extrusionOk="0">
                    <a:moveTo>
                      <a:pt x="333" y="416"/>
                    </a:moveTo>
                    <a:cubicBezTo>
                      <a:pt x="361" y="416"/>
                      <a:pt x="416" y="416"/>
                      <a:pt x="444" y="444"/>
                    </a:cubicBezTo>
                    <a:cubicBezTo>
                      <a:pt x="472" y="444"/>
                      <a:pt x="499" y="472"/>
                      <a:pt x="527" y="499"/>
                    </a:cubicBezTo>
                    <a:cubicBezTo>
                      <a:pt x="527" y="527"/>
                      <a:pt x="555" y="583"/>
                      <a:pt x="555" y="610"/>
                    </a:cubicBezTo>
                    <a:cubicBezTo>
                      <a:pt x="555" y="666"/>
                      <a:pt x="527" y="694"/>
                      <a:pt x="527" y="721"/>
                    </a:cubicBezTo>
                    <a:cubicBezTo>
                      <a:pt x="499" y="749"/>
                      <a:pt x="472" y="777"/>
                      <a:pt x="444" y="804"/>
                    </a:cubicBezTo>
                    <a:cubicBezTo>
                      <a:pt x="416" y="804"/>
                      <a:pt x="361" y="832"/>
                      <a:pt x="333" y="832"/>
                    </a:cubicBezTo>
                    <a:cubicBezTo>
                      <a:pt x="305" y="832"/>
                      <a:pt x="250" y="804"/>
                      <a:pt x="222" y="804"/>
                    </a:cubicBezTo>
                    <a:cubicBezTo>
                      <a:pt x="194" y="777"/>
                      <a:pt x="167" y="749"/>
                      <a:pt x="139" y="721"/>
                    </a:cubicBezTo>
                    <a:cubicBezTo>
                      <a:pt x="139" y="694"/>
                      <a:pt x="111" y="666"/>
                      <a:pt x="111" y="610"/>
                    </a:cubicBezTo>
                    <a:cubicBezTo>
                      <a:pt x="111" y="583"/>
                      <a:pt x="139" y="527"/>
                      <a:pt x="139" y="499"/>
                    </a:cubicBezTo>
                    <a:cubicBezTo>
                      <a:pt x="167" y="472"/>
                      <a:pt x="194" y="444"/>
                      <a:pt x="222" y="444"/>
                    </a:cubicBezTo>
                    <a:cubicBezTo>
                      <a:pt x="250" y="416"/>
                      <a:pt x="305" y="416"/>
                      <a:pt x="333" y="416"/>
                    </a:cubicBezTo>
                    <a:close/>
                    <a:moveTo>
                      <a:pt x="333" y="0"/>
                    </a:moveTo>
                    <a:cubicBezTo>
                      <a:pt x="333" y="28"/>
                      <a:pt x="333" y="28"/>
                      <a:pt x="333" y="28"/>
                    </a:cubicBezTo>
                    <a:lnTo>
                      <a:pt x="83" y="361"/>
                    </a:lnTo>
                    <a:cubicBezTo>
                      <a:pt x="28" y="444"/>
                      <a:pt x="0" y="527"/>
                      <a:pt x="0" y="610"/>
                    </a:cubicBezTo>
                    <a:cubicBezTo>
                      <a:pt x="0" y="666"/>
                      <a:pt x="0" y="721"/>
                      <a:pt x="28" y="777"/>
                    </a:cubicBezTo>
                    <a:cubicBezTo>
                      <a:pt x="56" y="832"/>
                      <a:pt x="111" y="860"/>
                      <a:pt x="139" y="888"/>
                    </a:cubicBezTo>
                    <a:cubicBezTo>
                      <a:pt x="194" y="915"/>
                      <a:pt x="278" y="915"/>
                      <a:pt x="333" y="915"/>
                    </a:cubicBezTo>
                    <a:cubicBezTo>
                      <a:pt x="416" y="915"/>
                      <a:pt x="472" y="915"/>
                      <a:pt x="527" y="888"/>
                    </a:cubicBezTo>
                    <a:cubicBezTo>
                      <a:pt x="555" y="860"/>
                      <a:pt x="610" y="804"/>
                      <a:pt x="638" y="777"/>
                    </a:cubicBezTo>
                    <a:cubicBezTo>
                      <a:pt x="666" y="721"/>
                      <a:pt x="666" y="666"/>
                      <a:pt x="666" y="610"/>
                    </a:cubicBezTo>
                    <a:cubicBezTo>
                      <a:pt x="666" y="555"/>
                      <a:pt x="666" y="499"/>
                      <a:pt x="638" y="472"/>
                    </a:cubicBezTo>
                    <a:cubicBezTo>
                      <a:pt x="610" y="416"/>
                      <a:pt x="555" y="361"/>
                      <a:pt x="527" y="333"/>
                    </a:cubicBezTo>
                    <a:cubicBezTo>
                      <a:pt x="472" y="305"/>
                      <a:pt x="416" y="305"/>
                      <a:pt x="361" y="305"/>
                    </a:cubicBezTo>
                    <a:lnTo>
                      <a:pt x="278" y="305"/>
                    </a:lnTo>
                    <a:lnTo>
                      <a:pt x="472" y="28"/>
                    </a:lnTo>
                    <a:cubicBezTo>
                      <a:pt x="472" y="28"/>
                      <a:pt x="472" y="0"/>
                      <a:pt x="4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0" name="Google Shape;1320;p55"/>
            <p:cNvGrpSpPr/>
            <p:nvPr/>
          </p:nvGrpSpPr>
          <p:grpSpPr>
            <a:xfrm>
              <a:off x="5614975" y="4609225"/>
              <a:ext cx="2597125" cy="40925"/>
              <a:chOff x="5614975" y="4609225"/>
              <a:chExt cx="2597125" cy="40925"/>
            </a:xfrm>
          </p:grpSpPr>
          <p:sp>
            <p:nvSpPr>
              <p:cNvPr id="1321" name="Google Shape;1321;p55"/>
              <p:cNvSpPr/>
              <p:nvPr/>
            </p:nvSpPr>
            <p:spPr>
              <a:xfrm>
                <a:off x="5614975" y="4632100"/>
                <a:ext cx="24974" cy="18050"/>
              </a:xfrm>
              <a:custGeom>
                <a:avLst/>
                <a:gdLst/>
                <a:ahLst/>
                <a:cxnLst/>
                <a:rect l="l" t="t" r="r" b="b"/>
                <a:pathLst>
                  <a:path w="1027" h="722" extrusionOk="0">
                    <a:moveTo>
                      <a:pt x="638" y="139"/>
                    </a:moveTo>
                    <a:cubicBezTo>
                      <a:pt x="721" y="139"/>
                      <a:pt x="777" y="167"/>
                      <a:pt x="832" y="194"/>
                    </a:cubicBezTo>
                    <a:cubicBezTo>
                      <a:pt x="888" y="222"/>
                      <a:pt x="915" y="277"/>
                      <a:pt x="915" y="361"/>
                    </a:cubicBezTo>
                    <a:cubicBezTo>
                      <a:pt x="915" y="416"/>
                      <a:pt x="888" y="472"/>
                      <a:pt x="832" y="527"/>
                    </a:cubicBezTo>
                    <a:cubicBezTo>
                      <a:pt x="777" y="555"/>
                      <a:pt x="721" y="582"/>
                      <a:pt x="638" y="582"/>
                    </a:cubicBezTo>
                    <a:lnTo>
                      <a:pt x="389" y="582"/>
                    </a:lnTo>
                    <a:cubicBezTo>
                      <a:pt x="306" y="582"/>
                      <a:pt x="250" y="555"/>
                      <a:pt x="195" y="527"/>
                    </a:cubicBezTo>
                    <a:cubicBezTo>
                      <a:pt x="139" y="472"/>
                      <a:pt x="111" y="416"/>
                      <a:pt x="111" y="361"/>
                    </a:cubicBezTo>
                    <a:cubicBezTo>
                      <a:pt x="111" y="277"/>
                      <a:pt x="139" y="222"/>
                      <a:pt x="195" y="194"/>
                    </a:cubicBezTo>
                    <a:cubicBezTo>
                      <a:pt x="250" y="167"/>
                      <a:pt x="306" y="139"/>
                      <a:pt x="389" y="139"/>
                    </a:cubicBezTo>
                    <a:close/>
                    <a:moveTo>
                      <a:pt x="389" y="0"/>
                    </a:moveTo>
                    <a:cubicBezTo>
                      <a:pt x="278" y="0"/>
                      <a:pt x="195" y="28"/>
                      <a:pt x="111" y="83"/>
                    </a:cubicBezTo>
                    <a:cubicBezTo>
                      <a:pt x="28" y="139"/>
                      <a:pt x="1" y="222"/>
                      <a:pt x="1" y="361"/>
                    </a:cubicBezTo>
                    <a:cubicBezTo>
                      <a:pt x="1" y="472"/>
                      <a:pt x="28" y="555"/>
                      <a:pt x="111" y="610"/>
                    </a:cubicBezTo>
                    <a:cubicBezTo>
                      <a:pt x="195" y="666"/>
                      <a:pt x="278" y="721"/>
                      <a:pt x="389" y="721"/>
                    </a:cubicBezTo>
                    <a:lnTo>
                      <a:pt x="638" y="721"/>
                    </a:lnTo>
                    <a:cubicBezTo>
                      <a:pt x="749" y="693"/>
                      <a:pt x="832" y="666"/>
                      <a:pt x="915" y="610"/>
                    </a:cubicBezTo>
                    <a:cubicBezTo>
                      <a:pt x="999" y="555"/>
                      <a:pt x="1026" y="472"/>
                      <a:pt x="1026" y="361"/>
                    </a:cubicBezTo>
                    <a:cubicBezTo>
                      <a:pt x="1026" y="222"/>
                      <a:pt x="999" y="139"/>
                      <a:pt x="915" y="83"/>
                    </a:cubicBezTo>
                    <a:cubicBezTo>
                      <a:pt x="832"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55"/>
              <p:cNvSpPr/>
              <p:nvPr/>
            </p:nvSpPr>
            <p:spPr>
              <a:xfrm>
                <a:off x="5615656" y="4617525"/>
                <a:ext cx="23612" cy="11125"/>
              </a:xfrm>
              <a:custGeom>
                <a:avLst/>
                <a:gdLst/>
                <a:ahLst/>
                <a:cxnLst/>
                <a:rect l="l" t="t" r="r" b="b"/>
                <a:pathLst>
                  <a:path w="971" h="445" extrusionOk="0">
                    <a:moveTo>
                      <a:pt x="0" y="1"/>
                    </a:moveTo>
                    <a:cubicBezTo>
                      <a:pt x="0" y="1"/>
                      <a:pt x="0" y="29"/>
                      <a:pt x="0" y="29"/>
                    </a:cubicBezTo>
                    <a:lnTo>
                      <a:pt x="0" y="84"/>
                    </a:lnTo>
                    <a:cubicBezTo>
                      <a:pt x="0" y="112"/>
                      <a:pt x="0" y="112"/>
                      <a:pt x="0" y="140"/>
                    </a:cubicBezTo>
                    <a:lnTo>
                      <a:pt x="250" y="445"/>
                    </a:lnTo>
                    <a:lnTo>
                      <a:pt x="278" y="445"/>
                    </a:lnTo>
                    <a:lnTo>
                      <a:pt x="333" y="417"/>
                    </a:lnTo>
                    <a:cubicBezTo>
                      <a:pt x="333" y="417"/>
                      <a:pt x="333" y="389"/>
                      <a:pt x="333" y="389"/>
                    </a:cubicBezTo>
                    <a:cubicBezTo>
                      <a:pt x="333" y="389"/>
                      <a:pt x="333" y="361"/>
                      <a:pt x="333" y="361"/>
                    </a:cubicBezTo>
                    <a:lnTo>
                      <a:pt x="139" y="140"/>
                    </a:lnTo>
                    <a:lnTo>
                      <a:pt x="943" y="140"/>
                    </a:lnTo>
                    <a:cubicBezTo>
                      <a:pt x="971" y="140"/>
                      <a:pt x="971" y="140"/>
                      <a:pt x="971" y="112"/>
                    </a:cubicBezTo>
                    <a:lnTo>
                      <a:pt x="971" y="29"/>
                    </a:lnTo>
                    <a:cubicBezTo>
                      <a:pt x="971" y="29"/>
                      <a:pt x="971"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55"/>
              <p:cNvSpPr/>
              <p:nvPr/>
            </p:nvSpPr>
            <p:spPr>
              <a:xfrm>
                <a:off x="6128984" y="4632100"/>
                <a:ext cx="25675" cy="18050"/>
              </a:xfrm>
              <a:custGeom>
                <a:avLst/>
                <a:gdLst/>
                <a:ahLst/>
                <a:cxnLst/>
                <a:rect l="l" t="t" r="r" b="b"/>
                <a:pathLst>
                  <a:path w="1027" h="722" extrusionOk="0">
                    <a:moveTo>
                      <a:pt x="638" y="139"/>
                    </a:moveTo>
                    <a:cubicBezTo>
                      <a:pt x="722" y="139"/>
                      <a:pt x="805" y="167"/>
                      <a:pt x="833" y="194"/>
                    </a:cubicBezTo>
                    <a:cubicBezTo>
                      <a:pt x="888" y="222"/>
                      <a:pt x="916" y="277"/>
                      <a:pt x="916" y="361"/>
                    </a:cubicBezTo>
                    <a:cubicBezTo>
                      <a:pt x="916" y="416"/>
                      <a:pt x="888" y="472"/>
                      <a:pt x="833" y="527"/>
                    </a:cubicBezTo>
                    <a:cubicBezTo>
                      <a:pt x="805" y="555"/>
                      <a:pt x="722" y="582"/>
                      <a:pt x="638" y="582"/>
                    </a:cubicBezTo>
                    <a:lnTo>
                      <a:pt x="417" y="582"/>
                    </a:lnTo>
                    <a:cubicBezTo>
                      <a:pt x="306" y="582"/>
                      <a:pt x="250" y="555"/>
                      <a:pt x="195" y="527"/>
                    </a:cubicBezTo>
                    <a:cubicBezTo>
                      <a:pt x="139" y="472"/>
                      <a:pt x="139" y="416"/>
                      <a:pt x="139" y="361"/>
                    </a:cubicBezTo>
                    <a:cubicBezTo>
                      <a:pt x="139" y="277"/>
                      <a:pt x="139" y="222"/>
                      <a:pt x="195" y="194"/>
                    </a:cubicBezTo>
                    <a:cubicBezTo>
                      <a:pt x="250" y="167"/>
                      <a:pt x="306" y="139"/>
                      <a:pt x="417" y="139"/>
                    </a:cubicBezTo>
                    <a:close/>
                    <a:moveTo>
                      <a:pt x="389" y="0"/>
                    </a:moveTo>
                    <a:cubicBezTo>
                      <a:pt x="278" y="0"/>
                      <a:pt x="195" y="28"/>
                      <a:pt x="112" y="83"/>
                    </a:cubicBezTo>
                    <a:cubicBezTo>
                      <a:pt x="56" y="139"/>
                      <a:pt x="1" y="222"/>
                      <a:pt x="1" y="361"/>
                    </a:cubicBezTo>
                    <a:cubicBezTo>
                      <a:pt x="1" y="472"/>
                      <a:pt x="56" y="555"/>
                      <a:pt x="112" y="610"/>
                    </a:cubicBezTo>
                    <a:cubicBezTo>
                      <a:pt x="195" y="666"/>
                      <a:pt x="278" y="721"/>
                      <a:pt x="389" y="721"/>
                    </a:cubicBezTo>
                    <a:lnTo>
                      <a:pt x="638" y="721"/>
                    </a:lnTo>
                    <a:cubicBezTo>
                      <a:pt x="749" y="693"/>
                      <a:pt x="860" y="666"/>
                      <a:pt x="916" y="610"/>
                    </a:cubicBezTo>
                    <a:cubicBezTo>
                      <a:pt x="999" y="555"/>
                      <a:pt x="1027" y="472"/>
                      <a:pt x="1027" y="361"/>
                    </a:cubicBezTo>
                    <a:cubicBezTo>
                      <a:pt x="1027" y="222"/>
                      <a:pt x="999" y="139"/>
                      <a:pt x="916" y="83"/>
                    </a:cubicBezTo>
                    <a:cubicBezTo>
                      <a:pt x="860"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5"/>
              <p:cNvSpPr/>
              <p:nvPr/>
            </p:nvSpPr>
            <p:spPr>
              <a:xfrm>
                <a:off x="6128575" y="4611300"/>
                <a:ext cx="25675" cy="17350"/>
              </a:xfrm>
              <a:custGeom>
                <a:avLst/>
                <a:gdLst/>
                <a:ahLst/>
                <a:cxnLst/>
                <a:rect l="l" t="t" r="r" b="b"/>
                <a:pathLst>
                  <a:path w="1027" h="694" extrusionOk="0">
                    <a:moveTo>
                      <a:pt x="943" y="1"/>
                    </a:moveTo>
                    <a:cubicBezTo>
                      <a:pt x="916" y="1"/>
                      <a:pt x="916" y="28"/>
                      <a:pt x="916" y="28"/>
                    </a:cubicBezTo>
                    <a:cubicBezTo>
                      <a:pt x="888" y="28"/>
                      <a:pt x="888" y="28"/>
                      <a:pt x="888" y="56"/>
                    </a:cubicBezTo>
                    <a:lnTo>
                      <a:pt x="888" y="500"/>
                    </a:lnTo>
                    <a:lnTo>
                      <a:pt x="611" y="222"/>
                    </a:lnTo>
                    <a:cubicBezTo>
                      <a:pt x="555" y="139"/>
                      <a:pt x="500" y="112"/>
                      <a:pt x="472" y="84"/>
                    </a:cubicBezTo>
                    <a:cubicBezTo>
                      <a:pt x="417" y="56"/>
                      <a:pt x="361" y="28"/>
                      <a:pt x="306" y="28"/>
                    </a:cubicBezTo>
                    <a:cubicBezTo>
                      <a:pt x="223" y="28"/>
                      <a:pt x="139" y="56"/>
                      <a:pt x="84" y="112"/>
                    </a:cubicBezTo>
                    <a:cubicBezTo>
                      <a:pt x="29" y="167"/>
                      <a:pt x="1" y="250"/>
                      <a:pt x="1" y="361"/>
                    </a:cubicBezTo>
                    <a:cubicBezTo>
                      <a:pt x="1" y="417"/>
                      <a:pt x="29" y="472"/>
                      <a:pt x="56" y="527"/>
                    </a:cubicBezTo>
                    <a:cubicBezTo>
                      <a:pt x="84" y="583"/>
                      <a:pt x="112" y="611"/>
                      <a:pt x="167" y="638"/>
                    </a:cubicBezTo>
                    <a:cubicBezTo>
                      <a:pt x="223" y="666"/>
                      <a:pt x="278" y="666"/>
                      <a:pt x="306" y="694"/>
                    </a:cubicBezTo>
                    <a:cubicBezTo>
                      <a:pt x="333" y="694"/>
                      <a:pt x="333" y="666"/>
                      <a:pt x="333" y="666"/>
                    </a:cubicBezTo>
                    <a:cubicBezTo>
                      <a:pt x="333" y="666"/>
                      <a:pt x="333" y="666"/>
                      <a:pt x="333" y="638"/>
                    </a:cubicBezTo>
                    <a:lnTo>
                      <a:pt x="333" y="583"/>
                    </a:lnTo>
                    <a:cubicBezTo>
                      <a:pt x="333" y="583"/>
                      <a:pt x="333" y="555"/>
                      <a:pt x="333" y="555"/>
                    </a:cubicBezTo>
                    <a:lnTo>
                      <a:pt x="306" y="555"/>
                    </a:lnTo>
                    <a:cubicBezTo>
                      <a:pt x="250" y="527"/>
                      <a:pt x="223" y="527"/>
                      <a:pt x="167" y="472"/>
                    </a:cubicBezTo>
                    <a:cubicBezTo>
                      <a:pt x="139" y="444"/>
                      <a:pt x="139" y="417"/>
                      <a:pt x="139" y="361"/>
                    </a:cubicBezTo>
                    <a:cubicBezTo>
                      <a:pt x="139" y="306"/>
                      <a:pt x="139" y="250"/>
                      <a:pt x="167" y="222"/>
                    </a:cubicBezTo>
                    <a:cubicBezTo>
                      <a:pt x="195" y="195"/>
                      <a:pt x="250" y="167"/>
                      <a:pt x="306" y="167"/>
                    </a:cubicBezTo>
                    <a:cubicBezTo>
                      <a:pt x="361" y="167"/>
                      <a:pt x="389" y="195"/>
                      <a:pt x="417" y="195"/>
                    </a:cubicBezTo>
                    <a:cubicBezTo>
                      <a:pt x="472" y="222"/>
                      <a:pt x="500" y="278"/>
                      <a:pt x="583" y="361"/>
                    </a:cubicBezTo>
                    <a:lnTo>
                      <a:pt x="888" y="666"/>
                    </a:lnTo>
                    <a:cubicBezTo>
                      <a:pt x="888" y="694"/>
                      <a:pt x="916" y="694"/>
                      <a:pt x="943" y="694"/>
                    </a:cubicBezTo>
                    <a:lnTo>
                      <a:pt x="999" y="694"/>
                    </a:lnTo>
                    <a:cubicBezTo>
                      <a:pt x="1027" y="694"/>
                      <a:pt x="1027" y="666"/>
                      <a:pt x="1027" y="666"/>
                    </a:cubicBezTo>
                    <a:lnTo>
                      <a:pt x="1027" y="56"/>
                    </a:lnTo>
                    <a:cubicBezTo>
                      <a:pt x="1027" y="28"/>
                      <a:pt x="1027" y="28"/>
                      <a:pt x="999" y="28"/>
                    </a:cubicBezTo>
                    <a:cubicBezTo>
                      <a:pt x="999" y="28"/>
                      <a:pt x="999"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5"/>
              <p:cNvSpPr/>
              <p:nvPr/>
            </p:nvSpPr>
            <p:spPr>
              <a:xfrm>
                <a:off x="6643694" y="4632100"/>
                <a:ext cx="24975" cy="18050"/>
              </a:xfrm>
              <a:custGeom>
                <a:avLst/>
                <a:gdLst/>
                <a:ahLst/>
                <a:cxnLst/>
                <a:rect l="l" t="t" r="r" b="b"/>
                <a:pathLst>
                  <a:path w="999" h="722" extrusionOk="0">
                    <a:moveTo>
                      <a:pt x="610" y="139"/>
                    </a:moveTo>
                    <a:cubicBezTo>
                      <a:pt x="693" y="139"/>
                      <a:pt x="776" y="167"/>
                      <a:pt x="804" y="194"/>
                    </a:cubicBezTo>
                    <a:cubicBezTo>
                      <a:pt x="860" y="222"/>
                      <a:pt x="887" y="277"/>
                      <a:pt x="887" y="361"/>
                    </a:cubicBezTo>
                    <a:cubicBezTo>
                      <a:pt x="887" y="416"/>
                      <a:pt x="860" y="472"/>
                      <a:pt x="804" y="527"/>
                    </a:cubicBezTo>
                    <a:cubicBezTo>
                      <a:pt x="776" y="555"/>
                      <a:pt x="693" y="582"/>
                      <a:pt x="610" y="582"/>
                    </a:cubicBezTo>
                    <a:lnTo>
                      <a:pt x="388" y="582"/>
                    </a:lnTo>
                    <a:cubicBezTo>
                      <a:pt x="305" y="582"/>
                      <a:pt x="222" y="555"/>
                      <a:pt x="166" y="527"/>
                    </a:cubicBezTo>
                    <a:cubicBezTo>
                      <a:pt x="139" y="472"/>
                      <a:pt x="111" y="416"/>
                      <a:pt x="111" y="361"/>
                    </a:cubicBezTo>
                    <a:cubicBezTo>
                      <a:pt x="111" y="277"/>
                      <a:pt x="139" y="222"/>
                      <a:pt x="166" y="194"/>
                    </a:cubicBezTo>
                    <a:cubicBezTo>
                      <a:pt x="222" y="167"/>
                      <a:pt x="305" y="139"/>
                      <a:pt x="388" y="139"/>
                    </a:cubicBezTo>
                    <a:close/>
                    <a:moveTo>
                      <a:pt x="361" y="0"/>
                    </a:moveTo>
                    <a:cubicBezTo>
                      <a:pt x="250" y="0"/>
                      <a:pt x="166" y="28"/>
                      <a:pt x="83" y="83"/>
                    </a:cubicBezTo>
                    <a:cubicBezTo>
                      <a:pt x="28" y="139"/>
                      <a:pt x="0" y="222"/>
                      <a:pt x="0" y="361"/>
                    </a:cubicBezTo>
                    <a:cubicBezTo>
                      <a:pt x="0" y="472"/>
                      <a:pt x="28" y="555"/>
                      <a:pt x="83" y="610"/>
                    </a:cubicBezTo>
                    <a:cubicBezTo>
                      <a:pt x="166" y="666"/>
                      <a:pt x="250" y="721"/>
                      <a:pt x="361" y="721"/>
                    </a:cubicBezTo>
                    <a:lnTo>
                      <a:pt x="610" y="721"/>
                    </a:lnTo>
                    <a:cubicBezTo>
                      <a:pt x="721" y="693"/>
                      <a:pt x="832" y="666"/>
                      <a:pt x="887" y="610"/>
                    </a:cubicBezTo>
                    <a:cubicBezTo>
                      <a:pt x="971" y="555"/>
                      <a:pt x="998" y="472"/>
                      <a:pt x="998" y="361"/>
                    </a:cubicBezTo>
                    <a:cubicBezTo>
                      <a:pt x="998" y="222"/>
                      <a:pt x="971" y="139"/>
                      <a:pt x="887" y="83"/>
                    </a:cubicBezTo>
                    <a:cubicBezTo>
                      <a:pt x="832" y="28"/>
                      <a:pt x="721" y="0"/>
                      <a:pt x="6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55"/>
              <p:cNvSpPr/>
              <p:nvPr/>
            </p:nvSpPr>
            <p:spPr>
              <a:xfrm>
                <a:off x="6643556" y="4611300"/>
                <a:ext cx="24975" cy="17350"/>
              </a:xfrm>
              <a:custGeom>
                <a:avLst/>
                <a:gdLst/>
                <a:ahLst/>
                <a:cxnLst/>
                <a:rect l="l" t="t" r="r" b="b"/>
                <a:pathLst>
                  <a:path w="999" h="694" extrusionOk="0">
                    <a:moveTo>
                      <a:pt x="693" y="1"/>
                    </a:moveTo>
                    <a:cubicBezTo>
                      <a:pt x="610" y="1"/>
                      <a:pt x="555" y="28"/>
                      <a:pt x="499" y="84"/>
                    </a:cubicBezTo>
                    <a:cubicBezTo>
                      <a:pt x="444" y="139"/>
                      <a:pt x="416" y="195"/>
                      <a:pt x="416" y="306"/>
                    </a:cubicBezTo>
                    <a:lnTo>
                      <a:pt x="416" y="333"/>
                    </a:lnTo>
                    <a:lnTo>
                      <a:pt x="111" y="56"/>
                    </a:lnTo>
                    <a:cubicBezTo>
                      <a:pt x="111" y="28"/>
                      <a:pt x="83" y="28"/>
                      <a:pt x="83" y="28"/>
                    </a:cubicBezTo>
                    <a:lnTo>
                      <a:pt x="28" y="28"/>
                    </a:lnTo>
                    <a:cubicBezTo>
                      <a:pt x="28" y="28"/>
                      <a:pt x="28" y="28"/>
                      <a:pt x="0" y="56"/>
                    </a:cubicBezTo>
                    <a:lnTo>
                      <a:pt x="0" y="638"/>
                    </a:lnTo>
                    <a:cubicBezTo>
                      <a:pt x="28" y="666"/>
                      <a:pt x="28" y="666"/>
                      <a:pt x="28" y="666"/>
                    </a:cubicBezTo>
                    <a:lnTo>
                      <a:pt x="83" y="666"/>
                    </a:lnTo>
                    <a:cubicBezTo>
                      <a:pt x="83" y="666"/>
                      <a:pt x="111" y="666"/>
                      <a:pt x="111" y="638"/>
                    </a:cubicBezTo>
                    <a:lnTo>
                      <a:pt x="111" y="195"/>
                    </a:lnTo>
                    <a:lnTo>
                      <a:pt x="416" y="472"/>
                    </a:lnTo>
                    <a:cubicBezTo>
                      <a:pt x="444" y="500"/>
                      <a:pt x="444" y="500"/>
                      <a:pt x="471" y="500"/>
                    </a:cubicBezTo>
                    <a:lnTo>
                      <a:pt x="527" y="500"/>
                    </a:lnTo>
                    <a:cubicBezTo>
                      <a:pt x="527" y="472"/>
                      <a:pt x="527" y="472"/>
                      <a:pt x="527" y="472"/>
                    </a:cubicBezTo>
                    <a:lnTo>
                      <a:pt x="527" y="333"/>
                    </a:lnTo>
                    <a:cubicBezTo>
                      <a:pt x="527" y="195"/>
                      <a:pt x="582" y="112"/>
                      <a:pt x="693" y="112"/>
                    </a:cubicBezTo>
                    <a:cubicBezTo>
                      <a:pt x="749" y="112"/>
                      <a:pt x="804" y="139"/>
                      <a:pt x="832" y="195"/>
                    </a:cubicBezTo>
                    <a:cubicBezTo>
                      <a:pt x="860" y="222"/>
                      <a:pt x="887" y="278"/>
                      <a:pt x="887" y="333"/>
                    </a:cubicBezTo>
                    <a:cubicBezTo>
                      <a:pt x="887" y="389"/>
                      <a:pt x="887" y="444"/>
                      <a:pt x="860" y="500"/>
                    </a:cubicBezTo>
                    <a:cubicBezTo>
                      <a:pt x="832" y="527"/>
                      <a:pt x="804" y="555"/>
                      <a:pt x="749" y="583"/>
                    </a:cubicBezTo>
                    <a:lnTo>
                      <a:pt x="721" y="583"/>
                    </a:lnTo>
                    <a:cubicBezTo>
                      <a:pt x="721" y="583"/>
                      <a:pt x="721" y="611"/>
                      <a:pt x="721" y="611"/>
                    </a:cubicBezTo>
                    <a:lnTo>
                      <a:pt x="721" y="666"/>
                    </a:lnTo>
                    <a:cubicBezTo>
                      <a:pt x="721" y="694"/>
                      <a:pt x="721" y="694"/>
                      <a:pt x="749" y="694"/>
                    </a:cubicBezTo>
                    <a:cubicBezTo>
                      <a:pt x="804" y="694"/>
                      <a:pt x="832" y="694"/>
                      <a:pt x="887" y="666"/>
                    </a:cubicBezTo>
                    <a:cubicBezTo>
                      <a:pt x="915" y="638"/>
                      <a:pt x="943" y="583"/>
                      <a:pt x="971" y="527"/>
                    </a:cubicBezTo>
                    <a:cubicBezTo>
                      <a:pt x="998" y="472"/>
                      <a:pt x="998" y="417"/>
                      <a:pt x="998" y="333"/>
                    </a:cubicBezTo>
                    <a:cubicBezTo>
                      <a:pt x="998" y="278"/>
                      <a:pt x="998" y="222"/>
                      <a:pt x="971" y="167"/>
                    </a:cubicBezTo>
                    <a:cubicBezTo>
                      <a:pt x="943" y="112"/>
                      <a:pt x="915" y="56"/>
                      <a:pt x="860" y="28"/>
                    </a:cubicBezTo>
                    <a:cubicBezTo>
                      <a:pt x="832" y="1"/>
                      <a:pt x="776" y="1"/>
                      <a:pt x="6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55"/>
              <p:cNvSpPr/>
              <p:nvPr/>
            </p:nvSpPr>
            <p:spPr>
              <a:xfrm>
                <a:off x="7157705" y="4632100"/>
                <a:ext cx="24975" cy="18050"/>
              </a:xfrm>
              <a:custGeom>
                <a:avLst/>
                <a:gdLst/>
                <a:ahLst/>
                <a:cxnLst/>
                <a:rect l="l" t="t" r="r" b="b"/>
                <a:pathLst>
                  <a:path w="999" h="722" extrusionOk="0">
                    <a:moveTo>
                      <a:pt x="611" y="139"/>
                    </a:moveTo>
                    <a:cubicBezTo>
                      <a:pt x="694" y="139"/>
                      <a:pt x="777" y="167"/>
                      <a:pt x="833" y="194"/>
                    </a:cubicBezTo>
                    <a:cubicBezTo>
                      <a:pt x="860" y="222"/>
                      <a:pt x="888" y="277"/>
                      <a:pt x="888" y="361"/>
                    </a:cubicBezTo>
                    <a:cubicBezTo>
                      <a:pt x="888" y="416"/>
                      <a:pt x="860" y="472"/>
                      <a:pt x="833" y="527"/>
                    </a:cubicBezTo>
                    <a:cubicBezTo>
                      <a:pt x="777" y="555"/>
                      <a:pt x="694" y="582"/>
                      <a:pt x="611" y="582"/>
                    </a:cubicBezTo>
                    <a:lnTo>
                      <a:pt x="389" y="582"/>
                    </a:lnTo>
                    <a:cubicBezTo>
                      <a:pt x="306" y="582"/>
                      <a:pt x="223" y="555"/>
                      <a:pt x="167" y="527"/>
                    </a:cubicBezTo>
                    <a:cubicBezTo>
                      <a:pt x="139" y="472"/>
                      <a:pt x="112" y="416"/>
                      <a:pt x="112" y="361"/>
                    </a:cubicBezTo>
                    <a:cubicBezTo>
                      <a:pt x="112" y="277"/>
                      <a:pt x="139" y="222"/>
                      <a:pt x="167" y="194"/>
                    </a:cubicBezTo>
                    <a:cubicBezTo>
                      <a:pt x="223" y="167"/>
                      <a:pt x="306" y="139"/>
                      <a:pt x="389" y="139"/>
                    </a:cubicBezTo>
                    <a:close/>
                    <a:moveTo>
                      <a:pt x="389" y="0"/>
                    </a:moveTo>
                    <a:cubicBezTo>
                      <a:pt x="250" y="0"/>
                      <a:pt x="167" y="28"/>
                      <a:pt x="112" y="83"/>
                    </a:cubicBezTo>
                    <a:cubicBezTo>
                      <a:pt x="28" y="139"/>
                      <a:pt x="1" y="222"/>
                      <a:pt x="1" y="361"/>
                    </a:cubicBezTo>
                    <a:cubicBezTo>
                      <a:pt x="1" y="472"/>
                      <a:pt x="28" y="555"/>
                      <a:pt x="112" y="610"/>
                    </a:cubicBezTo>
                    <a:cubicBezTo>
                      <a:pt x="167" y="666"/>
                      <a:pt x="250" y="721"/>
                      <a:pt x="389" y="721"/>
                    </a:cubicBezTo>
                    <a:lnTo>
                      <a:pt x="611" y="721"/>
                    </a:lnTo>
                    <a:cubicBezTo>
                      <a:pt x="749" y="693"/>
                      <a:pt x="833" y="666"/>
                      <a:pt x="916" y="610"/>
                    </a:cubicBezTo>
                    <a:cubicBezTo>
                      <a:pt x="971" y="555"/>
                      <a:pt x="999" y="472"/>
                      <a:pt x="999" y="361"/>
                    </a:cubicBezTo>
                    <a:cubicBezTo>
                      <a:pt x="999" y="222"/>
                      <a:pt x="971" y="139"/>
                      <a:pt x="916" y="83"/>
                    </a:cubicBezTo>
                    <a:cubicBezTo>
                      <a:pt x="833" y="28"/>
                      <a:pt x="749" y="0"/>
                      <a:pt x="6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55"/>
              <p:cNvSpPr/>
              <p:nvPr/>
            </p:nvSpPr>
            <p:spPr>
              <a:xfrm>
                <a:off x="7157837" y="4609225"/>
                <a:ext cx="24975" cy="19425"/>
              </a:xfrm>
              <a:custGeom>
                <a:avLst/>
                <a:gdLst/>
                <a:ahLst/>
                <a:cxnLst/>
                <a:rect l="l" t="t" r="r" b="b"/>
                <a:pathLst>
                  <a:path w="999" h="777" extrusionOk="0">
                    <a:moveTo>
                      <a:pt x="638" y="277"/>
                    </a:moveTo>
                    <a:lnTo>
                      <a:pt x="638" y="638"/>
                    </a:lnTo>
                    <a:lnTo>
                      <a:pt x="139" y="277"/>
                    </a:lnTo>
                    <a:close/>
                    <a:moveTo>
                      <a:pt x="638" y="0"/>
                    </a:moveTo>
                    <a:cubicBezTo>
                      <a:pt x="638" y="0"/>
                      <a:pt x="638" y="28"/>
                      <a:pt x="638" y="28"/>
                    </a:cubicBezTo>
                    <a:lnTo>
                      <a:pt x="638" y="167"/>
                    </a:lnTo>
                    <a:lnTo>
                      <a:pt x="1" y="167"/>
                    </a:lnTo>
                    <a:cubicBezTo>
                      <a:pt x="1" y="167"/>
                      <a:pt x="1" y="167"/>
                      <a:pt x="1" y="194"/>
                    </a:cubicBezTo>
                    <a:lnTo>
                      <a:pt x="1" y="277"/>
                    </a:lnTo>
                    <a:cubicBezTo>
                      <a:pt x="1" y="305"/>
                      <a:pt x="1" y="305"/>
                      <a:pt x="1" y="305"/>
                    </a:cubicBezTo>
                    <a:cubicBezTo>
                      <a:pt x="28" y="333"/>
                      <a:pt x="28" y="333"/>
                      <a:pt x="28" y="333"/>
                    </a:cubicBezTo>
                    <a:lnTo>
                      <a:pt x="638" y="749"/>
                    </a:lnTo>
                    <a:cubicBezTo>
                      <a:pt x="638" y="777"/>
                      <a:pt x="666" y="777"/>
                      <a:pt x="666" y="777"/>
                    </a:cubicBezTo>
                    <a:lnTo>
                      <a:pt x="749" y="777"/>
                    </a:lnTo>
                    <a:cubicBezTo>
                      <a:pt x="749" y="749"/>
                      <a:pt x="749" y="749"/>
                      <a:pt x="749" y="749"/>
                    </a:cubicBezTo>
                    <a:lnTo>
                      <a:pt x="749" y="277"/>
                    </a:lnTo>
                    <a:lnTo>
                      <a:pt x="999" y="277"/>
                    </a:lnTo>
                    <a:cubicBezTo>
                      <a:pt x="999" y="277"/>
                      <a:pt x="999" y="250"/>
                      <a:pt x="999" y="250"/>
                    </a:cubicBezTo>
                    <a:lnTo>
                      <a:pt x="999" y="194"/>
                    </a:lnTo>
                    <a:cubicBezTo>
                      <a:pt x="999" y="167"/>
                      <a:pt x="999" y="167"/>
                      <a:pt x="999" y="167"/>
                    </a:cubicBezTo>
                    <a:lnTo>
                      <a:pt x="749" y="167"/>
                    </a:lnTo>
                    <a:lnTo>
                      <a:pt x="749" y="28"/>
                    </a:lnTo>
                    <a:cubicBezTo>
                      <a:pt x="749" y="28"/>
                      <a:pt x="749" y="0"/>
                      <a:pt x="7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5"/>
              <p:cNvSpPr/>
              <p:nvPr/>
            </p:nvSpPr>
            <p:spPr>
              <a:xfrm>
                <a:off x="7671715" y="4632100"/>
                <a:ext cx="25675" cy="18050"/>
              </a:xfrm>
              <a:custGeom>
                <a:avLst/>
                <a:gdLst/>
                <a:ahLst/>
                <a:cxnLst/>
                <a:rect l="l" t="t" r="r" b="b"/>
                <a:pathLst>
                  <a:path w="1027" h="722" extrusionOk="0">
                    <a:moveTo>
                      <a:pt x="611" y="139"/>
                    </a:moveTo>
                    <a:cubicBezTo>
                      <a:pt x="722" y="139"/>
                      <a:pt x="777" y="167"/>
                      <a:pt x="833" y="194"/>
                    </a:cubicBezTo>
                    <a:cubicBezTo>
                      <a:pt x="888" y="222"/>
                      <a:pt x="888" y="277"/>
                      <a:pt x="888" y="361"/>
                    </a:cubicBezTo>
                    <a:cubicBezTo>
                      <a:pt x="888" y="416"/>
                      <a:pt x="888" y="472"/>
                      <a:pt x="833" y="527"/>
                    </a:cubicBezTo>
                    <a:cubicBezTo>
                      <a:pt x="777" y="555"/>
                      <a:pt x="722" y="582"/>
                      <a:pt x="611" y="582"/>
                    </a:cubicBezTo>
                    <a:lnTo>
                      <a:pt x="389" y="582"/>
                    </a:lnTo>
                    <a:cubicBezTo>
                      <a:pt x="306" y="582"/>
                      <a:pt x="223" y="555"/>
                      <a:pt x="195" y="527"/>
                    </a:cubicBezTo>
                    <a:cubicBezTo>
                      <a:pt x="140" y="472"/>
                      <a:pt x="112" y="416"/>
                      <a:pt x="112" y="361"/>
                    </a:cubicBezTo>
                    <a:cubicBezTo>
                      <a:pt x="112" y="277"/>
                      <a:pt x="140" y="222"/>
                      <a:pt x="195" y="194"/>
                    </a:cubicBezTo>
                    <a:cubicBezTo>
                      <a:pt x="223" y="167"/>
                      <a:pt x="306" y="139"/>
                      <a:pt x="389" y="139"/>
                    </a:cubicBezTo>
                    <a:close/>
                    <a:moveTo>
                      <a:pt x="389" y="0"/>
                    </a:moveTo>
                    <a:cubicBezTo>
                      <a:pt x="278" y="0"/>
                      <a:pt x="167" y="28"/>
                      <a:pt x="112" y="83"/>
                    </a:cubicBezTo>
                    <a:cubicBezTo>
                      <a:pt x="29" y="139"/>
                      <a:pt x="1" y="222"/>
                      <a:pt x="1" y="361"/>
                    </a:cubicBezTo>
                    <a:cubicBezTo>
                      <a:pt x="1" y="472"/>
                      <a:pt x="29" y="555"/>
                      <a:pt x="112" y="610"/>
                    </a:cubicBezTo>
                    <a:cubicBezTo>
                      <a:pt x="167" y="666"/>
                      <a:pt x="278" y="721"/>
                      <a:pt x="389" y="721"/>
                    </a:cubicBezTo>
                    <a:lnTo>
                      <a:pt x="639" y="721"/>
                    </a:lnTo>
                    <a:cubicBezTo>
                      <a:pt x="750" y="693"/>
                      <a:pt x="833" y="666"/>
                      <a:pt x="916" y="610"/>
                    </a:cubicBezTo>
                    <a:cubicBezTo>
                      <a:pt x="971" y="555"/>
                      <a:pt x="1027" y="472"/>
                      <a:pt x="1027" y="361"/>
                    </a:cubicBezTo>
                    <a:cubicBezTo>
                      <a:pt x="1027" y="222"/>
                      <a:pt x="971" y="139"/>
                      <a:pt x="916" y="83"/>
                    </a:cubicBezTo>
                    <a:cubicBezTo>
                      <a:pt x="833" y="28"/>
                      <a:pt x="750" y="0"/>
                      <a:pt x="6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55"/>
              <p:cNvSpPr/>
              <p:nvPr/>
            </p:nvSpPr>
            <p:spPr>
              <a:xfrm>
                <a:off x="7672119" y="4611300"/>
                <a:ext cx="25675" cy="17350"/>
              </a:xfrm>
              <a:custGeom>
                <a:avLst/>
                <a:gdLst/>
                <a:ahLst/>
                <a:cxnLst/>
                <a:rect l="l" t="t" r="r" b="b"/>
                <a:pathLst>
                  <a:path w="1027" h="694" extrusionOk="0">
                    <a:moveTo>
                      <a:pt x="694" y="1"/>
                    </a:moveTo>
                    <a:cubicBezTo>
                      <a:pt x="611" y="1"/>
                      <a:pt x="555" y="1"/>
                      <a:pt x="500" y="28"/>
                    </a:cubicBezTo>
                    <a:cubicBezTo>
                      <a:pt x="472" y="84"/>
                      <a:pt x="417" y="112"/>
                      <a:pt x="417" y="167"/>
                    </a:cubicBezTo>
                    <a:cubicBezTo>
                      <a:pt x="389" y="222"/>
                      <a:pt x="361" y="278"/>
                      <a:pt x="361" y="333"/>
                    </a:cubicBezTo>
                    <a:cubicBezTo>
                      <a:pt x="361" y="417"/>
                      <a:pt x="389" y="472"/>
                      <a:pt x="417" y="527"/>
                    </a:cubicBezTo>
                    <a:lnTo>
                      <a:pt x="140" y="500"/>
                    </a:lnTo>
                    <a:lnTo>
                      <a:pt x="140" y="84"/>
                    </a:lnTo>
                    <a:cubicBezTo>
                      <a:pt x="140" y="84"/>
                      <a:pt x="140" y="84"/>
                      <a:pt x="112" y="56"/>
                    </a:cubicBezTo>
                    <a:lnTo>
                      <a:pt x="29" y="56"/>
                    </a:lnTo>
                    <a:cubicBezTo>
                      <a:pt x="29" y="56"/>
                      <a:pt x="1" y="84"/>
                      <a:pt x="1" y="84"/>
                    </a:cubicBezTo>
                    <a:lnTo>
                      <a:pt x="1" y="583"/>
                    </a:lnTo>
                    <a:cubicBezTo>
                      <a:pt x="1" y="611"/>
                      <a:pt x="29" y="611"/>
                      <a:pt x="56" y="611"/>
                    </a:cubicBezTo>
                    <a:lnTo>
                      <a:pt x="528" y="666"/>
                    </a:lnTo>
                    <a:cubicBezTo>
                      <a:pt x="528" y="666"/>
                      <a:pt x="528" y="666"/>
                      <a:pt x="528" y="638"/>
                    </a:cubicBezTo>
                    <a:cubicBezTo>
                      <a:pt x="555" y="638"/>
                      <a:pt x="555" y="638"/>
                      <a:pt x="555" y="611"/>
                    </a:cubicBezTo>
                    <a:lnTo>
                      <a:pt x="555" y="555"/>
                    </a:lnTo>
                    <a:cubicBezTo>
                      <a:pt x="555" y="555"/>
                      <a:pt x="555" y="527"/>
                      <a:pt x="555" y="527"/>
                    </a:cubicBezTo>
                    <a:cubicBezTo>
                      <a:pt x="528" y="527"/>
                      <a:pt x="528" y="500"/>
                      <a:pt x="528" y="500"/>
                    </a:cubicBezTo>
                    <a:cubicBezTo>
                      <a:pt x="500" y="472"/>
                      <a:pt x="500" y="444"/>
                      <a:pt x="500" y="444"/>
                    </a:cubicBezTo>
                    <a:cubicBezTo>
                      <a:pt x="472" y="417"/>
                      <a:pt x="472" y="389"/>
                      <a:pt x="472" y="361"/>
                    </a:cubicBezTo>
                    <a:cubicBezTo>
                      <a:pt x="472" y="278"/>
                      <a:pt x="500" y="250"/>
                      <a:pt x="528" y="195"/>
                    </a:cubicBezTo>
                    <a:cubicBezTo>
                      <a:pt x="555" y="139"/>
                      <a:pt x="611" y="139"/>
                      <a:pt x="666" y="139"/>
                    </a:cubicBezTo>
                    <a:cubicBezTo>
                      <a:pt x="750" y="139"/>
                      <a:pt x="805" y="139"/>
                      <a:pt x="833" y="195"/>
                    </a:cubicBezTo>
                    <a:cubicBezTo>
                      <a:pt x="888" y="250"/>
                      <a:pt x="888" y="278"/>
                      <a:pt x="888" y="361"/>
                    </a:cubicBezTo>
                    <a:cubicBezTo>
                      <a:pt x="888" y="417"/>
                      <a:pt x="888" y="444"/>
                      <a:pt x="860" y="500"/>
                    </a:cubicBezTo>
                    <a:cubicBezTo>
                      <a:pt x="833" y="527"/>
                      <a:pt x="805" y="555"/>
                      <a:pt x="750" y="555"/>
                    </a:cubicBezTo>
                    <a:cubicBezTo>
                      <a:pt x="722" y="583"/>
                      <a:pt x="722" y="583"/>
                      <a:pt x="722" y="611"/>
                    </a:cubicBezTo>
                    <a:lnTo>
                      <a:pt x="722" y="666"/>
                    </a:lnTo>
                    <a:cubicBezTo>
                      <a:pt x="722" y="666"/>
                      <a:pt x="722" y="694"/>
                      <a:pt x="722" y="694"/>
                    </a:cubicBezTo>
                    <a:lnTo>
                      <a:pt x="750" y="694"/>
                    </a:lnTo>
                    <a:cubicBezTo>
                      <a:pt x="805" y="694"/>
                      <a:pt x="833" y="694"/>
                      <a:pt x="888" y="666"/>
                    </a:cubicBezTo>
                    <a:cubicBezTo>
                      <a:pt x="916" y="638"/>
                      <a:pt x="944" y="583"/>
                      <a:pt x="971" y="527"/>
                    </a:cubicBezTo>
                    <a:cubicBezTo>
                      <a:pt x="999" y="500"/>
                      <a:pt x="1027" y="417"/>
                      <a:pt x="1027" y="361"/>
                    </a:cubicBezTo>
                    <a:cubicBezTo>
                      <a:pt x="1027" y="278"/>
                      <a:pt x="999" y="222"/>
                      <a:pt x="971" y="167"/>
                    </a:cubicBezTo>
                    <a:cubicBezTo>
                      <a:pt x="944" y="112"/>
                      <a:pt x="916" y="84"/>
                      <a:pt x="860" y="28"/>
                    </a:cubicBezTo>
                    <a:cubicBezTo>
                      <a:pt x="805" y="1"/>
                      <a:pt x="750" y="1"/>
                      <a:pt x="6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55"/>
              <p:cNvSpPr/>
              <p:nvPr/>
            </p:nvSpPr>
            <p:spPr>
              <a:xfrm>
                <a:off x="8186425" y="4632100"/>
                <a:ext cx="25675" cy="18050"/>
              </a:xfrm>
              <a:custGeom>
                <a:avLst/>
                <a:gdLst/>
                <a:ahLst/>
                <a:cxnLst/>
                <a:rect l="l" t="t" r="r" b="b"/>
                <a:pathLst>
                  <a:path w="1027" h="722" extrusionOk="0">
                    <a:moveTo>
                      <a:pt x="638" y="139"/>
                    </a:moveTo>
                    <a:cubicBezTo>
                      <a:pt x="721" y="139"/>
                      <a:pt x="777" y="167"/>
                      <a:pt x="832" y="194"/>
                    </a:cubicBezTo>
                    <a:cubicBezTo>
                      <a:pt x="887" y="222"/>
                      <a:pt x="915" y="277"/>
                      <a:pt x="915" y="361"/>
                    </a:cubicBezTo>
                    <a:cubicBezTo>
                      <a:pt x="915" y="416"/>
                      <a:pt x="887" y="472"/>
                      <a:pt x="832" y="527"/>
                    </a:cubicBezTo>
                    <a:cubicBezTo>
                      <a:pt x="777" y="555"/>
                      <a:pt x="721" y="582"/>
                      <a:pt x="638" y="582"/>
                    </a:cubicBezTo>
                    <a:lnTo>
                      <a:pt x="388" y="582"/>
                    </a:lnTo>
                    <a:cubicBezTo>
                      <a:pt x="305" y="582"/>
                      <a:pt x="250" y="555"/>
                      <a:pt x="194" y="527"/>
                    </a:cubicBezTo>
                    <a:cubicBezTo>
                      <a:pt x="139" y="472"/>
                      <a:pt x="111" y="416"/>
                      <a:pt x="111" y="361"/>
                    </a:cubicBezTo>
                    <a:cubicBezTo>
                      <a:pt x="111" y="277"/>
                      <a:pt x="139" y="222"/>
                      <a:pt x="194" y="194"/>
                    </a:cubicBezTo>
                    <a:cubicBezTo>
                      <a:pt x="250" y="167"/>
                      <a:pt x="305" y="139"/>
                      <a:pt x="388" y="139"/>
                    </a:cubicBezTo>
                    <a:close/>
                    <a:moveTo>
                      <a:pt x="388" y="0"/>
                    </a:moveTo>
                    <a:cubicBezTo>
                      <a:pt x="277" y="0"/>
                      <a:pt x="194" y="28"/>
                      <a:pt x="111" y="83"/>
                    </a:cubicBezTo>
                    <a:cubicBezTo>
                      <a:pt x="28" y="139"/>
                      <a:pt x="0" y="222"/>
                      <a:pt x="0" y="361"/>
                    </a:cubicBezTo>
                    <a:cubicBezTo>
                      <a:pt x="0" y="472"/>
                      <a:pt x="28" y="555"/>
                      <a:pt x="111" y="610"/>
                    </a:cubicBezTo>
                    <a:cubicBezTo>
                      <a:pt x="194" y="666"/>
                      <a:pt x="277" y="721"/>
                      <a:pt x="388" y="721"/>
                    </a:cubicBezTo>
                    <a:lnTo>
                      <a:pt x="638" y="721"/>
                    </a:lnTo>
                    <a:cubicBezTo>
                      <a:pt x="749" y="693"/>
                      <a:pt x="832" y="666"/>
                      <a:pt x="915" y="610"/>
                    </a:cubicBezTo>
                    <a:cubicBezTo>
                      <a:pt x="998" y="555"/>
                      <a:pt x="1026" y="472"/>
                      <a:pt x="1026" y="361"/>
                    </a:cubicBezTo>
                    <a:cubicBezTo>
                      <a:pt x="1026" y="222"/>
                      <a:pt x="998" y="139"/>
                      <a:pt x="915" y="83"/>
                    </a:cubicBezTo>
                    <a:cubicBezTo>
                      <a:pt x="832"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5"/>
              <p:cNvSpPr/>
              <p:nvPr/>
            </p:nvSpPr>
            <p:spPr>
              <a:xfrm>
                <a:off x="8187100" y="4610600"/>
                <a:ext cx="25000" cy="18050"/>
              </a:xfrm>
              <a:custGeom>
                <a:avLst/>
                <a:gdLst/>
                <a:ahLst/>
                <a:cxnLst/>
                <a:rect l="l" t="t" r="r" b="b"/>
                <a:pathLst>
                  <a:path w="1000" h="722" extrusionOk="0">
                    <a:moveTo>
                      <a:pt x="666" y="140"/>
                    </a:moveTo>
                    <a:cubicBezTo>
                      <a:pt x="694" y="140"/>
                      <a:pt x="750" y="140"/>
                      <a:pt x="777" y="167"/>
                    </a:cubicBezTo>
                    <a:cubicBezTo>
                      <a:pt x="805" y="195"/>
                      <a:pt x="833" y="223"/>
                      <a:pt x="860" y="250"/>
                    </a:cubicBezTo>
                    <a:cubicBezTo>
                      <a:pt x="860" y="278"/>
                      <a:pt x="888" y="306"/>
                      <a:pt x="888" y="361"/>
                    </a:cubicBezTo>
                    <a:cubicBezTo>
                      <a:pt x="888" y="389"/>
                      <a:pt x="860" y="445"/>
                      <a:pt x="860" y="472"/>
                    </a:cubicBezTo>
                    <a:cubicBezTo>
                      <a:pt x="833" y="500"/>
                      <a:pt x="805" y="528"/>
                      <a:pt x="777" y="555"/>
                    </a:cubicBezTo>
                    <a:cubicBezTo>
                      <a:pt x="750" y="583"/>
                      <a:pt x="694" y="583"/>
                      <a:pt x="666" y="583"/>
                    </a:cubicBezTo>
                    <a:cubicBezTo>
                      <a:pt x="611" y="583"/>
                      <a:pt x="583" y="583"/>
                      <a:pt x="528" y="555"/>
                    </a:cubicBezTo>
                    <a:cubicBezTo>
                      <a:pt x="500" y="528"/>
                      <a:pt x="472" y="500"/>
                      <a:pt x="472" y="472"/>
                    </a:cubicBezTo>
                    <a:cubicBezTo>
                      <a:pt x="445" y="445"/>
                      <a:pt x="445" y="389"/>
                      <a:pt x="445" y="361"/>
                    </a:cubicBezTo>
                    <a:cubicBezTo>
                      <a:pt x="445" y="334"/>
                      <a:pt x="445" y="278"/>
                      <a:pt x="472" y="250"/>
                    </a:cubicBezTo>
                    <a:cubicBezTo>
                      <a:pt x="472" y="223"/>
                      <a:pt x="500" y="195"/>
                      <a:pt x="528" y="167"/>
                    </a:cubicBezTo>
                    <a:cubicBezTo>
                      <a:pt x="583" y="140"/>
                      <a:pt x="611" y="140"/>
                      <a:pt x="666" y="140"/>
                    </a:cubicBezTo>
                    <a:close/>
                    <a:moveTo>
                      <a:pt x="666" y="1"/>
                    </a:moveTo>
                    <a:cubicBezTo>
                      <a:pt x="583" y="1"/>
                      <a:pt x="528" y="1"/>
                      <a:pt x="500" y="29"/>
                    </a:cubicBezTo>
                    <a:cubicBezTo>
                      <a:pt x="445" y="56"/>
                      <a:pt x="389" y="112"/>
                      <a:pt x="361" y="167"/>
                    </a:cubicBezTo>
                    <a:cubicBezTo>
                      <a:pt x="334" y="223"/>
                      <a:pt x="334" y="278"/>
                      <a:pt x="334" y="334"/>
                    </a:cubicBezTo>
                    <a:cubicBezTo>
                      <a:pt x="334" y="361"/>
                      <a:pt x="334" y="389"/>
                      <a:pt x="334" y="417"/>
                    </a:cubicBezTo>
                    <a:lnTo>
                      <a:pt x="29" y="223"/>
                    </a:lnTo>
                    <a:lnTo>
                      <a:pt x="1" y="223"/>
                    </a:lnTo>
                    <a:cubicBezTo>
                      <a:pt x="1" y="223"/>
                      <a:pt x="1" y="223"/>
                      <a:pt x="1" y="250"/>
                    </a:cubicBezTo>
                    <a:lnTo>
                      <a:pt x="1" y="306"/>
                    </a:lnTo>
                    <a:cubicBezTo>
                      <a:pt x="1" y="306"/>
                      <a:pt x="1" y="334"/>
                      <a:pt x="1" y="334"/>
                    </a:cubicBezTo>
                    <a:cubicBezTo>
                      <a:pt x="1" y="334"/>
                      <a:pt x="1" y="334"/>
                      <a:pt x="1" y="361"/>
                    </a:cubicBezTo>
                    <a:lnTo>
                      <a:pt x="29" y="361"/>
                    </a:lnTo>
                    <a:lnTo>
                      <a:pt x="389" y="639"/>
                    </a:lnTo>
                    <a:cubicBezTo>
                      <a:pt x="500" y="694"/>
                      <a:pt x="583" y="722"/>
                      <a:pt x="666" y="722"/>
                    </a:cubicBezTo>
                    <a:cubicBezTo>
                      <a:pt x="722" y="722"/>
                      <a:pt x="777" y="722"/>
                      <a:pt x="833" y="694"/>
                    </a:cubicBezTo>
                    <a:cubicBezTo>
                      <a:pt x="888" y="666"/>
                      <a:pt x="916" y="611"/>
                      <a:pt x="944" y="555"/>
                    </a:cubicBezTo>
                    <a:cubicBezTo>
                      <a:pt x="971" y="500"/>
                      <a:pt x="999" y="445"/>
                      <a:pt x="999" y="361"/>
                    </a:cubicBezTo>
                    <a:cubicBezTo>
                      <a:pt x="999" y="278"/>
                      <a:pt x="971" y="223"/>
                      <a:pt x="944" y="167"/>
                    </a:cubicBezTo>
                    <a:cubicBezTo>
                      <a:pt x="916" y="112"/>
                      <a:pt x="888" y="56"/>
                      <a:pt x="833" y="29"/>
                    </a:cubicBezTo>
                    <a:cubicBezTo>
                      <a:pt x="777" y="1"/>
                      <a:pt x="722" y="1"/>
                      <a:pt x="6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33" name="Google Shape;1333;p55"/>
          <p:cNvSpPr/>
          <p:nvPr/>
        </p:nvSpPr>
        <p:spPr>
          <a:xfrm>
            <a:off x="779230" y="2219032"/>
            <a:ext cx="9349" cy="8298"/>
          </a:xfrm>
          <a:custGeom>
            <a:avLst/>
            <a:gdLst/>
            <a:ahLst/>
            <a:cxnLst/>
            <a:rect l="l" t="t" r="r" b="b"/>
            <a:pathLst>
              <a:path w="249" h="221" extrusionOk="0">
                <a:moveTo>
                  <a:pt x="139" y="0"/>
                </a:moveTo>
                <a:cubicBezTo>
                  <a:pt x="1" y="0"/>
                  <a:pt x="1" y="221"/>
                  <a:pt x="139" y="221"/>
                </a:cubicBezTo>
                <a:cubicBezTo>
                  <a:pt x="249" y="221"/>
                  <a:pt x="249" y="0"/>
                  <a:pt x="139" y="0"/>
                </a:cubicBezTo>
                <a:close/>
              </a:path>
            </a:pathLst>
          </a:custGeom>
          <a:gradFill>
            <a:gsLst>
              <a:gs pos="0">
                <a:srgbClr val="B45F06"/>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55"/>
          <p:cNvSpPr/>
          <p:nvPr/>
        </p:nvSpPr>
        <p:spPr>
          <a:xfrm>
            <a:off x="737853" y="1924175"/>
            <a:ext cx="5219" cy="8298"/>
          </a:xfrm>
          <a:custGeom>
            <a:avLst/>
            <a:gdLst/>
            <a:ahLst/>
            <a:cxnLst/>
            <a:rect l="l" t="t" r="r" b="b"/>
            <a:pathLst>
              <a:path w="139" h="221" extrusionOk="0">
                <a:moveTo>
                  <a:pt x="83" y="1"/>
                </a:moveTo>
                <a:cubicBezTo>
                  <a:pt x="56" y="1"/>
                  <a:pt x="56" y="28"/>
                  <a:pt x="56" y="28"/>
                </a:cubicBezTo>
                <a:lnTo>
                  <a:pt x="28" y="28"/>
                </a:lnTo>
                <a:cubicBezTo>
                  <a:pt x="28" y="56"/>
                  <a:pt x="1" y="56"/>
                  <a:pt x="1" y="56"/>
                </a:cubicBezTo>
                <a:cubicBezTo>
                  <a:pt x="1" y="83"/>
                  <a:pt x="1" y="111"/>
                  <a:pt x="1" y="111"/>
                </a:cubicBezTo>
                <a:cubicBezTo>
                  <a:pt x="1" y="138"/>
                  <a:pt x="1" y="138"/>
                  <a:pt x="1" y="138"/>
                </a:cubicBezTo>
                <a:cubicBezTo>
                  <a:pt x="1" y="166"/>
                  <a:pt x="1" y="193"/>
                  <a:pt x="28" y="221"/>
                </a:cubicBezTo>
                <a:lnTo>
                  <a:pt x="111" y="221"/>
                </a:lnTo>
                <a:cubicBezTo>
                  <a:pt x="138" y="193"/>
                  <a:pt x="138" y="166"/>
                  <a:pt x="138" y="138"/>
                </a:cubicBezTo>
                <a:cubicBezTo>
                  <a:pt x="138" y="111"/>
                  <a:pt x="138" y="111"/>
                  <a:pt x="138" y="111"/>
                </a:cubicBezTo>
                <a:cubicBezTo>
                  <a:pt x="138" y="111"/>
                  <a:pt x="138" y="83"/>
                  <a:pt x="138" y="56"/>
                </a:cubicBezTo>
                <a:cubicBezTo>
                  <a:pt x="138" y="28"/>
                  <a:pt x="111" y="28"/>
                  <a:pt x="111" y="28"/>
                </a:cubicBezTo>
                <a:cubicBezTo>
                  <a:pt x="83" y="28"/>
                  <a:pt x="83" y="1"/>
                  <a:pt x="83" y="1"/>
                </a:cubicBezTo>
                <a:close/>
              </a:path>
            </a:pathLst>
          </a:custGeom>
          <a:gradFill>
            <a:gsLst>
              <a:gs pos="0">
                <a:srgbClr val="B45F06"/>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55"/>
          <p:cNvSpPr/>
          <p:nvPr/>
        </p:nvSpPr>
        <p:spPr>
          <a:xfrm>
            <a:off x="810282" y="1883812"/>
            <a:ext cx="5219" cy="6270"/>
          </a:xfrm>
          <a:custGeom>
            <a:avLst/>
            <a:gdLst/>
            <a:ahLst/>
            <a:cxnLst/>
            <a:rect l="l" t="t" r="r" b="b"/>
            <a:pathLst>
              <a:path w="139" h="167" extrusionOk="0">
                <a:moveTo>
                  <a:pt x="56" y="1"/>
                </a:moveTo>
                <a:cubicBezTo>
                  <a:pt x="56" y="1"/>
                  <a:pt x="28" y="1"/>
                  <a:pt x="1" y="28"/>
                </a:cubicBezTo>
                <a:cubicBezTo>
                  <a:pt x="1" y="28"/>
                  <a:pt x="1" y="56"/>
                  <a:pt x="1" y="56"/>
                </a:cubicBezTo>
                <a:cubicBezTo>
                  <a:pt x="1" y="84"/>
                  <a:pt x="1" y="84"/>
                  <a:pt x="1" y="111"/>
                </a:cubicBezTo>
                <a:lnTo>
                  <a:pt x="28" y="111"/>
                </a:lnTo>
                <a:cubicBezTo>
                  <a:pt x="28" y="139"/>
                  <a:pt x="28" y="139"/>
                  <a:pt x="28" y="139"/>
                </a:cubicBezTo>
                <a:lnTo>
                  <a:pt x="56" y="139"/>
                </a:lnTo>
                <a:cubicBezTo>
                  <a:pt x="56" y="139"/>
                  <a:pt x="56" y="166"/>
                  <a:pt x="56" y="166"/>
                </a:cubicBezTo>
                <a:lnTo>
                  <a:pt x="83" y="166"/>
                </a:lnTo>
                <a:cubicBezTo>
                  <a:pt x="83" y="139"/>
                  <a:pt x="83" y="139"/>
                  <a:pt x="83" y="139"/>
                </a:cubicBezTo>
                <a:lnTo>
                  <a:pt x="111" y="139"/>
                </a:lnTo>
                <a:cubicBezTo>
                  <a:pt x="111" y="111"/>
                  <a:pt x="111" y="111"/>
                  <a:pt x="111" y="111"/>
                </a:cubicBezTo>
                <a:lnTo>
                  <a:pt x="138" y="111"/>
                </a:lnTo>
                <a:cubicBezTo>
                  <a:pt x="138" y="84"/>
                  <a:pt x="138" y="84"/>
                  <a:pt x="138" y="56"/>
                </a:cubicBezTo>
                <a:cubicBezTo>
                  <a:pt x="138" y="56"/>
                  <a:pt x="138" y="28"/>
                  <a:pt x="138" y="28"/>
                </a:cubicBezTo>
                <a:cubicBezTo>
                  <a:pt x="111" y="1"/>
                  <a:pt x="83" y="1"/>
                  <a:pt x="56" y="1"/>
                </a:cubicBezTo>
                <a:close/>
              </a:path>
            </a:pathLst>
          </a:custGeom>
          <a:gradFill>
            <a:gsLst>
              <a:gs pos="0">
                <a:srgbClr val="B45F06"/>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55"/>
          <p:cNvSpPr/>
          <p:nvPr/>
        </p:nvSpPr>
        <p:spPr>
          <a:xfrm>
            <a:off x="759593" y="1715188"/>
            <a:ext cx="5219" cy="4168"/>
          </a:xfrm>
          <a:custGeom>
            <a:avLst/>
            <a:gdLst/>
            <a:ahLst/>
            <a:cxnLst/>
            <a:rect l="l" t="t" r="r" b="b"/>
            <a:pathLst>
              <a:path w="139" h="111" extrusionOk="0">
                <a:moveTo>
                  <a:pt x="83" y="1"/>
                </a:moveTo>
                <a:cubicBezTo>
                  <a:pt x="0" y="1"/>
                  <a:pt x="0" y="111"/>
                  <a:pt x="83" y="111"/>
                </a:cubicBezTo>
                <a:cubicBezTo>
                  <a:pt x="138" y="111"/>
                  <a:pt x="138" y="1"/>
                  <a:pt x="83" y="1"/>
                </a:cubicBezTo>
                <a:close/>
              </a:path>
            </a:pathLst>
          </a:custGeom>
          <a:gradFill>
            <a:gsLst>
              <a:gs pos="0">
                <a:srgbClr val="B45F06"/>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55"/>
          <p:cNvSpPr/>
          <p:nvPr/>
        </p:nvSpPr>
        <p:spPr>
          <a:xfrm>
            <a:off x="779230" y="3227734"/>
            <a:ext cx="9349" cy="7284"/>
          </a:xfrm>
          <a:custGeom>
            <a:avLst/>
            <a:gdLst/>
            <a:ahLst/>
            <a:cxnLst/>
            <a:rect l="l" t="t" r="r" b="b"/>
            <a:pathLst>
              <a:path w="249" h="194" extrusionOk="0">
                <a:moveTo>
                  <a:pt x="139" y="1"/>
                </a:moveTo>
                <a:cubicBezTo>
                  <a:pt x="1" y="1"/>
                  <a:pt x="1" y="194"/>
                  <a:pt x="139" y="194"/>
                </a:cubicBezTo>
                <a:cubicBezTo>
                  <a:pt x="249" y="194"/>
                  <a:pt x="249" y="1"/>
                  <a:pt x="139" y="1"/>
                </a:cubicBezTo>
                <a:close/>
              </a:path>
            </a:pathLst>
          </a:custGeom>
          <a:gradFill>
            <a:gsLst>
              <a:gs pos="0">
                <a:srgbClr val="B45F06"/>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55"/>
          <p:cNvSpPr/>
          <p:nvPr/>
        </p:nvSpPr>
        <p:spPr>
          <a:xfrm>
            <a:off x="737853" y="2932877"/>
            <a:ext cx="5219" cy="7284"/>
          </a:xfrm>
          <a:custGeom>
            <a:avLst/>
            <a:gdLst/>
            <a:ahLst/>
            <a:cxnLst/>
            <a:rect l="l" t="t" r="r" b="b"/>
            <a:pathLst>
              <a:path w="139" h="194" extrusionOk="0">
                <a:moveTo>
                  <a:pt x="28" y="1"/>
                </a:moveTo>
                <a:cubicBezTo>
                  <a:pt x="28" y="1"/>
                  <a:pt x="28" y="28"/>
                  <a:pt x="28" y="28"/>
                </a:cubicBezTo>
                <a:cubicBezTo>
                  <a:pt x="28" y="28"/>
                  <a:pt x="1" y="28"/>
                  <a:pt x="1" y="56"/>
                </a:cubicBezTo>
                <a:cubicBezTo>
                  <a:pt x="1" y="56"/>
                  <a:pt x="1" y="84"/>
                  <a:pt x="1" y="111"/>
                </a:cubicBezTo>
                <a:cubicBezTo>
                  <a:pt x="1" y="111"/>
                  <a:pt x="1" y="111"/>
                  <a:pt x="1" y="139"/>
                </a:cubicBezTo>
                <a:cubicBezTo>
                  <a:pt x="1" y="166"/>
                  <a:pt x="1" y="194"/>
                  <a:pt x="28" y="194"/>
                </a:cubicBezTo>
                <a:lnTo>
                  <a:pt x="111" y="194"/>
                </a:lnTo>
                <a:cubicBezTo>
                  <a:pt x="138" y="194"/>
                  <a:pt x="138" y="166"/>
                  <a:pt x="138" y="139"/>
                </a:cubicBezTo>
                <a:cubicBezTo>
                  <a:pt x="138" y="111"/>
                  <a:pt x="138" y="111"/>
                  <a:pt x="138" y="111"/>
                </a:cubicBezTo>
                <a:cubicBezTo>
                  <a:pt x="138" y="84"/>
                  <a:pt x="138" y="56"/>
                  <a:pt x="138" y="56"/>
                </a:cubicBezTo>
                <a:cubicBezTo>
                  <a:pt x="138" y="28"/>
                  <a:pt x="138" y="28"/>
                  <a:pt x="138" y="28"/>
                </a:cubicBezTo>
                <a:cubicBezTo>
                  <a:pt x="138" y="28"/>
                  <a:pt x="111" y="28"/>
                  <a:pt x="111" y="1"/>
                </a:cubicBezTo>
                <a:close/>
              </a:path>
            </a:pathLst>
          </a:custGeom>
          <a:gradFill>
            <a:gsLst>
              <a:gs pos="0">
                <a:srgbClr val="B45F06"/>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55"/>
          <p:cNvSpPr/>
          <p:nvPr/>
        </p:nvSpPr>
        <p:spPr>
          <a:xfrm>
            <a:off x="702672" y="2678383"/>
            <a:ext cx="5219" cy="4168"/>
          </a:xfrm>
          <a:custGeom>
            <a:avLst/>
            <a:gdLst/>
            <a:ahLst/>
            <a:cxnLst/>
            <a:rect l="l" t="t" r="r" b="b"/>
            <a:pathLst>
              <a:path w="139" h="111" extrusionOk="0">
                <a:moveTo>
                  <a:pt x="56" y="1"/>
                </a:moveTo>
                <a:cubicBezTo>
                  <a:pt x="1" y="1"/>
                  <a:pt x="1" y="111"/>
                  <a:pt x="56" y="111"/>
                </a:cubicBezTo>
                <a:cubicBezTo>
                  <a:pt x="139" y="111"/>
                  <a:pt x="139" y="1"/>
                  <a:pt x="56" y="1"/>
                </a:cubicBezTo>
                <a:close/>
              </a:path>
            </a:pathLst>
          </a:custGeom>
          <a:gradFill>
            <a:gsLst>
              <a:gs pos="0">
                <a:srgbClr val="B45F06"/>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0" name="Google Shape;1340;p55"/>
          <p:cNvGrpSpPr/>
          <p:nvPr/>
        </p:nvGrpSpPr>
        <p:grpSpPr>
          <a:xfrm>
            <a:off x="2431150" y="2070384"/>
            <a:ext cx="1546483" cy="2026363"/>
            <a:chOff x="2441751" y="2054875"/>
            <a:chExt cx="1555974" cy="2038800"/>
          </a:xfrm>
        </p:grpSpPr>
        <p:sp>
          <p:nvSpPr>
            <p:cNvPr id="1341" name="Google Shape;1341;p55"/>
            <p:cNvSpPr txBox="1"/>
            <p:nvPr/>
          </p:nvSpPr>
          <p:spPr>
            <a:xfrm>
              <a:off x="3652425" y="2621225"/>
              <a:ext cx="345300" cy="1482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lt1"/>
                  </a:solidFill>
                  <a:latin typeface="Teko"/>
                  <a:ea typeface="Teko"/>
                  <a:cs typeface="Teko"/>
                  <a:sym typeface="Teko"/>
                </a:rPr>
                <a:t>ANTLIA</a:t>
              </a:r>
              <a:endParaRPr sz="1200">
                <a:solidFill>
                  <a:schemeClr val="lt1"/>
                </a:solidFill>
                <a:latin typeface="Teko"/>
                <a:ea typeface="Teko"/>
                <a:cs typeface="Teko"/>
                <a:sym typeface="Teko"/>
              </a:endParaRPr>
            </a:p>
          </p:txBody>
        </p:sp>
        <p:sp>
          <p:nvSpPr>
            <p:cNvPr id="1342" name="Google Shape;1342;p55"/>
            <p:cNvSpPr txBox="1"/>
            <p:nvPr/>
          </p:nvSpPr>
          <p:spPr>
            <a:xfrm>
              <a:off x="3652425" y="3776275"/>
              <a:ext cx="345300" cy="1671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lt1"/>
                  </a:solidFill>
                  <a:latin typeface="Teko"/>
                  <a:ea typeface="Teko"/>
                  <a:cs typeface="Teko"/>
                  <a:sym typeface="Teko"/>
                </a:rPr>
                <a:t>ORION</a:t>
              </a:r>
              <a:endParaRPr sz="1200">
                <a:solidFill>
                  <a:schemeClr val="lt1"/>
                </a:solidFill>
                <a:latin typeface="Teko"/>
                <a:ea typeface="Teko"/>
                <a:cs typeface="Teko"/>
                <a:sym typeface="Teko"/>
              </a:endParaRPr>
            </a:p>
          </p:txBody>
        </p:sp>
        <p:sp>
          <p:nvSpPr>
            <p:cNvPr id="1343" name="Google Shape;1343;p55"/>
            <p:cNvSpPr txBox="1"/>
            <p:nvPr/>
          </p:nvSpPr>
          <p:spPr>
            <a:xfrm>
              <a:off x="3652425" y="3970975"/>
              <a:ext cx="251100" cy="1227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lt1"/>
                  </a:solidFill>
                  <a:latin typeface="Teko"/>
                  <a:ea typeface="Teko"/>
                  <a:cs typeface="Teko"/>
                  <a:sym typeface="Teko"/>
                </a:rPr>
                <a:t>1998</a:t>
              </a:r>
              <a:endParaRPr sz="900">
                <a:solidFill>
                  <a:schemeClr val="lt1"/>
                </a:solidFill>
                <a:latin typeface="Teko"/>
                <a:ea typeface="Teko"/>
                <a:cs typeface="Teko"/>
                <a:sym typeface="Teko"/>
              </a:endParaRPr>
            </a:p>
          </p:txBody>
        </p:sp>
        <p:sp>
          <p:nvSpPr>
            <p:cNvPr id="1344" name="Google Shape;1344;p55"/>
            <p:cNvSpPr txBox="1"/>
            <p:nvPr/>
          </p:nvSpPr>
          <p:spPr>
            <a:xfrm>
              <a:off x="3652425" y="2810350"/>
              <a:ext cx="212100" cy="1137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lt1"/>
                  </a:solidFill>
                  <a:latin typeface="Teko"/>
                  <a:ea typeface="Teko"/>
                  <a:cs typeface="Teko"/>
                  <a:sym typeface="Teko"/>
                </a:rPr>
                <a:t>1998</a:t>
              </a:r>
              <a:endParaRPr sz="900">
                <a:solidFill>
                  <a:schemeClr val="lt1"/>
                </a:solidFill>
                <a:latin typeface="Teko"/>
                <a:ea typeface="Teko"/>
                <a:cs typeface="Teko"/>
                <a:sym typeface="Teko"/>
              </a:endParaRPr>
            </a:p>
          </p:txBody>
        </p:sp>
        <p:grpSp>
          <p:nvGrpSpPr>
            <p:cNvPr id="1345" name="Google Shape;1345;p55"/>
            <p:cNvGrpSpPr/>
            <p:nvPr/>
          </p:nvGrpSpPr>
          <p:grpSpPr>
            <a:xfrm>
              <a:off x="2441751" y="2054875"/>
              <a:ext cx="1323838" cy="1902540"/>
              <a:chOff x="3204150" y="1119132"/>
              <a:chExt cx="876250" cy="1259293"/>
            </a:xfrm>
          </p:grpSpPr>
          <p:sp>
            <p:nvSpPr>
              <p:cNvPr id="1346" name="Google Shape;1346;p55"/>
              <p:cNvSpPr/>
              <p:nvPr/>
            </p:nvSpPr>
            <p:spPr>
              <a:xfrm>
                <a:off x="3528114" y="1119132"/>
                <a:ext cx="266600" cy="243450"/>
              </a:xfrm>
              <a:custGeom>
                <a:avLst/>
                <a:gdLst/>
                <a:ahLst/>
                <a:cxnLst/>
                <a:rect l="l" t="t" r="r" b="b"/>
                <a:pathLst>
                  <a:path w="10664" h="9738" extrusionOk="0">
                    <a:moveTo>
                      <a:pt x="5314" y="1"/>
                    </a:moveTo>
                    <a:cubicBezTo>
                      <a:pt x="3087" y="1"/>
                      <a:pt x="1080" y="1547"/>
                      <a:pt x="579" y="3836"/>
                    </a:cubicBezTo>
                    <a:cubicBezTo>
                      <a:pt x="0" y="6453"/>
                      <a:pt x="1654" y="9044"/>
                      <a:pt x="4271" y="9622"/>
                    </a:cubicBezTo>
                    <a:cubicBezTo>
                      <a:pt x="4628" y="9700"/>
                      <a:pt x="4983" y="9738"/>
                      <a:pt x="5333" y="9738"/>
                    </a:cubicBezTo>
                    <a:cubicBezTo>
                      <a:pt x="7578" y="9738"/>
                      <a:pt x="9585" y="8195"/>
                      <a:pt x="10085" y="5930"/>
                    </a:cubicBezTo>
                    <a:cubicBezTo>
                      <a:pt x="10664" y="3285"/>
                      <a:pt x="9011" y="695"/>
                      <a:pt x="6365" y="116"/>
                    </a:cubicBezTo>
                    <a:cubicBezTo>
                      <a:pt x="6013" y="38"/>
                      <a:pt x="5661" y="1"/>
                      <a:pt x="5314" y="1"/>
                    </a:cubicBezTo>
                    <a:close/>
                  </a:path>
                </a:pathLst>
              </a:custGeom>
              <a:solidFill>
                <a:schemeClr val="dk1"/>
              </a:solidFill>
              <a:ln w="9525" cap="flat" cmpd="sng">
                <a:solidFill>
                  <a:schemeClr val="lt1"/>
                </a:solidFill>
                <a:prstDash val="solid"/>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5"/>
              <p:cNvSpPr/>
              <p:nvPr/>
            </p:nvSpPr>
            <p:spPr>
              <a:xfrm>
                <a:off x="3747719" y="1290531"/>
                <a:ext cx="223847" cy="243352"/>
              </a:xfrm>
              <a:custGeom>
                <a:avLst/>
                <a:gdLst/>
                <a:ahLst/>
                <a:cxnLst/>
                <a:rect l="l" t="t" r="r" b="b"/>
                <a:pathLst>
                  <a:path w="9480" h="9480" fill="none" extrusionOk="0">
                    <a:moveTo>
                      <a:pt x="9479" y="9480"/>
                    </a:moveTo>
                    <a:lnTo>
                      <a:pt x="1" y="1"/>
                    </a:lnTo>
                  </a:path>
                </a:pathLst>
              </a:custGeom>
              <a:noFill/>
              <a:ln w="22050"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5"/>
              <p:cNvSpPr/>
              <p:nvPr/>
            </p:nvSpPr>
            <p:spPr>
              <a:xfrm>
                <a:off x="4029400" y="1604125"/>
                <a:ext cx="51000" cy="25"/>
              </a:xfrm>
              <a:custGeom>
                <a:avLst/>
                <a:gdLst/>
                <a:ahLst/>
                <a:cxnLst/>
                <a:rect l="l" t="t" r="r" b="b"/>
                <a:pathLst>
                  <a:path w="2040" h="1" fill="none" extrusionOk="0">
                    <a:moveTo>
                      <a:pt x="0" y="0"/>
                    </a:moveTo>
                    <a:lnTo>
                      <a:pt x="2039" y="0"/>
                    </a:lnTo>
                  </a:path>
                </a:pathLst>
              </a:custGeom>
              <a:noFill/>
              <a:ln w="13100" cap="flat" cmpd="sng">
                <a:solidFill>
                  <a:schemeClr val="lt1"/>
                </a:solidFill>
                <a:prstDash val="solid"/>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55"/>
              <p:cNvSpPr/>
              <p:nvPr/>
            </p:nvSpPr>
            <p:spPr>
              <a:xfrm>
                <a:off x="3204150" y="1572025"/>
                <a:ext cx="267300" cy="243350"/>
              </a:xfrm>
              <a:custGeom>
                <a:avLst/>
                <a:gdLst/>
                <a:ahLst/>
                <a:cxnLst/>
                <a:rect l="l" t="t" r="r" b="b"/>
                <a:pathLst>
                  <a:path w="10692" h="9734" extrusionOk="0">
                    <a:moveTo>
                      <a:pt x="5371" y="0"/>
                    </a:moveTo>
                    <a:cubicBezTo>
                      <a:pt x="3157" y="0"/>
                      <a:pt x="1150" y="1516"/>
                      <a:pt x="606" y="3764"/>
                    </a:cubicBezTo>
                    <a:cubicBezTo>
                      <a:pt x="0" y="6382"/>
                      <a:pt x="1626" y="8999"/>
                      <a:pt x="4243" y="9605"/>
                    </a:cubicBezTo>
                    <a:cubicBezTo>
                      <a:pt x="4614" y="9692"/>
                      <a:pt x="4985" y="9734"/>
                      <a:pt x="5352" y="9734"/>
                    </a:cubicBezTo>
                    <a:cubicBezTo>
                      <a:pt x="7548" y="9734"/>
                      <a:pt x="9565" y="8239"/>
                      <a:pt x="10085" y="5996"/>
                    </a:cubicBezTo>
                    <a:cubicBezTo>
                      <a:pt x="10691" y="3378"/>
                      <a:pt x="9093" y="761"/>
                      <a:pt x="6475" y="127"/>
                    </a:cubicBezTo>
                    <a:cubicBezTo>
                      <a:pt x="6105" y="41"/>
                      <a:pt x="5735" y="0"/>
                      <a:pt x="5371" y="0"/>
                    </a:cubicBezTo>
                    <a:close/>
                  </a:path>
                </a:pathLst>
              </a:custGeom>
              <a:solidFill>
                <a:schemeClr val="dk1"/>
              </a:solidFill>
              <a:ln w="9525" cap="flat" cmpd="sng">
                <a:solidFill>
                  <a:schemeClr val="lt1"/>
                </a:solidFill>
                <a:prstDash val="solid"/>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55"/>
              <p:cNvSpPr/>
              <p:nvPr/>
            </p:nvSpPr>
            <p:spPr>
              <a:xfrm>
                <a:off x="3427325" y="1766675"/>
                <a:ext cx="538025" cy="541475"/>
              </a:xfrm>
              <a:custGeom>
                <a:avLst/>
                <a:gdLst/>
                <a:ahLst/>
                <a:cxnLst/>
                <a:rect l="l" t="t" r="r" b="b"/>
                <a:pathLst>
                  <a:path w="21521" h="21659" fill="none" extrusionOk="0">
                    <a:moveTo>
                      <a:pt x="21520" y="21658"/>
                    </a:moveTo>
                    <a:lnTo>
                      <a:pt x="1" y="1"/>
                    </a:lnTo>
                  </a:path>
                </a:pathLst>
              </a:custGeom>
              <a:noFill/>
              <a:ln w="22050" cap="flat" cmpd="sng">
                <a:solidFill>
                  <a:schemeClr val="lt1"/>
                </a:solidFill>
                <a:prstDash val="dot"/>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55"/>
              <p:cNvSpPr/>
              <p:nvPr/>
            </p:nvSpPr>
            <p:spPr>
              <a:xfrm>
                <a:off x="4029400" y="2378400"/>
                <a:ext cx="51000" cy="25"/>
              </a:xfrm>
              <a:custGeom>
                <a:avLst/>
                <a:gdLst/>
                <a:ahLst/>
                <a:cxnLst/>
                <a:rect l="l" t="t" r="r" b="b"/>
                <a:pathLst>
                  <a:path w="2040" h="1" fill="none" extrusionOk="0">
                    <a:moveTo>
                      <a:pt x="0" y="0"/>
                    </a:moveTo>
                    <a:lnTo>
                      <a:pt x="2039" y="0"/>
                    </a:lnTo>
                  </a:path>
                </a:pathLst>
              </a:custGeom>
              <a:solidFill>
                <a:schemeClr val="lt1"/>
              </a:solidFill>
              <a:ln w="13100" cap="flat" cmpd="sng">
                <a:solidFill>
                  <a:schemeClr val="lt1"/>
                </a:solidFill>
                <a:prstDash val="solid"/>
                <a:miter lim="275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2" name="Google Shape;1352;p55"/>
          <p:cNvSpPr/>
          <p:nvPr/>
        </p:nvSpPr>
        <p:spPr>
          <a:xfrm>
            <a:off x="799919" y="1684212"/>
            <a:ext cx="1543635" cy="1283884"/>
          </a:xfrm>
          <a:custGeom>
            <a:avLst/>
            <a:gdLst/>
            <a:ahLst/>
            <a:cxnLst/>
            <a:rect l="l" t="t" r="r" b="b"/>
            <a:pathLst>
              <a:path w="41112" h="34194" extrusionOk="0">
                <a:moveTo>
                  <a:pt x="7773" y="8817"/>
                </a:moveTo>
                <a:lnTo>
                  <a:pt x="7773" y="8817"/>
                </a:lnTo>
                <a:cubicBezTo>
                  <a:pt x="11429" y="11186"/>
                  <a:pt x="14051" y="12658"/>
                  <a:pt x="15960" y="13733"/>
                </a:cubicBezTo>
                <a:lnTo>
                  <a:pt x="15960" y="13733"/>
                </a:lnTo>
                <a:cubicBezTo>
                  <a:pt x="15758" y="13558"/>
                  <a:pt x="15549" y="13376"/>
                  <a:pt x="15332" y="13187"/>
                </a:cubicBezTo>
                <a:lnTo>
                  <a:pt x="15332" y="13187"/>
                </a:lnTo>
                <a:cubicBezTo>
                  <a:pt x="13367" y="12166"/>
                  <a:pt x="10847" y="10809"/>
                  <a:pt x="7773" y="8817"/>
                </a:cubicBezTo>
                <a:close/>
                <a:moveTo>
                  <a:pt x="33339" y="2"/>
                </a:moveTo>
                <a:cubicBezTo>
                  <a:pt x="26164" y="9589"/>
                  <a:pt x="22007" y="13610"/>
                  <a:pt x="20871" y="15933"/>
                </a:cubicBezTo>
                <a:lnTo>
                  <a:pt x="20871" y="15933"/>
                </a:lnTo>
                <a:cubicBezTo>
                  <a:pt x="20874" y="15953"/>
                  <a:pt x="20877" y="15972"/>
                  <a:pt x="20880" y="15992"/>
                </a:cubicBezTo>
                <a:lnTo>
                  <a:pt x="20880" y="15992"/>
                </a:lnTo>
                <a:cubicBezTo>
                  <a:pt x="21163" y="15505"/>
                  <a:pt x="21628" y="14990"/>
                  <a:pt x="22275" y="14409"/>
                </a:cubicBezTo>
                <a:lnTo>
                  <a:pt x="22275" y="14409"/>
                </a:lnTo>
                <a:cubicBezTo>
                  <a:pt x="24359" y="11684"/>
                  <a:pt x="28190" y="6882"/>
                  <a:pt x="33339" y="2"/>
                </a:cubicBezTo>
                <a:close/>
                <a:moveTo>
                  <a:pt x="20550" y="17079"/>
                </a:moveTo>
                <a:cubicBezTo>
                  <a:pt x="20550" y="17079"/>
                  <a:pt x="20550" y="17079"/>
                  <a:pt x="20550" y="17079"/>
                </a:cubicBezTo>
                <a:lnTo>
                  <a:pt x="20550" y="17079"/>
                </a:lnTo>
                <a:cubicBezTo>
                  <a:pt x="20550" y="17080"/>
                  <a:pt x="20550" y="17081"/>
                  <a:pt x="20550" y="17082"/>
                </a:cubicBezTo>
                <a:lnTo>
                  <a:pt x="20550" y="17082"/>
                </a:lnTo>
                <a:cubicBezTo>
                  <a:pt x="20550" y="17082"/>
                  <a:pt x="20550" y="17082"/>
                  <a:pt x="20550" y="17082"/>
                </a:cubicBezTo>
                <a:lnTo>
                  <a:pt x="20550" y="17082"/>
                </a:lnTo>
                <a:cubicBezTo>
                  <a:pt x="20550" y="17081"/>
                  <a:pt x="20550" y="17080"/>
                  <a:pt x="20550" y="17079"/>
                </a:cubicBezTo>
                <a:close/>
                <a:moveTo>
                  <a:pt x="20550" y="17089"/>
                </a:moveTo>
                <a:cubicBezTo>
                  <a:pt x="20550" y="17089"/>
                  <a:pt x="20550" y="17089"/>
                  <a:pt x="20550" y="17089"/>
                </a:cubicBezTo>
                <a:cubicBezTo>
                  <a:pt x="20550" y="17090"/>
                  <a:pt x="20550" y="17091"/>
                  <a:pt x="20550" y="17091"/>
                </a:cubicBezTo>
                <a:lnTo>
                  <a:pt x="20550" y="17091"/>
                </a:lnTo>
                <a:cubicBezTo>
                  <a:pt x="20550" y="17091"/>
                  <a:pt x="20550" y="17090"/>
                  <a:pt x="20550" y="17089"/>
                </a:cubicBezTo>
                <a:close/>
                <a:moveTo>
                  <a:pt x="2" y="0"/>
                </a:moveTo>
                <a:cubicBezTo>
                  <a:pt x="7159" y="5949"/>
                  <a:pt x="12074" y="10344"/>
                  <a:pt x="15332" y="13187"/>
                </a:cubicBezTo>
                <a:lnTo>
                  <a:pt x="15332" y="13187"/>
                </a:lnTo>
                <a:cubicBezTo>
                  <a:pt x="17629" y="14380"/>
                  <a:pt x="19169" y="15113"/>
                  <a:pt x="19953" y="15860"/>
                </a:cubicBezTo>
                <a:lnTo>
                  <a:pt x="19953" y="15860"/>
                </a:lnTo>
                <a:cubicBezTo>
                  <a:pt x="20112" y="16288"/>
                  <a:pt x="20288" y="16659"/>
                  <a:pt x="20496" y="16995"/>
                </a:cubicBezTo>
                <a:lnTo>
                  <a:pt x="20496" y="16995"/>
                </a:lnTo>
                <a:cubicBezTo>
                  <a:pt x="20496" y="16997"/>
                  <a:pt x="20496" y="16999"/>
                  <a:pt x="20495" y="17001"/>
                </a:cubicBezTo>
                <a:lnTo>
                  <a:pt x="20495" y="17001"/>
                </a:lnTo>
                <a:cubicBezTo>
                  <a:pt x="19710" y="15853"/>
                  <a:pt x="18432" y="15125"/>
                  <a:pt x="15960" y="13733"/>
                </a:cubicBezTo>
                <a:lnTo>
                  <a:pt x="15960" y="13733"/>
                </a:lnTo>
                <a:cubicBezTo>
                  <a:pt x="18507" y="15941"/>
                  <a:pt x="19918" y="17060"/>
                  <a:pt x="20539" y="17089"/>
                </a:cubicBezTo>
                <a:lnTo>
                  <a:pt x="20539" y="17089"/>
                </a:lnTo>
                <a:cubicBezTo>
                  <a:pt x="20542" y="17089"/>
                  <a:pt x="20546" y="17089"/>
                  <a:pt x="20550" y="17089"/>
                </a:cubicBezTo>
                <a:lnTo>
                  <a:pt x="20550" y="17089"/>
                </a:lnTo>
                <a:cubicBezTo>
                  <a:pt x="20550" y="17089"/>
                  <a:pt x="20550" y="17089"/>
                  <a:pt x="20550" y="17089"/>
                </a:cubicBezTo>
                <a:lnTo>
                  <a:pt x="20550" y="17089"/>
                </a:lnTo>
                <a:cubicBezTo>
                  <a:pt x="20550" y="17089"/>
                  <a:pt x="20550" y="17089"/>
                  <a:pt x="20550" y="17089"/>
                </a:cubicBezTo>
                <a:lnTo>
                  <a:pt x="20550" y="17089"/>
                </a:lnTo>
                <a:cubicBezTo>
                  <a:pt x="20550" y="17089"/>
                  <a:pt x="20550" y="17089"/>
                  <a:pt x="20550" y="17089"/>
                </a:cubicBezTo>
                <a:lnTo>
                  <a:pt x="20550" y="17089"/>
                </a:lnTo>
                <a:cubicBezTo>
                  <a:pt x="20551" y="17089"/>
                  <a:pt x="20552" y="17089"/>
                  <a:pt x="20554" y="17089"/>
                </a:cubicBezTo>
                <a:lnTo>
                  <a:pt x="20554" y="17089"/>
                </a:lnTo>
                <a:cubicBezTo>
                  <a:pt x="20554" y="17089"/>
                  <a:pt x="20554" y="17089"/>
                  <a:pt x="20554" y="17089"/>
                </a:cubicBezTo>
                <a:lnTo>
                  <a:pt x="20554" y="17089"/>
                </a:lnTo>
                <a:cubicBezTo>
                  <a:pt x="20554" y="17089"/>
                  <a:pt x="20554" y="17089"/>
                  <a:pt x="20554" y="17089"/>
                </a:cubicBezTo>
                <a:lnTo>
                  <a:pt x="20554" y="17089"/>
                </a:lnTo>
                <a:cubicBezTo>
                  <a:pt x="20555" y="17089"/>
                  <a:pt x="20556" y="17089"/>
                  <a:pt x="20556" y="17089"/>
                </a:cubicBezTo>
                <a:lnTo>
                  <a:pt x="20556" y="17089"/>
                </a:lnTo>
                <a:cubicBezTo>
                  <a:pt x="20556" y="17089"/>
                  <a:pt x="20556" y="17089"/>
                  <a:pt x="20556" y="17089"/>
                </a:cubicBezTo>
                <a:lnTo>
                  <a:pt x="20556" y="17089"/>
                </a:lnTo>
                <a:cubicBezTo>
                  <a:pt x="20556" y="17089"/>
                  <a:pt x="20555" y="17089"/>
                  <a:pt x="20554" y="17089"/>
                </a:cubicBezTo>
                <a:lnTo>
                  <a:pt x="20554" y="17089"/>
                </a:lnTo>
                <a:cubicBezTo>
                  <a:pt x="20556" y="17092"/>
                  <a:pt x="20557" y="17094"/>
                  <a:pt x="20559" y="17096"/>
                </a:cubicBezTo>
                <a:lnTo>
                  <a:pt x="20559" y="17096"/>
                </a:lnTo>
                <a:cubicBezTo>
                  <a:pt x="20560" y="17096"/>
                  <a:pt x="20560" y="17096"/>
                  <a:pt x="20561" y="17096"/>
                </a:cubicBezTo>
                <a:lnTo>
                  <a:pt x="20561" y="17096"/>
                </a:lnTo>
                <a:cubicBezTo>
                  <a:pt x="20559" y="17094"/>
                  <a:pt x="20558" y="17092"/>
                  <a:pt x="20556" y="17089"/>
                </a:cubicBezTo>
                <a:lnTo>
                  <a:pt x="20556" y="17089"/>
                </a:lnTo>
                <a:cubicBezTo>
                  <a:pt x="20559" y="17089"/>
                  <a:pt x="20561" y="17089"/>
                  <a:pt x="20563" y="17089"/>
                </a:cubicBezTo>
                <a:lnTo>
                  <a:pt x="20563" y="17089"/>
                </a:lnTo>
                <a:cubicBezTo>
                  <a:pt x="20563" y="17092"/>
                  <a:pt x="20563" y="17094"/>
                  <a:pt x="20563" y="17096"/>
                </a:cubicBezTo>
                <a:lnTo>
                  <a:pt x="20563" y="17096"/>
                </a:lnTo>
                <a:cubicBezTo>
                  <a:pt x="20563" y="17094"/>
                  <a:pt x="20563" y="17092"/>
                  <a:pt x="20563" y="17089"/>
                </a:cubicBezTo>
                <a:lnTo>
                  <a:pt x="20563" y="17089"/>
                </a:lnTo>
                <a:cubicBezTo>
                  <a:pt x="20563" y="17089"/>
                  <a:pt x="20563" y="17089"/>
                  <a:pt x="20563" y="17089"/>
                </a:cubicBezTo>
                <a:cubicBezTo>
                  <a:pt x="20674" y="17089"/>
                  <a:pt x="20759" y="17052"/>
                  <a:pt x="20818" y="16977"/>
                </a:cubicBezTo>
                <a:lnTo>
                  <a:pt x="20818" y="16977"/>
                </a:lnTo>
                <a:cubicBezTo>
                  <a:pt x="22253" y="16128"/>
                  <a:pt x="28515" y="10469"/>
                  <a:pt x="41110" y="0"/>
                </a:cubicBezTo>
                <a:lnTo>
                  <a:pt x="41110" y="0"/>
                </a:lnTo>
                <a:cubicBezTo>
                  <a:pt x="31374" y="8092"/>
                  <a:pt x="25096" y="11875"/>
                  <a:pt x="22275" y="14409"/>
                </a:cubicBezTo>
                <a:lnTo>
                  <a:pt x="22275" y="14409"/>
                </a:lnTo>
                <a:cubicBezTo>
                  <a:pt x="21671" y="15199"/>
                  <a:pt x="21214" y="15814"/>
                  <a:pt x="20914" y="16254"/>
                </a:cubicBezTo>
                <a:lnTo>
                  <a:pt x="20914" y="16254"/>
                </a:lnTo>
                <a:cubicBezTo>
                  <a:pt x="20906" y="16173"/>
                  <a:pt x="20895" y="16085"/>
                  <a:pt x="20880" y="15992"/>
                </a:cubicBezTo>
                <a:lnTo>
                  <a:pt x="20880" y="15992"/>
                </a:lnTo>
                <a:cubicBezTo>
                  <a:pt x="20718" y="16270"/>
                  <a:pt x="20616" y="16538"/>
                  <a:pt x="20573" y="16804"/>
                </a:cubicBezTo>
                <a:lnTo>
                  <a:pt x="20573" y="16804"/>
                </a:lnTo>
                <a:cubicBezTo>
                  <a:pt x="20573" y="16804"/>
                  <a:pt x="20573" y="16804"/>
                  <a:pt x="20573" y="16804"/>
                </a:cubicBezTo>
                <a:lnTo>
                  <a:pt x="20573" y="16804"/>
                </a:lnTo>
                <a:cubicBezTo>
                  <a:pt x="20615" y="16539"/>
                  <a:pt x="20714" y="16252"/>
                  <a:pt x="20871" y="15933"/>
                </a:cubicBezTo>
                <a:lnTo>
                  <a:pt x="20871" y="15933"/>
                </a:lnTo>
                <a:cubicBezTo>
                  <a:pt x="20507" y="13740"/>
                  <a:pt x="18479" y="8429"/>
                  <a:pt x="16451" y="1"/>
                </a:cubicBezTo>
                <a:lnTo>
                  <a:pt x="16451" y="1"/>
                </a:lnTo>
                <a:cubicBezTo>
                  <a:pt x="18582" y="8855"/>
                  <a:pt x="19032" y="12962"/>
                  <a:pt x="19786" y="15368"/>
                </a:cubicBezTo>
                <a:lnTo>
                  <a:pt x="19786" y="15368"/>
                </a:lnTo>
                <a:cubicBezTo>
                  <a:pt x="17639" y="12813"/>
                  <a:pt x="11044" y="9178"/>
                  <a:pt x="2" y="0"/>
                </a:cubicBezTo>
                <a:close/>
                <a:moveTo>
                  <a:pt x="20563" y="17096"/>
                </a:moveTo>
                <a:cubicBezTo>
                  <a:pt x="20563" y="17097"/>
                  <a:pt x="20563" y="17098"/>
                  <a:pt x="20563" y="17099"/>
                </a:cubicBezTo>
                <a:lnTo>
                  <a:pt x="20563" y="17099"/>
                </a:lnTo>
                <a:cubicBezTo>
                  <a:pt x="20563" y="17099"/>
                  <a:pt x="20563" y="17099"/>
                  <a:pt x="20563" y="17099"/>
                </a:cubicBezTo>
                <a:lnTo>
                  <a:pt x="20563" y="17099"/>
                </a:lnTo>
                <a:cubicBezTo>
                  <a:pt x="20563" y="17098"/>
                  <a:pt x="20563" y="17097"/>
                  <a:pt x="20563" y="17096"/>
                </a:cubicBezTo>
                <a:close/>
                <a:moveTo>
                  <a:pt x="20506" y="17543"/>
                </a:moveTo>
                <a:cubicBezTo>
                  <a:pt x="20459" y="17740"/>
                  <a:pt x="20380" y="17950"/>
                  <a:pt x="20272" y="18178"/>
                </a:cubicBezTo>
                <a:lnTo>
                  <a:pt x="20272" y="18178"/>
                </a:lnTo>
                <a:cubicBezTo>
                  <a:pt x="20270" y="18163"/>
                  <a:pt x="20268" y="18149"/>
                  <a:pt x="20266" y="18134"/>
                </a:cubicBezTo>
                <a:lnTo>
                  <a:pt x="20266" y="18134"/>
                </a:lnTo>
                <a:cubicBezTo>
                  <a:pt x="19987" y="18639"/>
                  <a:pt x="19509" y="19173"/>
                  <a:pt x="18834" y="19779"/>
                </a:cubicBezTo>
                <a:lnTo>
                  <a:pt x="18834" y="19779"/>
                </a:lnTo>
                <a:cubicBezTo>
                  <a:pt x="19468" y="18950"/>
                  <a:pt x="19941" y="18313"/>
                  <a:pt x="20241" y="17869"/>
                </a:cubicBezTo>
                <a:lnTo>
                  <a:pt x="20241" y="17869"/>
                </a:lnTo>
                <a:cubicBezTo>
                  <a:pt x="20246" y="17951"/>
                  <a:pt x="20255" y="18039"/>
                  <a:pt x="20266" y="18134"/>
                </a:cubicBezTo>
                <a:lnTo>
                  <a:pt x="20266" y="18134"/>
                </a:lnTo>
                <a:cubicBezTo>
                  <a:pt x="20378" y="17934"/>
                  <a:pt x="20458" y="17737"/>
                  <a:pt x="20506" y="17543"/>
                </a:cubicBezTo>
                <a:close/>
                <a:moveTo>
                  <a:pt x="20623" y="17199"/>
                </a:moveTo>
                <a:lnTo>
                  <a:pt x="20623" y="17199"/>
                </a:lnTo>
                <a:cubicBezTo>
                  <a:pt x="20631" y="17207"/>
                  <a:pt x="20639" y="17216"/>
                  <a:pt x="20648" y="17226"/>
                </a:cubicBezTo>
                <a:lnTo>
                  <a:pt x="20648" y="17226"/>
                </a:lnTo>
                <a:cubicBezTo>
                  <a:pt x="21057" y="17813"/>
                  <a:pt x="21586" y="18304"/>
                  <a:pt x="22325" y="18840"/>
                </a:cubicBezTo>
                <a:lnTo>
                  <a:pt x="22325" y="18840"/>
                </a:lnTo>
                <a:cubicBezTo>
                  <a:pt x="22693" y="19186"/>
                  <a:pt x="23118" y="19584"/>
                  <a:pt x="23599" y="20032"/>
                </a:cubicBezTo>
                <a:lnTo>
                  <a:pt x="23599" y="20032"/>
                </a:lnTo>
                <a:cubicBezTo>
                  <a:pt x="22474" y="19392"/>
                  <a:pt x="21661" y="18883"/>
                  <a:pt x="21158" y="18377"/>
                </a:cubicBezTo>
                <a:lnTo>
                  <a:pt x="21158" y="18377"/>
                </a:lnTo>
                <a:cubicBezTo>
                  <a:pt x="21006" y="17927"/>
                  <a:pt x="20833" y="17543"/>
                  <a:pt x="20623" y="17199"/>
                </a:cubicBezTo>
                <a:close/>
                <a:moveTo>
                  <a:pt x="24395" y="20219"/>
                </a:moveTo>
                <a:cubicBezTo>
                  <a:pt x="24692" y="20466"/>
                  <a:pt x="25006" y="20729"/>
                  <a:pt x="25338" y="21006"/>
                </a:cubicBezTo>
                <a:lnTo>
                  <a:pt x="25338" y="21006"/>
                </a:lnTo>
                <a:cubicBezTo>
                  <a:pt x="25228" y="20945"/>
                  <a:pt x="25121" y="20885"/>
                  <a:pt x="25015" y="20826"/>
                </a:cubicBezTo>
                <a:lnTo>
                  <a:pt x="25015" y="20826"/>
                </a:lnTo>
                <a:cubicBezTo>
                  <a:pt x="24800" y="20615"/>
                  <a:pt x="24593" y="20412"/>
                  <a:pt x="24395" y="20219"/>
                </a:cubicBezTo>
                <a:close/>
                <a:moveTo>
                  <a:pt x="20550" y="17091"/>
                </a:moveTo>
                <a:cubicBezTo>
                  <a:pt x="20550" y="17093"/>
                  <a:pt x="20550" y="17095"/>
                  <a:pt x="20550" y="17097"/>
                </a:cubicBezTo>
                <a:lnTo>
                  <a:pt x="20550" y="17097"/>
                </a:lnTo>
                <a:cubicBezTo>
                  <a:pt x="20542" y="17098"/>
                  <a:pt x="20533" y="17099"/>
                  <a:pt x="20524" y="17102"/>
                </a:cubicBezTo>
                <a:lnTo>
                  <a:pt x="20524" y="17102"/>
                </a:lnTo>
                <a:cubicBezTo>
                  <a:pt x="20468" y="17108"/>
                  <a:pt x="20420" y="17127"/>
                  <a:pt x="20381" y="17161"/>
                </a:cubicBezTo>
                <a:lnTo>
                  <a:pt x="20381" y="17161"/>
                </a:lnTo>
                <a:cubicBezTo>
                  <a:pt x="19126" y="17816"/>
                  <a:pt x="12868" y="23484"/>
                  <a:pt x="1" y="34166"/>
                </a:cubicBezTo>
                <a:cubicBezTo>
                  <a:pt x="9734" y="26087"/>
                  <a:pt x="16011" y="22309"/>
                  <a:pt x="18834" y="19779"/>
                </a:cubicBezTo>
                <a:lnTo>
                  <a:pt x="18834" y="19779"/>
                </a:lnTo>
                <a:cubicBezTo>
                  <a:pt x="16749" y="22501"/>
                  <a:pt x="12919" y="27297"/>
                  <a:pt x="7771" y="34166"/>
                </a:cubicBezTo>
                <a:cubicBezTo>
                  <a:pt x="15012" y="24504"/>
                  <a:pt x="19179" y="20468"/>
                  <a:pt x="20272" y="18178"/>
                </a:cubicBezTo>
                <a:lnTo>
                  <a:pt x="20272" y="18178"/>
                </a:lnTo>
                <a:cubicBezTo>
                  <a:pt x="20552" y="20320"/>
                  <a:pt x="22353" y="25659"/>
                  <a:pt x="24138" y="34194"/>
                </a:cubicBezTo>
                <a:cubicBezTo>
                  <a:pt x="22274" y="25279"/>
                  <a:pt x="21973" y="21147"/>
                  <a:pt x="21278" y="18757"/>
                </a:cubicBezTo>
                <a:lnTo>
                  <a:pt x="21278" y="18757"/>
                </a:lnTo>
                <a:cubicBezTo>
                  <a:pt x="22328" y="20040"/>
                  <a:pt x="24514" y="21588"/>
                  <a:pt x="27837" y="23978"/>
                </a:cubicBezTo>
                <a:lnTo>
                  <a:pt x="27837" y="23978"/>
                </a:lnTo>
                <a:cubicBezTo>
                  <a:pt x="30671" y="26616"/>
                  <a:pt x="34316" y="30012"/>
                  <a:pt x="38742" y="34166"/>
                </a:cubicBezTo>
                <a:cubicBezTo>
                  <a:pt x="34835" y="30499"/>
                  <a:pt x="31685" y="27423"/>
                  <a:pt x="29168" y="24937"/>
                </a:cubicBezTo>
                <a:lnTo>
                  <a:pt x="29168" y="24937"/>
                </a:lnTo>
                <a:cubicBezTo>
                  <a:pt x="32297" y="27202"/>
                  <a:pt x="36278" y="30154"/>
                  <a:pt x="41112" y="34166"/>
                </a:cubicBezTo>
                <a:cubicBezTo>
                  <a:pt x="33964" y="28233"/>
                  <a:pt x="28735" y="23846"/>
                  <a:pt x="25338" y="21006"/>
                </a:cubicBezTo>
                <a:lnTo>
                  <a:pt x="25338" y="21006"/>
                </a:lnTo>
                <a:cubicBezTo>
                  <a:pt x="27363" y="22138"/>
                  <a:pt x="30031" y="23661"/>
                  <a:pt x="33342" y="25955"/>
                </a:cubicBezTo>
                <a:cubicBezTo>
                  <a:pt x="29103" y="23018"/>
                  <a:pt x="26267" y="21344"/>
                  <a:pt x="24313" y="20139"/>
                </a:cubicBezTo>
                <a:lnTo>
                  <a:pt x="24313" y="20139"/>
                </a:lnTo>
                <a:cubicBezTo>
                  <a:pt x="24340" y="20165"/>
                  <a:pt x="24368" y="20192"/>
                  <a:pt x="24395" y="20219"/>
                </a:cubicBezTo>
                <a:lnTo>
                  <a:pt x="24395" y="20219"/>
                </a:lnTo>
                <a:cubicBezTo>
                  <a:pt x="24350" y="20181"/>
                  <a:pt x="24305" y="20143"/>
                  <a:pt x="24261" y="20106"/>
                </a:cubicBezTo>
                <a:lnTo>
                  <a:pt x="24261" y="20106"/>
                </a:lnTo>
                <a:cubicBezTo>
                  <a:pt x="24278" y="20117"/>
                  <a:pt x="24296" y="20128"/>
                  <a:pt x="24313" y="20139"/>
                </a:cubicBezTo>
                <a:lnTo>
                  <a:pt x="24313" y="20139"/>
                </a:lnTo>
                <a:cubicBezTo>
                  <a:pt x="22273" y="18151"/>
                  <a:pt x="21118" y="17138"/>
                  <a:pt x="20590" y="17101"/>
                </a:cubicBezTo>
                <a:lnTo>
                  <a:pt x="20590" y="17101"/>
                </a:lnTo>
                <a:cubicBezTo>
                  <a:pt x="20583" y="17098"/>
                  <a:pt x="20574" y="17096"/>
                  <a:pt x="20563" y="17096"/>
                </a:cubicBezTo>
                <a:cubicBezTo>
                  <a:pt x="20562" y="17096"/>
                  <a:pt x="20562" y="17096"/>
                  <a:pt x="20561" y="17096"/>
                </a:cubicBezTo>
                <a:lnTo>
                  <a:pt x="20561" y="17096"/>
                </a:lnTo>
                <a:cubicBezTo>
                  <a:pt x="20561" y="17097"/>
                  <a:pt x="20562" y="17098"/>
                  <a:pt x="20562" y="17099"/>
                </a:cubicBezTo>
                <a:lnTo>
                  <a:pt x="20562" y="17099"/>
                </a:lnTo>
                <a:cubicBezTo>
                  <a:pt x="20561" y="17098"/>
                  <a:pt x="20561" y="17098"/>
                  <a:pt x="20560" y="17098"/>
                </a:cubicBezTo>
                <a:lnTo>
                  <a:pt x="20560" y="17098"/>
                </a:lnTo>
                <a:cubicBezTo>
                  <a:pt x="20559" y="17097"/>
                  <a:pt x="20559" y="17097"/>
                  <a:pt x="20559" y="17096"/>
                </a:cubicBezTo>
                <a:lnTo>
                  <a:pt x="20559" y="17096"/>
                </a:lnTo>
                <a:cubicBezTo>
                  <a:pt x="20558" y="17096"/>
                  <a:pt x="20557" y="17097"/>
                  <a:pt x="20556" y="17097"/>
                </a:cubicBezTo>
                <a:lnTo>
                  <a:pt x="20556" y="17097"/>
                </a:lnTo>
                <a:cubicBezTo>
                  <a:pt x="20555" y="17096"/>
                  <a:pt x="20554" y="17096"/>
                  <a:pt x="20553" y="17096"/>
                </a:cubicBezTo>
                <a:cubicBezTo>
                  <a:pt x="20552" y="17096"/>
                  <a:pt x="20551" y="17097"/>
                  <a:pt x="20550" y="17097"/>
                </a:cubicBezTo>
                <a:lnTo>
                  <a:pt x="20550" y="17097"/>
                </a:lnTo>
                <a:cubicBezTo>
                  <a:pt x="20550" y="17097"/>
                  <a:pt x="20550" y="17097"/>
                  <a:pt x="20550" y="17097"/>
                </a:cubicBezTo>
                <a:lnTo>
                  <a:pt x="20550" y="17097"/>
                </a:lnTo>
                <a:cubicBezTo>
                  <a:pt x="20550" y="17095"/>
                  <a:pt x="20550" y="17093"/>
                  <a:pt x="20550" y="17091"/>
                </a:cubicBezTo>
                <a:close/>
              </a:path>
            </a:pathLst>
          </a:custGeom>
          <a:gradFill>
            <a:gsLst>
              <a:gs pos="0">
                <a:srgbClr val="B45F06"/>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352"/>
                                        </p:tgtEl>
                                        <p:attrNameLst>
                                          <p:attrName>style.visibility</p:attrName>
                                        </p:attrNameLst>
                                      </p:cBhvr>
                                      <p:to>
                                        <p:strVal val="visible"/>
                                      </p:to>
                                    </p:set>
                                    <p:anim calcmode="lin" valueType="num">
                                      <p:cBhvr additive="base">
                                        <p:cTn id="7" dur="1500"/>
                                        <p:tgtEl>
                                          <p:spTgt spid="1352"/>
                                        </p:tgtEl>
                                        <p:attrNameLst>
                                          <p:attrName>ppt_w</p:attrName>
                                        </p:attrNameLst>
                                      </p:cBhvr>
                                      <p:tavLst>
                                        <p:tav tm="0">
                                          <p:val>
                                            <p:strVal val="0"/>
                                          </p:val>
                                        </p:tav>
                                        <p:tav tm="100000">
                                          <p:val>
                                            <p:strVal val="#ppt_w"/>
                                          </p:val>
                                        </p:tav>
                                      </p:tavLst>
                                    </p:anim>
                                    <p:anim calcmode="lin" valueType="num">
                                      <p:cBhvr additive="base">
                                        <p:cTn id="8" dur="1500"/>
                                        <p:tgtEl>
                                          <p:spTgt spid="1352"/>
                                        </p:tgtEl>
                                        <p:attrNameLst>
                                          <p:attrName>ppt_h</p:attrName>
                                        </p:attrNameLst>
                                      </p:cBhvr>
                                      <p:tavLst>
                                        <p:tav tm="0">
                                          <p:val>
                                            <p:strVal val="0"/>
                                          </p:val>
                                        </p:tav>
                                        <p:tav tm="100000">
                                          <p:val>
                                            <p:strVal val="#ppt_h"/>
                                          </p:val>
                                        </p:tav>
                                      </p:tavLst>
                                    </p:anim>
                                  </p:childTnLst>
                                </p:cTn>
                              </p:par>
                            </p:childTnLst>
                          </p:cTn>
                        </p:par>
                        <p:par>
                          <p:cTn id="9" fill="hold">
                            <p:stCondLst>
                              <p:cond delay="1500"/>
                            </p:stCondLst>
                            <p:childTnLst>
                              <p:par>
                                <p:cTn id="10" presetID="23" presetClass="exit" presetSubtype="32" fill="hold" nodeType="afterEffect">
                                  <p:stCondLst>
                                    <p:cond delay="0"/>
                                  </p:stCondLst>
                                  <p:childTnLst>
                                    <p:anim calcmode="lin" valueType="num">
                                      <p:cBhvr additive="base">
                                        <p:cTn id="11" dur="1500"/>
                                        <p:tgtEl>
                                          <p:spTgt spid="1352"/>
                                        </p:tgtEl>
                                        <p:attrNameLst>
                                          <p:attrName>ppt_w</p:attrName>
                                        </p:attrNameLst>
                                      </p:cBhvr>
                                      <p:tavLst>
                                        <p:tav tm="0">
                                          <p:val>
                                            <p:strVal val="#ppt_w"/>
                                          </p:val>
                                        </p:tav>
                                        <p:tav tm="100000">
                                          <p:val>
                                            <p:strVal val="0"/>
                                          </p:val>
                                        </p:tav>
                                      </p:tavLst>
                                    </p:anim>
                                    <p:anim calcmode="lin" valueType="num">
                                      <p:cBhvr additive="base">
                                        <p:cTn id="12" dur="1500"/>
                                        <p:tgtEl>
                                          <p:spTgt spid="1352"/>
                                        </p:tgtEl>
                                        <p:attrNameLst>
                                          <p:attrName>ppt_h</p:attrName>
                                        </p:attrNameLst>
                                      </p:cBhvr>
                                      <p:tavLst>
                                        <p:tav tm="0">
                                          <p:val>
                                            <p:strVal val="#ppt_h"/>
                                          </p:val>
                                        </p:tav>
                                        <p:tav tm="100000">
                                          <p:val>
                                            <p:strVal val="0"/>
                                          </p:val>
                                        </p:tav>
                                      </p:tavLst>
                                    </p:anim>
                                    <p:set>
                                      <p:cBhvr>
                                        <p:cTn id="13" dur="1" fill="hold">
                                          <p:stCondLst>
                                            <p:cond delay="1500"/>
                                          </p:stCondLst>
                                        </p:cTn>
                                        <p:tgtEl>
                                          <p:spTgt spid="1352"/>
                                        </p:tgtEl>
                                        <p:attrNameLst>
                                          <p:attrName>style.visibility</p:attrName>
                                        </p:attrNameLst>
                                      </p:cBhvr>
                                      <p:to>
                                        <p:strVal val="hidden"/>
                                      </p:to>
                                    </p:set>
                                  </p:childTnLst>
                                </p:cTn>
                              </p:par>
                            </p:childTnLst>
                          </p:cTn>
                        </p:par>
                        <p:par>
                          <p:cTn id="14" fill="hold">
                            <p:stCondLst>
                              <p:cond delay="3000"/>
                            </p:stCondLst>
                            <p:childTnLst>
                              <p:par>
                                <p:cTn id="15" presetID="23" presetClass="entr" presetSubtype="16" fill="hold" nodeType="afterEffect">
                                  <p:stCondLst>
                                    <p:cond delay="0"/>
                                  </p:stCondLst>
                                  <p:childTnLst>
                                    <p:set>
                                      <p:cBhvr>
                                        <p:cTn id="16" dur="1" fill="hold">
                                          <p:stCondLst>
                                            <p:cond delay="0"/>
                                          </p:stCondLst>
                                        </p:cTn>
                                        <p:tgtEl>
                                          <p:spTgt spid="1352"/>
                                        </p:tgtEl>
                                        <p:attrNameLst>
                                          <p:attrName>style.visibility</p:attrName>
                                        </p:attrNameLst>
                                      </p:cBhvr>
                                      <p:to>
                                        <p:strVal val="visible"/>
                                      </p:to>
                                    </p:set>
                                    <p:anim calcmode="lin" valueType="num">
                                      <p:cBhvr additive="base">
                                        <p:cTn id="17" dur="1500"/>
                                        <p:tgtEl>
                                          <p:spTgt spid="1352"/>
                                        </p:tgtEl>
                                        <p:attrNameLst>
                                          <p:attrName>ppt_w</p:attrName>
                                        </p:attrNameLst>
                                      </p:cBhvr>
                                      <p:tavLst>
                                        <p:tav tm="0">
                                          <p:val>
                                            <p:strVal val="0"/>
                                          </p:val>
                                        </p:tav>
                                        <p:tav tm="100000">
                                          <p:val>
                                            <p:strVal val="#ppt_w"/>
                                          </p:val>
                                        </p:tav>
                                      </p:tavLst>
                                    </p:anim>
                                    <p:anim calcmode="lin" valueType="num">
                                      <p:cBhvr additive="base">
                                        <p:cTn id="18" dur="1500"/>
                                        <p:tgtEl>
                                          <p:spTgt spid="1352"/>
                                        </p:tgtEl>
                                        <p:attrNameLst>
                                          <p:attrName>ppt_h</p:attrName>
                                        </p:attrNameLst>
                                      </p:cBhvr>
                                      <p:tavLst>
                                        <p:tav tm="0">
                                          <p:val>
                                            <p:strVal val="0"/>
                                          </p:val>
                                        </p:tav>
                                        <p:tav tm="100000">
                                          <p:val>
                                            <p:strVal val="#ppt_h"/>
                                          </p:val>
                                        </p:tav>
                                      </p:tavLst>
                                    </p:anim>
                                  </p:childTnLst>
                                </p:cTn>
                              </p:par>
                            </p:childTnLst>
                          </p:cTn>
                        </p:par>
                        <p:par>
                          <p:cTn id="19" fill="hold">
                            <p:stCondLst>
                              <p:cond delay="4500"/>
                            </p:stCondLst>
                            <p:childTnLst>
                              <p:par>
                                <p:cTn id="20" presetID="23" presetClass="exit" presetSubtype="32" fill="hold" nodeType="afterEffect">
                                  <p:stCondLst>
                                    <p:cond delay="0"/>
                                  </p:stCondLst>
                                  <p:childTnLst>
                                    <p:anim calcmode="lin" valueType="num">
                                      <p:cBhvr additive="base">
                                        <p:cTn id="21" dur="1500"/>
                                        <p:tgtEl>
                                          <p:spTgt spid="1352"/>
                                        </p:tgtEl>
                                        <p:attrNameLst>
                                          <p:attrName>ppt_w</p:attrName>
                                        </p:attrNameLst>
                                      </p:cBhvr>
                                      <p:tavLst>
                                        <p:tav tm="0">
                                          <p:val>
                                            <p:strVal val="#ppt_w"/>
                                          </p:val>
                                        </p:tav>
                                        <p:tav tm="100000">
                                          <p:val>
                                            <p:strVal val="0"/>
                                          </p:val>
                                        </p:tav>
                                      </p:tavLst>
                                    </p:anim>
                                    <p:anim calcmode="lin" valueType="num">
                                      <p:cBhvr additive="base">
                                        <p:cTn id="22" dur="1500"/>
                                        <p:tgtEl>
                                          <p:spTgt spid="1352"/>
                                        </p:tgtEl>
                                        <p:attrNameLst>
                                          <p:attrName>ppt_h</p:attrName>
                                        </p:attrNameLst>
                                      </p:cBhvr>
                                      <p:tavLst>
                                        <p:tav tm="0">
                                          <p:val>
                                            <p:strVal val="#ppt_h"/>
                                          </p:val>
                                        </p:tav>
                                        <p:tav tm="100000">
                                          <p:val>
                                            <p:strVal val="0"/>
                                          </p:val>
                                        </p:tav>
                                      </p:tavLst>
                                    </p:anim>
                                    <p:set>
                                      <p:cBhvr>
                                        <p:cTn id="23" dur="1" fill="hold">
                                          <p:stCondLst>
                                            <p:cond delay="1500"/>
                                          </p:stCondLst>
                                        </p:cTn>
                                        <p:tgtEl>
                                          <p:spTgt spid="1352"/>
                                        </p:tgtEl>
                                        <p:attrNameLst>
                                          <p:attrName>style.visibility</p:attrName>
                                        </p:attrNameLst>
                                      </p:cBhvr>
                                      <p:to>
                                        <p:strVal val="hidden"/>
                                      </p:to>
                                    </p:set>
                                  </p:childTnLst>
                                </p:cTn>
                              </p:par>
                            </p:childTnLst>
                          </p:cTn>
                        </p:par>
                        <p:par>
                          <p:cTn id="24" fill="hold">
                            <p:stCondLst>
                              <p:cond delay="6000"/>
                            </p:stCondLst>
                            <p:childTnLst>
                              <p:par>
                                <p:cTn id="25" presetID="23" presetClass="entr" presetSubtype="16" fill="hold" nodeType="afterEffect">
                                  <p:stCondLst>
                                    <p:cond delay="0"/>
                                  </p:stCondLst>
                                  <p:childTnLst>
                                    <p:set>
                                      <p:cBhvr>
                                        <p:cTn id="26" dur="1" fill="hold">
                                          <p:stCondLst>
                                            <p:cond delay="0"/>
                                          </p:stCondLst>
                                        </p:cTn>
                                        <p:tgtEl>
                                          <p:spTgt spid="1352"/>
                                        </p:tgtEl>
                                        <p:attrNameLst>
                                          <p:attrName>style.visibility</p:attrName>
                                        </p:attrNameLst>
                                      </p:cBhvr>
                                      <p:to>
                                        <p:strVal val="visible"/>
                                      </p:to>
                                    </p:set>
                                    <p:anim calcmode="lin" valueType="num">
                                      <p:cBhvr additive="base">
                                        <p:cTn id="27" dur="1500"/>
                                        <p:tgtEl>
                                          <p:spTgt spid="1352"/>
                                        </p:tgtEl>
                                        <p:attrNameLst>
                                          <p:attrName>ppt_w</p:attrName>
                                        </p:attrNameLst>
                                      </p:cBhvr>
                                      <p:tavLst>
                                        <p:tav tm="0">
                                          <p:val>
                                            <p:strVal val="0"/>
                                          </p:val>
                                        </p:tav>
                                        <p:tav tm="100000">
                                          <p:val>
                                            <p:strVal val="#ppt_w"/>
                                          </p:val>
                                        </p:tav>
                                      </p:tavLst>
                                    </p:anim>
                                    <p:anim calcmode="lin" valueType="num">
                                      <p:cBhvr additive="base">
                                        <p:cTn id="28" dur="1500"/>
                                        <p:tgtEl>
                                          <p:spTgt spid="135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6"/>
        <p:cNvGrpSpPr/>
        <p:nvPr/>
      </p:nvGrpSpPr>
      <p:grpSpPr>
        <a:xfrm>
          <a:off x="0" y="0"/>
          <a:ext cx="0" cy="0"/>
          <a:chOff x="0" y="0"/>
          <a:chExt cx="0" cy="0"/>
        </a:xfrm>
      </p:grpSpPr>
      <p:sp>
        <p:nvSpPr>
          <p:cNvPr id="1367" name="Google Shape;1367;p57"/>
          <p:cNvSpPr txBox="1">
            <a:spLocks noGrp="1"/>
          </p:cNvSpPr>
          <p:nvPr>
            <p:ph type="title"/>
          </p:nvPr>
        </p:nvSpPr>
        <p:spPr>
          <a:xfrm>
            <a:off x="720000" y="747394"/>
            <a:ext cx="3852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OUTLINE</a:t>
            </a:r>
            <a:endParaRPr dirty="0"/>
          </a:p>
        </p:txBody>
      </p:sp>
      <p:sp>
        <p:nvSpPr>
          <p:cNvPr id="1369" name="Google Shape;1369;p57"/>
          <p:cNvSpPr txBox="1">
            <a:spLocks noGrp="1"/>
          </p:cNvSpPr>
          <p:nvPr>
            <p:ph type="title" idx="2"/>
          </p:nvPr>
        </p:nvSpPr>
        <p:spPr>
          <a:xfrm>
            <a:off x="4567250" y="1482414"/>
            <a:ext cx="616800" cy="55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01.</a:t>
            </a:r>
            <a:endParaRPr/>
          </a:p>
        </p:txBody>
      </p:sp>
      <p:sp>
        <p:nvSpPr>
          <p:cNvPr id="1370" name="Google Shape;1370;p57"/>
          <p:cNvSpPr txBox="1">
            <a:spLocks noGrp="1"/>
          </p:cNvSpPr>
          <p:nvPr>
            <p:ph type="subTitle" idx="3"/>
          </p:nvPr>
        </p:nvSpPr>
        <p:spPr>
          <a:xfrm>
            <a:off x="1636776" y="1644264"/>
            <a:ext cx="2901024" cy="377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dirty="0"/>
              <a:t>What are Little Red Dots?</a:t>
            </a:r>
            <a:endParaRPr dirty="0"/>
          </a:p>
        </p:txBody>
      </p:sp>
      <p:sp>
        <p:nvSpPr>
          <p:cNvPr id="1372" name="Google Shape;1372;p57"/>
          <p:cNvSpPr txBox="1">
            <a:spLocks noGrp="1"/>
          </p:cNvSpPr>
          <p:nvPr>
            <p:ph type="title" idx="5"/>
          </p:nvPr>
        </p:nvSpPr>
        <p:spPr>
          <a:xfrm>
            <a:off x="4567250" y="2212151"/>
            <a:ext cx="616800" cy="55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02.</a:t>
            </a:r>
            <a:endParaRPr/>
          </a:p>
        </p:txBody>
      </p:sp>
      <p:sp>
        <p:nvSpPr>
          <p:cNvPr id="1373" name="Google Shape;1373;p57"/>
          <p:cNvSpPr txBox="1">
            <a:spLocks noGrp="1"/>
          </p:cNvSpPr>
          <p:nvPr>
            <p:ph type="subTitle" idx="6"/>
          </p:nvPr>
        </p:nvSpPr>
        <p:spPr>
          <a:xfrm>
            <a:off x="2182500" y="2380814"/>
            <a:ext cx="2355300" cy="377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dirty="0"/>
              <a:t>Use of Spectroscopy</a:t>
            </a:r>
            <a:endParaRPr dirty="0"/>
          </a:p>
        </p:txBody>
      </p:sp>
      <p:sp>
        <p:nvSpPr>
          <p:cNvPr id="1375" name="Google Shape;1375;p57"/>
          <p:cNvSpPr txBox="1">
            <a:spLocks noGrp="1"/>
          </p:cNvSpPr>
          <p:nvPr>
            <p:ph type="title" idx="8"/>
          </p:nvPr>
        </p:nvSpPr>
        <p:spPr>
          <a:xfrm>
            <a:off x="4567250" y="2955514"/>
            <a:ext cx="616800" cy="55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03.</a:t>
            </a:r>
            <a:endParaRPr dirty="0"/>
          </a:p>
        </p:txBody>
      </p:sp>
      <p:sp>
        <p:nvSpPr>
          <p:cNvPr id="1376" name="Google Shape;1376;p57"/>
          <p:cNvSpPr txBox="1">
            <a:spLocks noGrp="1"/>
          </p:cNvSpPr>
          <p:nvPr>
            <p:ph type="subTitle" idx="9"/>
          </p:nvPr>
        </p:nvSpPr>
        <p:spPr>
          <a:xfrm>
            <a:off x="2182500" y="3117364"/>
            <a:ext cx="2355300" cy="377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dirty="0" err="1"/>
              <a:t>NIRSpec</a:t>
            </a:r>
            <a:r>
              <a:rPr lang="en" dirty="0"/>
              <a:t> + MIRI</a:t>
            </a:r>
            <a:endParaRPr dirty="0"/>
          </a:p>
        </p:txBody>
      </p:sp>
      <p:sp>
        <p:nvSpPr>
          <p:cNvPr id="1377" name="Google Shape;1377;p57"/>
          <p:cNvSpPr/>
          <p:nvPr/>
        </p:nvSpPr>
        <p:spPr>
          <a:xfrm>
            <a:off x="2746500" y="2012051"/>
            <a:ext cx="17151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379" name="Google Shape;1379;p57"/>
          <p:cNvSpPr txBox="1">
            <a:spLocks noGrp="1"/>
          </p:cNvSpPr>
          <p:nvPr>
            <p:ph type="title" idx="14"/>
          </p:nvPr>
        </p:nvSpPr>
        <p:spPr>
          <a:xfrm>
            <a:off x="4567250" y="3698889"/>
            <a:ext cx="616800" cy="55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sp>
        <p:nvSpPr>
          <p:cNvPr id="1380" name="Google Shape;1380;p57"/>
          <p:cNvSpPr txBox="1">
            <a:spLocks noGrp="1"/>
          </p:cNvSpPr>
          <p:nvPr>
            <p:ph type="subTitle" idx="15"/>
          </p:nvPr>
        </p:nvSpPr>
        <p:spPr>
          <a:xfrm>
            <a:off x="2182500" y="3860739"/>
            <a:ext cx="2355300" cy="377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dirty="0"/>
              <a:t>Physical Interpretation</a:t>
            </a:r>
            <a:endParaRPr dirty="0"/>
          </a:p>
        </p:txBody>
      </p:sp>
      <p:sp>
        <p:nvSpPr>
          <p:cNvPr id="1381" name="Google Shape;1381;p57"/>
          <p:cNvSpPr/>
          <p:nvPr/>
        </p:nvSpPr>
        <p:spPr>
          <a:xfrm>
            <a:off x="2746500" y="2741801"/>
            <a:ext cx="17151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382" name="Google Shape;1382;p57"/>
          <p:cNvSpPr/>
          <p:nvPr/>
        </p:nvSpPr>
        <p:spPr>
          <a:xfrm>
            <a:off x="2746500" y="3481764"/>
            <a:ext cx="17151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383" name="Google Shape;1383;p57"/>
          <p:cNvSpPr/>
          <p:nvPr/>
        </p:nvSpPr>
        <p:spPr>
          <a:xfrm>
            <a:off x="2746500" y="4221751"/>
            <a:ext cx="17151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1384" name="Google Shape;1384;p57">
            <a:hlinkClick r:id="" action="ppaction://hlinkshowjump?jump=previousslide"/>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7">
            <a:hlinkClick r:id="rId3" action="ppaction://hlinksldjump"/>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hlinkClick r:id="rId3" action="ppaction://hlinksldjump">
                  <a:extLst>
                    <a:ext uri="{A12FA001-AC4F-418D-AE19-62706E023703}">
                      <ahyp:hlinkClr xmlns:ahyp="http://schemas.microsoft.com/office/drawing/2018/hyperlinkcolor" val="tx"/>
                    </a:ext>
                  </a:extLst>
                </a:hlinkClick>
              </a:rPr>
              <a:t>0</a:t>
            </a:r>
            <a:endParaRPr sz="2500" dirty="0">
              <a:solidFill>
                <a:schemeClr val="lt1"/>
              </a:solidFill>
              <a:latin typeface="Teko"/>
              <a:ea typeface="Teko"/>
              <a:cs typeface="Teko"/>
              <a:sym typeface="Teko"/>
            </a:endParaRPr>
          </a:p>
        </p:txBody>
      </p:sp>
      <p:sp>
        <p:nvSpPr>
          <p:cNvPr id="1386" name="Google Shape;1386;p57">
            <a:hlinkClick r:id="rId4" action="ppaction://hlinksldjump"/>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dirty="0">
              <a:solidFill>
                <a:schemeClr val="lt1"/>
              </a:solidFill>
              <a:latin typeface="Teko"/>
              <a:ea typeface="Teko"/>
              <a:cs typeface="Teko"/>
              <a:sym typeface="Teko"/>
            </a:endParaRPr>
          </a:p>
        </p:txBody>
      </p:sp>
      <p:sp>
        <p:nvSpPr>
          <p:cNvPr id="1387" name="Google Shape;1387;p57">
            <a:hlinkClick r:id="" action="ppaction://hlinkshowjump?jump=nextslide"/>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88" name="Google Shape;1388;p57"/>
          <p:cNvPicPr preferRelativeResize="0"/>
          <p:nvPr/>
        </p:nvPicPr>
        <p:blipFill rotWithShape="1">
          <a:blip r:embed="rId5">
            <a:alphaModFix/>
          </a:blip>
          <a:srcRect r="44736"/>
          <a:stretch/>
        </p:blipFill>
        <p:spPr>
          <a:xfrm>
            <a:off x="5365900" y="985838"/>
            <a:ext cx="2674075" cy="3629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2"/>
        <p:cNvGrpSpPr/>
        <p:nvPr/>
      </p:nvGrpSpPr>
      <p:grpSpPr>
        <a:xfrm>
          <a:off x="0" y="0"/>
          <a:ext cx="0" cy="0"/>
          <a:chOff x="0" y="0"/>
          <a:chExt cx="0" cy="0"/>
        </a:xfrm>
      </p:grpSpPr>
      <p:sp>
        <p:nvSpPr>
          <p:cNvPr id="1393" name="Google Shape;1393;p58"/>
          <p:cNvSpPr txBox="1">
            <a:spLocks noGrp="1"/>
          </p:cNvSpPr>
          <p:nvPr>
            <p:ph type="title" idx="2"/>
          </p:nvPr>
        </p:nvSpPr>
        <p:spPr>
          <a:xfrm>
            <a:off x="4064725" y="2285700"/>
            <a:ext cx="4359300" cy="124388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What are Little Red Dots?</a:t>
            </a:r>
            <a:endParaRPr dirty="0"/>
          </a:p>
        </p:txBody>
      </p:sp>
      <p:sp>
        <p:nvSpPr>
          <p:cNvPr id="1395" name="Google Shape;1395;p58"/>
          <p:cNvSpPr txBox="1">
            <a:spLocks noGrp="1"/>
          </p:cNvSpPr>
          <p:nvPr>
            <p:ph type="title"/>
          </p:nvPr>
        </p:nvSpPr>
        <p:spPr>
          <a:xfrm>
            <a:off x="4064725" y="1001700"/>
            <a:ext cx="1270200" cy="11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396" name="Google Shape;1396;p58">
            <a:hlinkClick r:id="" action="ppaction://hlinkshowjump?jump=previousslide"/>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8">
            <a:hlinkClick r:id="rId3" action="ppaction://hlinksldjump"/>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3" action="ppaction://hlinksldjump">
                  <a:extLst>
                    <a:ext uri="{A12FA001-AC4F-418D-AE19-62706E023703}">
                      <ahyp:hlinkClr xmlns:ahyp="http://schemas.microsoft.com/office/drawing/2018/hyperlinkcolor" val="tx"/>
                    </a:ext>
                  </a:extLst>
                </a:hlinkClick>
              </a:rPr>
              <a:t>1</a:t>
            </a:r>
            <a:endParaRPr sz="2500">
              <a:solidFill>
                <a:schemeClr val="lt1"/>
              </a:solidFill>
              <a:latin typeface="Teko"/>
              <a:ea typeface="Teko"/>
              <a:cs typeface="Teko"/>
              <a:sym typeface="Teko"/>
            </a:endParaRPr>
          </a:p>
        </p:txBody>
      </p:sp>
      <p:sp>
        <p:nvSpPr>
          <p:cNvPr id="1398" name="Google Shape;1398;p58">
            <a:hlinkClick r:id="rId4" action="ppaction://hlinksldjump"/>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399" name="Google Shape;1399;p58">
            <a:hlinkClick r:id="" action="ppaction://hlinkshowjump?jump=nextslide"/>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0" name="Google Shape;1400;p58"/>
          <p:cNvPicPr preferRelativeResize="0"/>
          <p:nvPr/>
        </p:nvPicPr>
        <p:blipFill rotWithShape="1">
          <a:blip r:embed="rId5">
            <a:alphaModFix/>
          </a:blip>
          <a:srcRect r="53585"/>
          <a:stretch/>
        </p:blipFill>
        <p:spPr>
          <a:xfrm>
            <a:off x="1137263" y="701338"/>
            <a:ext cx="2315026" cy="3740825"/>
          </a:xfrm>
          <a:prstGeom prst="rect">
            <a:avLst/>
          </a:prstGeom>
          <a:noFill/>
          <a:ln>
            <a:noFill/>
          </a:ln>
        </p:spPr>
      </p:pic>
      <p:pic>
        <p:nvPicPr>
          <p:cNvPr id="2050" name="Picture 2" descr="Newfound Galaxy Class May Indicate Early Black Hole Growth, Webb Finds -  NASA Science">
            <a:extLst>
              <a:ext uri="{FF2B5EF4-FFF2-40B4-BE49-F238E27FC236}">
                <a16:creationId xmlns:a16="http://schemas.microsoft.com/office/drawing/2014/main" id="{AB9D3774-B782-BED3-8A21-6BCE7077D3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635" y="1602308"/>
            <a:ext cx="2908327" cy="19388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D3A0182-4391-3422-5FDD-AF30F1ECF424}"/>
              </a:ext>
            </a:extLst>
          </p:cNvPr>
          <p:cNvSpPr txBox="1"/>
          <p:nvPr/>
        </p:nvSpPr>
        <p:spPr>
          <a:xfrm>
            <a:off x="829590" y="3599262"/>
            <a:ext cx="611283" cy="261610"/>
          </a:xfrm>
          <a:prstGeom prst="rect">
            <a:avLst/>
          </a:prstGeom>
          <a:noFill/>
        </p:spPr>
        <p:txBody>
          <a:bodyPr wrap="square" rtlCol="0">
            <a:spAutoFit/>
          </a:bodyPr>
          <a:lstStyle/>
          <a:p>
            <a:r>
              <a:rPr lang="en-US" sz="1050" dirty="0">
                <a:solidFill>
                  <a:schemeClr val="lt1"/>
                </a:solidFill>
                <a:latin typeface="Source Code Pro Light"/>
                <a:ea typeface="Source Code Pro Light"/>
                <a:sym typeface="Source Code Pro Light"/>
              </a:rPr>
              <a:t>NASA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1"/>
        <p:cNvGrpSpPr/>
        <p:nvPr/>
      </p:nvGrpSpPr>
      <p:grpSpPr>
        <a:xfrm>
          <a:off x="0" y="0"/>
          <a:ext cx="0" cy="0"/>
          <a:chOff x="0" y="0"/>
          <a:chExt cx="0" cy="0"/>
        </a:xfrm>
      </p:grpSpPr>
      <p:sp>
        <p:nvSpPr>
          <p:cNvPr id="1525" name="Google Shape;1525;p61">
            <a:hlinkClick r:id="" action="ppaction://hlinkshowjump?jump=previousslide"/>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61">
            <a:hlinkClick r:id="rId3" action="ppaction://hlinksldjump"/>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3" action="ppaction://hlinksldjump">
                  <a:extLst>
                    <a:ext uri="{A12FA001-AC4F-418D-AE19-62706E023703}">
                      <ahyp:hlinkClr xmlns:ahyp="http://schemas.microsoft.com/office/drawing/2018/hyperlinkcolor" val="tx"/>
                    </a:ext>
                  </a:extLst>
                </a:hlinkClick>
              </a:rPr>
              <a:t>1</a:t>
            </a:r>
            <a:endParaRPr sz="2500">
              <a:solidFill>
                <a:schemeClr val="lt1"/>
              </a:solidFill>
              <a:latin typeface="Teko"/>
              <a:ea typeface="Teko"/>
              <a:cs typeface="Teko"/>
              <a:sym typeface="Teko"/>
            </a:endParaRPr>
          </a:p>
        </p:txBody>
      </p:sp>
      <p:sp>
        <p:nvSpPr>
          <p:cNvPr id="1527" name="Google Shape;1527;p61">
            <a:hlinkClick r:id="rId4" action="ppaction://hlinksldjump"/>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528" name="Google Shape;1528;p61">
            <a:hlinkClick r:id="" action="ppaction://hlinkshowjump?jump=nextslide"/>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Rectangle 4">
            <a:extLst>
              <a:ext uri="{FF2B5EF4-FFF2-40B4-BE49-F238E27FC236}">
                <a16:creationId xmlns:a16="http://schemas.microsoft.com/office/drawing/2014/main" id="{22A634E6-F6C5-63F5-2105-3D66F5F55585}"/>
              </a:ext>
            </a:extLst>
          </p:cNvPr>
          <p:cNvSpPr>
            <a:spLocks noGrp="1" noChangeArrowheads="1"/>
          </p:cNvSpPr>
          <p:nvPr>
            <p:ph type="subTitle" idx="1"/>
          </p:nvPr>
        </p:nvSpPr>
        <p:spPr bwMode="auto">
          <a:xfrm>
            <a:off x="1766092" y="1516527"/>
            <a:ext cx="5611815"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dirty="0"/>
              <a:t>Discovered with JWST shortly after launch in 2022.</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dirty="0"/>
              <a:t>Extremely compact red rest-optical sources at z ≈ 4–9.</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dirty="0"/>
              <a:t>Show the characteristic V-shaped SED</a:t>
            </a:r>
          </a:p>
          <a:p>
            <a:pPr marL="742950" lvl="1" indent="-285750" eaLnBrk="0" fontAlgn="base" hangingPunct="0">
              <a:lnSpc>
                <a:spcPct val="150000"/>
              </a:lnSpc>
              <a:spcBef>
                <a:spcPct val="0"/>
              </a:spcBef>
              <a:spcAft>
                <a:spcPct val="0"/>
              </a:spcAft>
              <a:buClrTx/>
              <a:buSzTx/>
              <a:buFont typeface="Courier New" panose="02070309020205020404" pitchFamily="49" charset="0"/>
              <a:buChar char="o"/>
            </a:pPr>
            <a:r>
              <a:rPr lang="en-US" altLang="en-US" dirty="0"/>
              <a:t>Blue UV + red optical.</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dirty="0"/>
              <a:t>Many show broad Balmer emission, suggesting AGN.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dirty="0"/>
              <a:t>Others show narrow lines, allowing alternative interpretations.</a:t>
            </a:r>
          </a:p>
        </p:txBody>
      </p:sp>
      <p:sp>
        <p:nvSpPr>
          <p:cNvPr id="11" name="Title 10">
            <a:extLst>
              <a:ext uri="{FF2B5EF4-FFF2-40B4-BE49-F238E27FC236}">
                <a16:creationId xmlns:a16="http://schemas.microsoft.com/office/drawing/2014/main" id="{94000D9D-94C4-FD3E-CDFF-6678286637BB}"/>
              </a:ext>
            </a:extLst>
          </p:cNvPr>
          <p:cNvSpPr>
            <a:spLocks noGrp="1"/>
          </p:cNvSpPr>
          <p:nvPr>
            <p:ph type="title"/>
          </p:nvPr>
        </p:nvSpPr>
        <p:spPr>
          <a:xfrm>
            <a:off x="1338606" y="608113"/>
            <a:ext cx="3614700" cy="855900"/>
          </a:xfrm>
        </p:spPr>
        <p:txBody>
          <a:bodyPr/>
          <a:lstStyle/>
          <a:p>
            <a:r>
              <a:rPr lang="en-US" dirty="0"/>
              <a:t>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Refer to caption">
            <a:extLst>
              <a:ext uri="{FF2B5EF4-FFF2-40B4-BE49-F238E27FC236}">
                <a16:creationId xmlns:a16="http://schemas.microsoft.com/office/drawing/2014/main" id="{3E366933-6919-F307-3385-ADAF240FFB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9545" y="51755"/>
            <a:ext cx="3332455" cy="25477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Refer to caption">
            <a:extLst>
              <a:ext uri="{FF2B5EF4-FFF2-40B4-BE49-F238E27FC236}">
                <a16:creationId xmlns:a16="http://schemas.microsoft.com/office/drawing/2014/main" id="{E327A4FB-248F-15EA-84F1-DD0A58820F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4915" y="2599455"/>
            <a:ext cx="3332455" cy="254770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685;p65">
            <a:extLst>
              <a:ext uri="{FF2B5EF4-FFF2-40B4-BE49-F238E27FC236}">
                <a16:creationId xmlns:a16="http://schemas.microsoft.com/office/drawing/2014/main" id="{62C30700-9975-A76E-83C4-65801C0D959B}"/>
              </a:ext>
            </a:extLst>
          </p:cNvPr>
          <p:cNvSpPr txBox="1">
            <a:spLocks/>
          </p:cNvSpPr>
          <p:nvPr/>
        </p:nvSpPr>
        <p:spPr>
          <a:xfrm>
            <a:off x="4625199" y="896600"/>
            <a:ext cx="2481762" cy="855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800"/>
              <a:buFont typeface="Teko"/>
              <a:buNone/>
              <a:defRPr sz="3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2000" dirty="0"/>
              <a:t>Fake V-shape continuum</a:t>
            </a:r>
          </a:p>
        </p:txBody>
      </p:sp>
      <p:sp>
        <p:nvSpPr>
          <p:cNvPr id="7" name="Google Shape;1685;p65">
            <a:extLst>
              <a:ext uri="{FF2B5EF4-FFF2-40B4-BE49-F238E27FC236}">
                <a16:creationId xmlns:a16="http://schemas.microsoft.com/office/drawing/2014/main" id="{A659A7AE-5E3B-2A18-4768-15CC9D9BAA1E}"/>
              </a:ext>
            </a:extLst>
          </p:cNvPr>
          <p:cNvSpPr txBox="1">
            <a:spLocks/>
          </p:cNvSpPr>
          <p:nvPr/>
        </p:nvSpPr>
        <p:spPr>
          <a:xfrm>
            <a:off x="1988527" y="3274441"/>
            <a:ext cx="2481762" cy="855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800"/>
              <a:buFont typeface="Teko"/>
              <a:buNone/>
              <a:defRPr sz="3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2000" dirty="0"/>
              <a:t>Real V-shape continuum</a:t>
            </a:r>
          </a:p>
        </p:txBody>
      </p:sp>
      <p:sp>
        <p:nvSpPr>
          <p:cNvPr id="8" name="TextBox 7">
            <a:extLst>
              <a:ext uri="{FF2B5EF4-FFF2-40B4-BE49-F238E27FC236}">
                <a16:creationId xmlns:a16="http://schemas.microsoft.com/office/drawing/2014/main" id="{75070312-6DE4-6DE0-50CB-4FC97151D821}"/>
              </a:ext>
            </a:extLst>
          </p:cNvPr>
          <p:cNvSpPr txBox="1"/>
          <p:nvPr/>
        </p:nvSpPr>
        <p:spPr>
          <a:xfrm>
            <a:off x="2497465" y="4830135"/>
            <a:ext cx="2539999" cy="261610"/>
          </a:xfrm>
          <a:prstGeom prst="rect">
            <a:avLst/>
          </a:prstGeom>
          <a:noFill/>
        </p:spPr>
        <p:txBody>
          <a:bodyPr wrap="square" rtlCol="0">
            <a:spAutoFit/>
          </a:bodyPr>
          <a:lstStyle/>
          <a:p>
            <a:r>
              <a:rPr lang="en-US" sz="1050" dirty="0">
                <a:solidFill>
                  <a:schemeClr val="lt1"/>
                </a:solidFill>
                <a:latin typeface="Source Code Pro Light"/>
                <a:ea typeface="Source Code Pro Light"/>
                <a:sym typeface="Source Code Pro Light"/>
              </a:rPr>
              <a:t>Zhang et al., 2025</a:t>
            </a:r>
          </a:p>
        </p:txBody>
      </p:sp>
      <p:sp>
        <p:nvSpPr>
          <p:cNvPr id="2" name="Google Shape;1525;p61">
            <a:hlinkClick r:id="" action="ppaction://hlinkshowjump?jump=previousslide"/>
            <a:extLst>
              <a:ext uri="{FF2B5EF4-FFF2-40B4-BE49-F238E27FC236}">
                <a16:creationId xmlns:a16="http://schemas.microsoft.com/office/drawing/2014/main" id="{7B2B78A1-7C0A-F338-D694-BD24F40EE5C1}"/>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526;p61">
            <a:hlinkClick r:id="rId5" action="ppaction://hlinksldjump"/>
            <a:extLst>
              <a:ext uri="{FF2B5EF4-FFF2-40B4-BE49-F238E27FC236}">
                <a16:creationId xmlns:a16="http://schemas.microsoft.com/office/drawing/2014/main" id="{411D5BEB-F149-A798-CD01-32E32FC384E5}"/>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1</a:t>
            </a:r>
            <a:endParaRPr sz="2500" dirty="0">
              <a:solidFill>
                <a:schemeClr val="lt1"/>
              </a:solidFill>
              <a:latin typeface="Teko"/>
              <a:ea typeface="Teko"/>
              <a:cs typeface="Teko"/>
              <a:sym typeface="Teko"/>
            </a:endParaRPr>
          </a:p>
        </p:txBody>
      </p:sp>
      <p:sp>
        <p:nvSpPr>
          <p:cNvPr id="9" name="Google Shape;1527;p61">
            <a:hlinkClick r:id="rId6" action="ppaction://hlinksldjump"/>
            <a:extLst>
              <a:ext uri="{FF2B5EF4-FFF2-40B4-BE49-F238E27FC236}">
                <a16:creationId xmlns:a16="http://schemas.microsoft.com/office/drawing/2014/main" id="{97E10B8C-41AD-F8A9-6CA6-EF0E9C92EBD9}"/>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6"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0" name="Google Shape;1528;p61">
            <a:hlinkClick r:id="" action="ppaction://hlinkshowjump?jump=nextslide"/>
            <a:extLst>
              <a:ext uri="{FF2B5EF4-FFF2-40B4-BE49-F238E27FC236}">
                <a16:creationId xmlns:a16="http://schemas.microsoft.com/office/drawing/2014/main" id="{8484EA61-A70C-2FD7-AA1B-2085696396E7}"/>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183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2">
          <a:extLst>
            <a:ext uri="{FF2B5EF4-FFF2-40B4-BE49-F238E27FC236}">
              <a16:creationId xmlns:a16="http://schemas.microsoft.com/office/drawing/2014/main" id="{AA9DEE21-9B8C-FB01-7179-05477586939A}"/>
            </a:ext>
          </a:extLst>
        </p:cNvPr>
        <p:cNvGrpSpPr/>
        <p:nvPr/>
      </p:nvGrpSpPr>
      <p:grpSpPr>
        <a:xfrm>
          <a:off x="0" y="0"/>
          <a:ext cx="0" cy="0"/>
          <a:chOff x="0" y="0"/>
          <a:chExt cx="0" cy="0"/>
        </a:xfrm>
      </p:grpSpPr>
      <p:sp>
        <p:nvSpPr>
          <p:cNvPr id="1393" name="Google Shape;1393;p58">
            <a:extLst>
              <a:ext uri="{FF2B5EF4-FFF2-40B4-BE49-F238E27FC236}">
                <a16:creationId xmlns:a16="http://schemas.microsoft.com/office/drawing/2014/main" id="{D3495F85-B246-79AF-A037-F34B3360883E}"/>
              </a:ext>
            </a:extLst>
          </p:cNvPr>
          <p:cNvSpPr txBox="1">
            <a:spLocks noGrp="1"/>
          </p:cNvSpPr>
          <p:nvPr>
            <p:ph type="title" idx="2"/>
          </p:nvPr>
        </p:nvSpPr>
        <p:spPr>
          <a:xfrm>
            <a:off x="4064725" y="2285700"/>
            <a:ext cx="4359300" cy="124388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Use of Spectroscopy</a:t>
            </a:r>
            <a:endParaRPr dirty="0"/>
          </a:p>
        </p:txBody>
      </p:sp>
      <p:sp>
        <p:nvSpPr>
          <p:cNvPr id="1395" name="Google Shape;1395;p58">
            <a:extLst>
              <a:ext uri="{FF2B5EF4-FFF2-40B4-BE49-F238E27FC236}">
                <a16:creationId xmlns:a16="http://schemas.microsoft.com/office/drawing/2014/main" id="{BC8879AB-5386-5562-1953-A23893942C54}"/>
              </a:ext>
            </a:extLst>
          </p:cNvPr>
          <p:cNvSpPr txBox="1">
            <a:spLocks noGrp="1"/>
          </p:cNvSpPr>
          <p:nvPr>
            <p:ph type="title"/>
          </p:nvPr>
        </p:nvSpPr>
        <p:spPr>
          <a:xfrm>
            <a:off x="4064725" y="1001700"/>
            <a:ext cx="1270200" cy="11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1396" name="Google Shape;1396;p58">
            <a:hlinkClick r:id="" action="ppaction://hlinkshowjump?jump=previousslide"/>
            <a:extLst>
              <a:ext uri="{FF2B5EF4-FFF2-40B4-BE49-F238E27FC236}">
                <a16:creationId xmlns:a16="http://schemas.microsoft.com/office/drawing/2014/main" id="{CD5E2688-565D-2502-9AD1-89EAA311A330}"/>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8">
            <a:hlinkClick r:id="rId3" action="ppaction://hlinksldjump"/>
            <a:extLst>
              <a:ext uri="{FF2B5EF4-FFF2-40B4-BE49-F238E27FC236}">
                <a16:creationId xmlns:a16="http://schemas.microsoft.com/office/drawing/2014/main" id="{260107D3-1536-40BA-36DB-23F71E776EAB}"/>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2</a:t>
            </a:r>
            <a:endParaRPr sz="2500" dirty="0">
              <a:solidFill>
                <a:schemeClr val="lt1"/>
              </a:solidFill>
              <a:latin typeface="Teko"/>
              <a:ea typeface="Teko"/>
              <a:cs typeface="Teko"/>
              <a:sym typeface="Teko"/>
            </a:endParaRPr>
          </a:p>
        </p:txBody>
      </p:sp>
      <p:sp>
        <p:nvSpPr>
          <p:cNvPr id="1398" name="Google Shape;1398;p58">
            <a:hlinkClick r:id="rId4" action="ppaction://hlinksldjump"/>
            <a:extLst>
              <a:ext uri="{FF2B5EF4-FFF2-40B4-BE49-F238E27FC236}">
                <a16:creationId xmlns:a16="http://schemas.microsoft.com/office/drawing/2014/main" id="{D67D10A3-DA4B-E499-92D7-240F25484FDB}"/>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399" name="Google Shape;1399;p58">
            <a:hlinkClick r:id="" action="ppaction://hlinkshowjump?jump=nextslide"/>
            <a:extLst>
              <a:ext uri="{FF2B5EF4-FFF2-40B4-BE49-F238E27FC236}">
                <a16:creationId xmlns:a16="http://schemas.microsoft.com/office/drawing/2014/main" id="{3BDB25DB-95B3-7F52-278E-651413EC6FD8}"/>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0" name="Google Shape;1400;p58">
            <a:extLst>
              <a:ext uri="{FF2B5EF4-FFF2-40B4-BE49-F238E27FC236}">
                <a16:creationId xmlns:a16="http://schemas.microsoft.com/office/drawing/2014/main" id="{9A1402C4-6EC9-6644-4D1D-EE9380DBBC20}"/>
              </a:ext>
            </a:extLst>
          </p:cNvPr>
          <p:cNvPicPr preferRelativeResize="0"/>
          <p:nvPr/>
        </p:nvPicPr>
        <p:blipFill rotWithShape="1">
          <a:blip r:embed="rId5">
            <a:alphaModFix/>
          </a:blip>
          <a:srcRect r="53585"/>
          <a:stretch/>
        </p:blipFill>
        <p:spPr>
          <a:xfrm>
            <a:off x="1137263" y="701338"/>
            <a:ext cx="2315026" cy="3740825"/>
          </a:xfrm>
          <a:prstGeom prst="rect">
            <a:avLst/>
          </a:prstGeom>
          <a:noFill/>
          <a:ln>
            <a:noFill/>
          </a:ln>
        </p:spPr>
      </p:pic>
    </p:spTree>
    <p:extLst>
      <p:ext uri="{BB962C8B-B14F-4D97-AF65-F5344CB8AC3E}">
        <p14:creationId xmlns:p14="http://schemas.microsoft.com/office/powerpoint/2010/main" val="1082363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7"/>
        <p:cNvGrpSpPr/>
        <p:nvPr/>
      </p:nvGrpSpPr>
      <p:grpSpPr>
        <a:xfrm>
          <a:off x="0" y="0"/>
          <a:ext cx="0" cy="0"/>
          <a:chOff x="0" y="0"/>
          <a:chExt cx="0" cy="0"/>
        </a:xfrm>
      </p:grpSpPr>
      <p:grpSp>
        <p:nvGrpSpPr>
          <p:cNvPr id="1658" name="Google Shape;1658;p65"/>
          <p:cNvGrpSpPr/>
          <p:nvPr/>
        </p:nvGrpSpPr>
        <p:grpSpPr>
          <a:xfrm>
            <a:off x="1409695" y="1889177"/>
            <a:ext cx="2826448" cy="2155522"/>
            <a:chOff x="5614975" y="2571738"/>
            <a:chExt cx="2725075" cy="2078413"/>
          </a:xfrm>
        </p:grpSpPr>
        <p:grpSp>
          <p:nvGrpSpPr>
            <p:cNvPr id="1659" name="Google Shape;1659;p65"/>
            <p:cNvGrpSpPr/>
            <p:nvPr/>
          </p:nvGrpSpPr>
          <p:grpSpPr>
            <a:xfrm>
              <a:off x="8301900" y="2571738"/>
              <a:ext cx="38150" cy="1997125"/>
              <a:chOff x="8301900" y="2571738"/>
              <a:chExt cx="38150" cy="1997125"/>
            </a:xfrm>
          </p:grpSpPr>
          <p:sp>
            <p:nvSpPr>
              <p:cNvPr id="1660" name="Google Shape;1660;p65"/>
              <p:cNvSpPr/>
              <p:nvPr/>
            </p:nvSpPr>
            <p:spPr>
              <a:xfrm>
                <a:off x="8305713" y="2571738"/>
                <a:ext cx="17350" cy="23600"/>
              </a:xfrm>
              <a:custGeom>
                <a:avLst/>
                <a:gdLst/>
                <a:ahLst/>
                <a:cxnLst/>
                <a:rect l="l" t="t" r="r" b="b"/>
                <a:pathLst>
                  <a:path w="694" h="944" extrusionOk="0">
                    <a:moveTo>
                      <a:pt x="333" y="112"/>
                    </a:moveTo>
                    <a:cubicBezTo>
                      <a:pt x="416" y="112"/>
                      <a:pt x="472" y="112"/>
                      <a:pt x="500" y="167"/>
                    </a:cubicBezTo>
                    <a:cubicBezTo>
                      <a:pt x="527" y="223"/>
                      <a:pt x="555" y="278"/>
                      <a:pt x="555" y="361"/>
                    </a:cubicBezTo>
                    <a:cubicBezTo>
                      <a:pt x="555" y="389"/>
                      <a:pt x="555" y="417"/>
                      <a:pt x="555" y="472"/>
                    </a:cubicBezTo>
                    <a:cubicBezTo>
                      <a:pt x="555" y="500"/>
                      <a:pt x="555" y="555"/>
                      <a:pt x="555" y="583"/>
                    </a:cubicBezTo>
                    <a:cubicBezTo>
                      <a:pt x="555" y="666"/>
                      <a:pt x="527" y="722"/>
                      <a:pt x="500" y="777"/>
                    </a:cubicBezTo>
                    <a:cubicBezTo>
                      <a:pt x="472" y="805"/>
                      <a:pt x="416" y="833"/>
                      <a:pt x="333" y="833"/>
                    </a:cubicBezTo>
                    <a:cubicBezTo>
                      <a:pt x="278" y="833"/>
                      <a:pt x="222" y="805"/>
                      <a:pt x="195" y="777"/>
                    </a:cubicBezTo>
                    <a:cubicBezTo>
                      <a:pt x="167" y="722"/>
                      <a:pt x="139" y="666"/>
                      <a:pt x="139" y="583"/>
                    </a:cubicBezTo>
                    <a:lnTo>
                      <a:pt x="139" y="472"/>
                    </a:lnTo>
                    <a:lnTo>
                      <a:pt x="139" y="361"/>
                    </a:lnTo>
                    <a:cubicBezTo>
                      <a:pt x="139" y="278"/>
                      <a:pt x="167" y="223"/>
                      <a:pt x="195" y="167"/>
                    </a:cubicBezTo>
                    <a:cubicBezTo>
                      <a:pt x="222" y="112"/>
                      <a:pt x="278" y="112"/>
                      <a:pt x="333" y="112"/>
                    </a:cubicBezTo>
                    <a:close/>
                    <a:moveTo>
                      <a:pt x="333" y="1"/>
                    </a:moveTo>
                    <a:cubicBezTo>
                      <a:pt x="222" y="1"/>
                      <a:pt x="139" y="29"/>
                      <a:pt x="111" y="84"/>
                    </a:cubicBezTo>
                    <a:cubicBezTo>
                      <a:pt x="56" y="167"/>
                      <a:pt x="28" y="250"/>
                      <a:pt x="28" y="361"/>
                    </a:cubicBezTo>
                    <a:lnTo>
                      <a:pt x="0" y="472"/>
                    </a:lnTo>
                    <a:lnTo>
                      <a:pt x="28" y="583"/>
                    </a:lnTo>
                    <a:cubicBezTo>
                      <a:pt x="28" y="694"/>
                      <a:pt x="56" y="777"/>
                      <a:pt x="111" y="833"/>
                    </a:cubicBezTo>
                    <a:cubicBezTo>
                      <a:pt x="139" y="916"/>
                      <a:pt x="222" y="944"/>
                      <a:pt x="333" y="944"/>
                    </a:cubicBezTo>
                    <a:cubicBezTo>
                      <a:pt x="472" y="944"/>
                      <a:pt x="555" y="916"/>
                      <a:pt x="583" y="833"/>
                    </a:cubicBezTo>
                    <a:cubicBezTo>
                      <a:pt x="638" y="777"/>
                      <a:pt x="666" y="694"/>
                      <a:pt x="666" y="583"/>
                    </a:cubicBezTo>
                    <a:cubicBezTo>
                      <a:pt x="666" y="555"/>
                      <a:pt x="694" y="528"/>
                      <a:pt x="694" y="472"/>
                    </a:cubicBezTo>
                    <a:cubicBezTo>
                      <a:pt x="694" y="417"/>
                      <a:pt x="666" y="389"/>
                      <a:pt x="666" y="361"/>
                    </a:cubicBezTo>
                    <a:cubicBezTo>
                      <a:pt x="666" y="250"/>
                      <a:pt x="638" y="167"/>
                      <a:pt x="583" y="84"/>
                    </a:cubicBezTo>
                    <a:cubicBezTo>
                      <a:pt x="555" y="29"/>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65"/>
              <p:cNvSpPr/>
              <p:nvPr/>
            </p:nvSpPr>
            <p:spPr>
              <a:xfrm>
                <a:off x="8302600" y="2966313"/>
                <a:ext cx="17350" cy="23600"/>
              </a:xfrm>
              <a:custGeom>
                <a:avLst/>
                <a:gdLst/>
                <a:ahLst/>
                <a:cxnLst/>
                <a:rect l="l" t="t" r="r" b="b"/>
                <a:pathLst>
                  <a:path w="694" h="944" extrusionOk="0">
                    <a:moveTo>
                      <a:pt x="333" y="84"/>
                    </a:moveTo>
                    <a:cubicBezTo>
                      <a:pt x="416" y="84"/>
                      <a:pt x="472" y="111"/>
                      <a:pt x="500" y="167"/>
                    </a:cubicBezTo>
                    <a:cubicBezTo>
                      <a:pt x="527" y="222"/>
                      <a:pt x="555" y="278"/>
                      <a:pt x="555" y="361"/>
                    </a:cubicBezTo>
                    <a:cubicBezTo>
                      <a:pt x="555" y="389"/>
                      <a:pt x="555" y="416"/>
                      <a:pt x="555" y="472"/>
                    </a:cubicBezTo>
                    <a:cubicBezTo>
                      <a:pt x="555" y="500"/>
                      <a:pt x="555" y="555"/>
                      <a:pt x="555" y="583"/>
                    </a:cubicBezTo>
                    <a:cubicBezTo>
                      <a:pt x="555" y="638"/>
                      <a:pt x="527" y="721"/>
                      <a:pt x="500" y="749"/>
                    </a:cubicBezTo>
                    <a:cubicBezTo>
                      <a:pt x="472" y="805"/>
                      <a:pt x="416" y="832"/>
                      <a:pt x="333" y="832"/>
                    </a:cubicBezTo>
                    <a:cubicBezTo>
                      <a:pt x="278" y="832"/>
                      <a:pt x="222" y="805"/>
                      <a:pt x="195" y="749"/>
                    </a:cubicBezTo>
                    <a:cubicBezTo>
                      <a:pt x="167" y="721"/>
                      <a:pt x="139" y="638"/>
                      <a:pt x="139" y="583"/>
                    </a:cubicBezTo>
                    <a:lnTo>
                      <a:pt x="139" y="472"/>
                    </a:lnTo>
                    <a:lnTo>
                      <a:pt x="139" y="361"/>
                    </a:lnTo>
                    <a:cubicBezTo>
                      <a:pt x="139" y="278"/>
                      <a:pt x="167" y="222"/>
                      <a:pt x="195" y="167"/>
                    </a:cubicBezTo>
                    <a:cubicBezTo>
                      <a:pt x="222" y="111"/>
                      <a:pt x="278" y="84"/>
                      <a:pt x="333" y="84"/>
                    </a:cubicBezTo>
                    <a:close/>
                    <a:moveTo>
                      <a:pt x="333" y="0"/>
                    </a:moveTo>
                    <a:cubicBezTo>
                      <a:pt x="222" y="0"/>
                      <a:pt x="139" y="28"/>
                      <a:pt x="111" y="84"/>
                    </a:cubicBezTo>
                    <a:cubicBezTo>
                      <a:pt x="56" y="167"/>
                      <a:pt x="28" y="250"/>
                      <a:pt x="28" y="333"/>
                    </a:cubicBezTo>
                    <a:lnTo>
                      <a:pt x="0" y="472"/>
                    </a:lnTo>
                    <a:lnTo>
                      <a:pt x="28" y="583"/>
                    </a:lnTo>
                    <a:cubicBezTo>
                      <a:pt x="28" y="694"/>
                      <a:pt x="56" y="777"/>
                      <a:pt x="111" y="832"/>
                    </a:cubicBezTo>
                    <a:cubicBezTo>
                      <a:pt x="139" y="915"/>
                      <a:pt x="222" y="943"/>
                      <a:pt x="333" y="943"/>
                    </a:cubicBezTo>
                    <a:cubicBezTo>
                      <a:pt x="472" y="943"/>
                      <a:pt x="555" y="915"/>
                      <a:pt x="583" y="832"/>
                    </a:cubicBezTo>
                    <a:cubicBezTo>
                      <a:pt x="638" y="777"/>
                      <a:pt x="666" y="694"/>
                      <a:pt x="666" y="583"/>
                    </a:cubicBezTo>
                    <a:cubicBezTo>
                      <a:pt x="666" y="555"/>
                      <a:pt x="694" y="527"/>
                      <a:pt x="694" y="472"/>
                    </a:cubicBezTo>
                    <a:cubicBezTo>
                      <a:pt x="694" y="416"/>
                      <a:pt x="666" y="361"/>
                      <a:pt x="666" y="333"/>
                    </a:cubicBezTo>
                    <a:cubicBezTo>
                      <a:pt x="666" y="250"/>
                      <a:pt x="638" y="167"/>
                      <a:pt x="583" y="84"/>
                    </a:cubicBezTo>
                    <a:cubicBezTo>
                      <a:pt x="555" y="28"/>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65"/>
              <p:cNvSpPr/>
              <p:nvPr/>
            </p:nvSpPr>
            <p:spPr>
              <a:xfrm>
                <a:off x="8302250" y="3360888"/>
                <a:ext cx="17350" cy="23600"/>
              </a:xfrm>
              <a:custGeom>
                <a:avLst/>
                <a:gdLst/>
                <a:ahLst/>
                <a:cxnLst/>
                <a:rect l="l" t="t" r="r" b="b"/>
                <a:pathLst>
                  <a:path w="694" h="944" extrusionOk="0">
                    <a:moveTo>
                      <a:pt x="333" y="84"/>
                    </a:moveTo>
                    <a:cubicBezTo>
                      <a:pt x="416" y="84"/>
                      <a:pt x="472" y="112"/>
                      <a:pt x="500" y="167"/>
                    </a:cubicBezTo>
                    <a:cubicBezTo>
                      <a:pt x="527" y="223"/>
                      <a:pt x="555" y="278"/>
                      <a:pt x="555" y="361"/>
                    </a:cubicBezTo>
                    <a:cubicBezTo>
                      <a:pt x="555" y="389"/>
                      <a:pt x="555" y="417"/>
                      <a:pt x="555" y="472"/>
                    </a:cubicBezTo>
                    <a:cubicBezTo>
                      <a:pt x="555" y="500"/>
                      <a:pt x="555" y="555"/>
                      <a:pt x="555" y="583"/>
                    </a:cubicBezTo>
                    <a:cubicBezTo>
                      <a:pt x="555" y="638"/>
                      <a:pt x="527" y="722"/>
                      <a:pt x="500" y="749"/>
                    </a:cubicBezTo>
                    <a:cubicBezTo>
                      <a:pt x="472" y="805"/>
                      <a:pt x="416" y="833"/>
                      <a:pt x="333" y="833"/>
                    </a:cubicBezTo>
                    <a:cubicBezTo>
                      <a:pt x="278" y="833"/>
                      <a:pt x="222" y="805"/>
                      <a:pt x="195" y="749"/>
                    </a:cubicBezTo>
                    <a:cubicBezTo>
                      <a:pt x="167" y="722"/>
                      <a:pt x="139" y="638"/>
                      <a:pt x="139" y="583"/>
                    </a:cubicBezTo>
                    <a:lnTo>
                      <a:pt x="139" y="472"/>
                    </a:lnTo>
                    <a:lnTo>
                      <a:pt x="139" y="361"/>
                    </a:lnTo>
                    <a:cubicBezTo>
                      <a:pt x="139" y="278"/>
                      <a:pt x="167" y="223"/>
                      <a:pt x="195" y="167"/>
                    </a:cubicBezTo>
                    <a:cubicBezTo>
                      <a:pt x="222" y="112"/>
                      <a:pt x="278" y="84"/>
                      <a:pt x="333" y="84"/>
                    </a:cubicBezTo>
                    <a:close/>
                    <a:moveTo>
                      <a:pt x="333" y="1"/>
                    </a:moveTo>
                    <a:cubicBezTo>
                      <a:pt x="222" y="1"/>
                      <a:pt x="139" y="29"/>
                      <a:pt x="111" y="84"/>
                    </a:cubicBezTo>
                    <a:cubicBezTo>
                      <a:pt x="56" y="167"/>
                      <a:pt x="28" y="250"/>
                      <a:pt x="28" y="334"/>
                    </a:cubicBezTo>
                    <a:lnTo>
                      <a:pt x="0" y="472"/>
                    </a:lnTo>
                    <a:lnTo>
                      <a:pt x="28" y="583"/>
                    </a:lnTo>
                    <a:cubicBezTo>
                      <a:pt x="28" y="694"/>
                      <a:pt x="56" y="777"/>
                      <a:pt x="111" y="833"/>
                    </a:cubicBezTo>
                    <a:cubicBezTo>
                      <a:pt x="139" y="916"/>
                      <a:pt x="222" y="943"/>
                      <a:pt x="333" y="943"/>
                    </a:cubicBezTo>
                    <a:cubicBezTo>
                      <a:pt x="472" y="943"/>
                      <a:pt x="555" y="916"/>
                      <a:pt x="583" y="833"/>
                    </a:cubicBezTo>
                    <a:cubicBezTo>
                      <a:pt x="638" y="777"/>
                      <a:pt x="666" y="694"/>
                      <a:pt x="666" y="583"/>
                    </a:cubicBezTo>
                    <a:cubicBezTo>
                      <a:pt x="666" y="555"/>
                      <a:pt x="694" y="528"/>
                      <a:pt x="694" y="472"/>
                    </a:cubicBezTo>
                    <a:cubicBezTo>
                      <a:pt x="694" y="417"/>
                      <a:pt x="666" y="361"/>
                      <a:pt x="666" y="334"/>
                    </a:cubicBezTo>
                    <a:cubicBezTo>
                      <a:pt x="666" y="250"/>
                      <a:pt x="638" y="167"/>
                      <a:pt x="583" y="84"/>
                    </a:cubicBezTo>
                    <a:cubicBezTo>
                      <a:pt x="555" y="29"/>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65"/>
              <p:cNvSpPr/>
              <p:nvPr/>
            </p:nvSpPr>
            <p:spPr>
              <a:xfrm>
                <a:off x="8301900" y="3755463"/>
                <a:ext cx="17350" cy="23575"/>
              </a:xfrm>
              <a:custGeom>
                <a:avLst/>
                <a:gdLst/>
                <a:ahLst/>
                <a:cxnLst/>
                <a:rect l="l" t="t" r="r" b="b"/>
                <a:pathLst>
                  <a:path w="694" h="943" extrusionOk="0">
                    <a:moveTo>
                      <a:pt x="333" y="83"/>
                    </a:moveTo>
                    <a:cubicBezTo>
                      <a:pt x="416" y="83"/>
                      <a:pt x="472" y="111"/>
                      <a:pt x="500" y="166"/>
                    </a:cubicBezTo>
                    <a:cubicBezTo>
                      <a:pt x="527" y="222"/>
                      <a:pt x="555" y="277"/>
                      <a:pt x="555" y="361"/>
                    </a:cubicBezTo>
                    <a:cubicBezTo>
                      <a:pt x="555" y="388"/>
                      <a:pt x="555" y="416"/>
                      <a:pt x="555" y="471"/>
                    </a:cubicBezTo>
                    <a:cubicBezTo>
                      <a:pt x="555" y="499"/>
                      <a:pt x="555" y="555"/>
                      <a:pt x="555" y="582"/>
                    </a:cubicBezTo>
                    <a:cubicBezTo>
                      <a:pt x="555" y="638"/>
                      <a:pt x="527" y="721"/>
                      <a:pt x="500" y="749"/>
                    </a:cubicBezTo>
                    <a:cubicBezTo>
                      <a:pt x="472" y="804"/>
                      <a:pt x="416" y="832"/>
                      <a:pt x="333" y="832"/>
                    </a:cubicBezTo>
                    <a:cubicBezTo>
                      <a:pt x="278" y="832"/>
                      <a:pt x="222" y="804"/>
                      <a:pt x="195" y="749"/>
                    </a:cubicBezTo>
                    <a:cubicBezTo>
                      <a:pt x="167" y="721"/>
                      <a:pt x="139" y="638"/>
                      <a:pt x="139" y="582"/>
                    </a:cubicBezTo>
                    <a:lnTo>
                      <a:pt x="139" y="471"/>
                    </a:lnTo>
                    <a:lnTo>
                      <a:pt x="139" y="361"/>
                    </a:lnTo>
                    <a:cubicBezTo>
                      <a:pt x="139" y="277"/>
                      <a:pt x="167" y="222"/>
                      <a:pt x="195" y="166"/>
                    </a:cubicBezTo>
                    <a:cubicBezTo>
                      <a:pt x="222" y="111"/>
                      <a:pt x="278" y="83"/>
                      <a:pt x="333" y="83"/>
                    </a:cubicBezTo>
                    <a:close/>
                    <a:moveTo>
                      <a:pt x="333" y="0"/>
                    </a:moveTo>
                    <a:cubicBezTo>
                      <a:pt x="222" y="0"/>
                      <a:pt x="139" y="28"/>
                      <a:pt x="111" y="83"/>
                    </a:cubicBezTo>
                    <a:cubicBezTo>
                      <a:pt x="56" y="166"/>
                      <a:pt x="28" y="250"/>
                      <a:pt x="28" y="333"/>
                    </a:cubicBezTo>
                    <a:lnTo>
                      <a:pt x="0" y="471"/>
                    </a:lnTo>
                    <a:lnTo>
                      <a:pt x="28" y="582"/>
                    </a:lnTo>
                    <a:cubicBezTo>
                      <a:pt x="28" y="693"/>
                      <a:pt x="56" y="776"/>
                      <a:pt x="111" y="832"/>
                    </a:cubicBezTo>
                    <a:cubicBezTo>
                      <a:pt x="139" y="915"/>
                      <a:pt x="222" y="943"/>
                      <a:pt x="333" y="943"/>
                    </a:cubicBezTo>
                    <a:cubicBezTo>
                      <a:pt x="472" y="943"/>
                      <a:pt x="555" y="915"/>
                      <a:pt x="583" y="832"/>
                    </a:cubicBezTo>
                    <a:cubicBezTo>
                      <a:pt x="638" y="776"/>
                      <a:pt x="666" y="693"/>
                      <a:pt x="666" y="582"/>
                    </a:cubicBezTo>
                    <a:cubicBezTo>
                      <a:pt x="666" y="555"/>
                      <a:pt x="694" y="527"/>
                      <a:pt x="694" y="471"/>
                    </a:cubicBezTo>
                    <a:cubicBezTo>
                      <a:pt x="694" y="416"/>
                      <a:pt x="666" y="361"/>
                      <a:pt x="666" y="333"/>
                    </a:cubicBezTo>
                    <a:cubicBezTo>
                      <a:pt x="666" y="250"/>
                      <a:pt x="638" y="166"/>
                      <a:pt x="583" y="83"/>
                    </a:cubicBezTo>
                    <a:cubicBezTo>
                      <a:pt x="555" y="28"/>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65"/>
              <p:cNvSpPr/>
              <p:nvPr/>
            </p:nvSpPr>
            <p:spPr>
              <a:xfrm>
                <a:off x="8302600" y="4150013"/>
                <a:ext cx="17350" cy="24275"/>
              </a:xfrm>
              <a:custGeom>
                <a:avLst/>
                <a:gdLst/>
                <a:ahLst/>
                <a:cxnLst/>
                <a:rect l="l" t="t" r="r" b="b"/>
                <a:pathLst>
                  <a:path w="694" h="971" extrusionOk="0">
                    <a:moveTo>
                      <a:pt x="333" y="111"/>
                    </a:moveTo>
                    <a:cubicBezTo>
                      <a:pt x="416" y="111"/>
                      <a:pt x="472" y="139"/>
                      <a:pt x="500" y="194"/>
                    </a:cubicBezTo>
                    <a:cubicBezTo>
                      <a:pt x="527" y="222"/>
                      <a:pt x="555" y="305"/>
                      <a:pt x="555" y="388"/>
                    </a:cubicBezTo>
                    <a:cubicBezTo>
                      <a:pt x="555" y="388"/>
                      <a:pt x="555" y="444"/>
                      <a:pt x="555" y="471"/>
                    </a:cubicBezTo>
                    <a:cubicBezTo>
                      <a:pt x="555" y="527"/>
                      <a:pt x="555" y="582"/>
                      <a:pt x="555" y="582"/>
                    </a:cubicBezTo>
                    <a:cubicBezTo>
                      <a:pt x="555" y="665"/>
                      <a:pt x="527" y="749"/>
                      <a:pt x="500" y="776"/>
                    </a:cubicBezTo>
                    <a:cubicBezTo>
                      <a:pt x="472" y="832"/>
                      <a:pt x="416" y="860"/>
                      <a:pt x="333" y="860"/>
                    </a:cubicBezTo>
                    <a:cubicBezTo>
                      <a:pt x="278" y="860"/>
                      <a:pt x="222" y="832"/>
                      <a:pt x="195" y="776"/>
                    </a:cubicBezTo>
                    <a:cubicBezTo>
                      <a:pt x="167" y="749"/>
                      <a:pt x="139" y="665"/>
                      <a:pt x="139" y="582"/>
                    </a:cubicBezTo>
                    <a:lnTo>
                      <a:pt x="139" y="471"/>
                    </a:lnTo>
                    <a:lnTo>
                      <a:pt x="139" y="388"/>
                    </a:lnTo>
                    <a:cubicBezTo>
                      <a:pt x="139" y="305"/>
                      <a:pt x="167" y="222"/>
                      <a:pt x="195" y="194"/>
                    </a:cubicBezTo>
                    <a:cubicBezTo>
                      <a:pt x="222" y="139"/>
                      <a:pt x="278" y="111"/>
                      <a:pt x="333" y="111"/>
                    </a:cubicBezTo>
                    <a:close/>
                    <a:moveTo>
                      <a:pt x="333" y="0"/>
                    </a:moveTo>
                    <a:cubicBezTo>
                      <a:pt x="222" y="0"/>
                      <a:pt x="139" y="55"/>
                      <a:pt x="111" y="111"/>
                    </a:cubicBezTo>
                    <a:cubicBezTo>
                      <a:pt x="56" y="166"/>
                      <a:pt x="28" y="277"/>
                      <a:pt x="28" y="360"/>
                    </a:cubicBezTo>
                    <a:lnTo>
                      <a:pt x="0" y="499"/>
                    </a:lnTo>
                    <a:lnTo>
                      <a:pt x="28" y="610"/>
                    </a:lnTo>
                    <a:cubicBezTo>
                      <a:pt x="28" y="721"/>
                      <a:pt x="56" y="804"/>
                      <a:pt x="111" y="860"/>
                    </a:cubicBezTo>
                    <a:cubicBezTo>
                      <a:pt x="139" y="915"/>
                      <a:pt x="222" y="970"/>
                      <a:pt x="333" y="970"/>
                    </a:cubicBezTo>
                    <a:cubicBezTo>
                      <a:pt x="472" y="970"/>
                      <a:pt x="555" y="915"/>
                      <a:pt x="583" y="860"/>
                    </a:cubicBezTo>
                    <a:cubicBezTo>
                      <a:pt x="638" y="804"/>
                      <a:pt x="666" y="721"/>
                      <a:pt x="666" y="610"/>
                    </a:cubicBezTo>
                    <a:cubicBezTo>
                      <a:pt x="666" y="582"/>
                      <a:pt x="694" y="527"/>
                      <a:pt x="694" y="499"/>
                    </a:cubicBezTo>
                    <a:cubicBezTo>
                      <a:pt x="694" y="444"/>
                      <a:pt x="666" y="388"/>
                      <a:pt x="666" y="360"/>
                    </a:cubicBezTo>
                    <a:cubicBezTo>
                      <a:pt x="666" y="277"/>
                      <a:pt x="638" y="166"/>
                      <a:pt x="583" y="111"/>
                    </a:cubicBezTo>
                    <a:cubicBezTo>
                      <a:pt x="555" y="55"/>
                      <a:pt x="472" y="0"/>
                      <a:pt x="3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65"/>
              <p:cNvSpPr/>
              <p:nvPr/>
            </p:nvSpPr>
            <p:spPr>
              <a:xfrm>
                <a:off x="8301900" y="4545263"/>
                <a:ext cx="17350" cy="23600"/>
              </a:xfrm>
              <a:custGeom>
                <a:avLst/>
                <a:gdLst/>
                <a:ahLst/>
                <a:cxnLst/>
                <a:rect l="l" t="t" r="r" b="b"/>
                <a:pathLst>
                  <a:path w="694" h="944" extrusionOk="0">
                    <a:moveTo>
                      <a:pt x="333" y="112"/>
                    </a:moveTo>
                    <a:cubicBezTo>
                      <a:pt x="416" y="112"/>
                      <a:pt x="472" y="139"/>
                      <a:pt x="500" y="195"/>
                    </a:cubicBezTo>
                    <a:cubicBezTo>
                      <a:pt x="527" y="222"/>
                      <a:pt x="555" y="306"/>
                      <a:pt x="555" y="361"/>
                    </a:cubicBezTo>
                    <a:cubicBezTo>
                      <a:pt x="555" y="389"/>
                      <a:pt x="555" y="444"/>
                      <a:pt x="555" y="472"/>
                    </a:cubicBezTo>
                    <a:cubicBezTo>
                      <a:pt x="555" y="527"/>
                      <a:pt x="555" y="555"/>
                      <a:pt x="555" y="583"/>
                    </a:cubicBezTo>
                    <a:cubicBezTo>
                      <a:pt x="555" y="666"/>
                      <a:pt x="527" y="749"/>
                      <a:pt x="500" y="777"/>
                    </a:cubicBezTo>
                    <a:cubicBezTo>
                      <a:pt x="472" y="832"/>
                      <a:pt x="416" y="860"/>
                      <a:pt x="333" y="860"/>
                    </a:cubicBezTo>
                    <a:cubicBezTo>
                      <a:pt x="278" y="860"/>
                      <a:pt x="222" y="832"/>
                      <a:pt x="195" y="777"/>
                    </a:cubicBezTo>
                    <a:cubicBezTo>
                      <a:pt x="167" y="749"/>
                      <a:pt x="139" y="666"/>
                      <a:pt x="139" y="583"/>
                    </a:cubicBezTo>
                    <a:lnTo>
                      <a:pt x="139" y="472"/>
                    </a:lnTo>
                    <a:lnTo>
                      <a:pt x="139" y="361"/>
                    </a:lnTo>
                    <a:cubicBezTo>
                      <a:pt x="139" y="306"/>
                      <a:pt x="167" y="222"/>
                      <a:pt x="195" y="195"/>
                    </a:cubicBezTo>
                    <a:cubicBezTo>
                      <a:pt x="222" y="139"/>
                      <a:pt x="278" y="112"/>
                      <a:pt x="333" y="112"/>
                    </a:cubicBezTo>
                    <a:close/>
                    <a:moveTo>
                      <a:pt x="333" y="1"/>
                    </a:moveTo>
                    <a:cubicBezTo>
                      <a:pt x="222" y="1"/>
                      <a:pt x="139" y="56"/>
                      <a:pt x="111" y="112"/>
                    </a:cubicBezTo>
                    <a:cubicBezTo>
                      <a:pt x="56" y="167"/>
                      <a:pt x="28" y="250"/>
                      <a:pt x="28" y="361"/>
                    </a:cubicBezTo>
                    <a:lnTo>
                      <a:pt x="0" y="472"/>
                    </a:lnTo>
                    <a:lnTo>
                      <a:pt x="28" y="611"/>
                    </a:lnTo>
                    <a:cubicBezTo>
                      <a:pt x="28" y="694"/>
                      <a:pt x="56" y="805"/>
                      <a:pt x="111" y="860"/>
                    </a:cubicBezTo>
                    <a:cubicBezTo>
                      <a:pt x="139" y="916"/>
                      <a:pt x="222" y="943"/>
                      <a:pt x="333" y="943"/>
                    </a:cubicBezTo>
                    <a:cubicBezTo>
                      <a:pt x="472" y="943"/>
                      <a:pt x="555" y="916"/>
                      <a:pt x="583" y="860"/>
                    </a:cubicBezTo>
                    <a:cubicBezTo>
                      <a:pt x="638" y="805"/>
                      <a:pt x="666" y="694"/>
                      <a:pt x="666" y="611"/>
                    </a:cubicBezTo>
                    <a:cubicBezTo>
                      <a:pt x="666" y="583"/>
                      <a:pt x="694" y="527"/>
                      <a:pt x="694" y="472"/>
                    </a:cubicBezTo>
                    <a:cubicBezTo>
                      <a:pt x="694" y="444"/>
                      <a:pt x="666" y="389"/>
                      <a:pt x="666" y="361"/>
                    </a:cubicBezTo>
                    <a:cubicBezTo>
                      <a:pt x="666" y="250"/>
                      <a:pt x="638" y="167"/>
                      <a:pt x="583" y="112"/>
                    </a:cubicBezTo>
                    <a:cubicBezTo>
                      <a:pt x="555" y="56"/>
                      <a:pt x="472" y="1"/>
                      <a:pt x="3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65"/>
              <p:cNvSpPr/>
              <p:nvPr/>
            </p:nvSpPr>
            <p:spPr>
              <a:xfrm>
                <a:off x="8325813" y="2571738"/>
                <a:ext cx="10425" cy="22900"/>
              </a:xfrm>
              <a:custGeom>
                <a:avLst/>
                <a:gdLst/>
                <a:ahLst/>
                <a:cxnLst/>
                <a:rect l="l" t="t" r="r" b="b"/>
                <a:pathLst>
                  <a:path w="417" h="916" extrusionOk="0">
                    <a:moveTo>
                      <a:pt x="333" y="1"/>
                    </a:moveTo>
                    <a:cubicBezTo>
                      <a:pt x="306" y="1"/>
                      <a:pt x="306" y="1"/>
                      <a:pt x="278" y="29"/>
                    </a:cubicBezTo>
                    <a:lnTo>
                      <a:pt x="1" y="250"/>
                    </a:lnTo>
                    <a:cubicBezTo>
                      <a:pt x="1" y="278"/>
                      <a:pt x="1" y="278"/>
                      <a:pt x="1" y="278"/>
                    </a:cubicBezTo>
                    <a:lnTo>
                      <a:pt x="28" y="306"/>
                    </a:lnTo>
                    <a:cubicBezTo>
                      <a:pt x="28" y="334"/>
                      <a:pt x="56" y="334"/>
                      <a:pt x="56" y="334"/>
                    </a:cubicBezTo>
                    <a:lnTo>
                      <a:pt x="84" y="334"/>
                    </a:lnTo>
                    <a:lnTo>
                      <a:pt x="306" y="167"/>
                    </a:lnTo>
                    <a:lnTo>
                      <a:pt x="306" y="888"/>
                    </a:lnTo>
                    <a:cubicBezTo>
                      <a:pt x="306" y="916"/>
                      <a:pt x="306" y="916"/>
                      <a:pt x="306" y="916"/>
                    </a:cubicBezTo>
                    <a:lnTo>
                      <a:pt x="416" y="916"/>
                    </a:lnTo>
                    <a:cubicBezTo>
                      <a:pt x="416" y="916"/>
                      <a:pt x="416" y="916"/>
                      <a:pt x="416" y="888"/>
                    </a:cubicBezTo>
                    <a:lnTo>
                      <a:pt x="416" y="29"/>
                    </a:lnTo>
                    <a:cubicBezTo>
                      <a:pt x="389" y="1"/>
                      <a:pt x="389" y="1"/>
                      <a:pt x="3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65"/>
              <p:cNvSpPr/>
              <p:nvPr/>
            </p:nvSpPr>
            <p:spPr>
              <a:xfrm>
                <a:off x="8323400" y="2966303"/>
                <a:ext cx="15950" cy="22900"/>
              </a:xfrm>
              <a:custGeom>
                <a:avLst/>
                <a:gdLst/>
                <a:ahLst/>
                <a:cxnLst/>
                <a:rect l="l" t="t" r="r" b="b"/>
                <a:pathLst>
                  <a:path w="638" h="916" extrusionOk="0">
                    <a:moveTo>
                      <a:pt x="305" y="0"/>
                    </a:moveTo>
                    <a:cubicBezTo>
                      <a:pt x="250" y="0"/>
                      <a:pt x="194" y="0"/>
                      <a:pt x="139" y="28"/>
                    </a:cubicBezTo>
                    <a:cubicBezTo>
                      <a:pt x="111" y="56"/>
                      <a:pt x="83" y="84"/>
                      <a:pt x="56" y="139"/>
                    </a:cubicBezTo>
                    <a:cubicBezTo>
                      <a:pt x="28" y="167"/>
                      <a:pt x="0" y="222"/>
                      <a:pt x="0" y="278"/>
                    </a:cubicBezTo>
                    <a:lnTo>
                      <a:pt x="28" y="278"/>
                    </a:lnTo>
                    <a:cubicBezTo>
                      <a:pt x="28" y="305"/>
                      <a:pt x="28" y="305"/>
                      <a:pt x="28" y="305"/>
                    </a:cubicBezTo>
                    <a:lnTo>
                      <a:pt x="111" y="305"/>
                    </a:lnTo>
                    <a:cubicBezTo>
                      <a:pt x="111" y="305"/>
                      <a:pt x="111" y="305"/>
                      <a:pt x="111" y="278"/>
                    </a:cubicBezTo>
                    <a:lnTo>
                      <a:pt x="139" y="278"/>
                    </a:lnTo>
                    <a:cubicBezTo>
                      <a:pt x="139" y="222"/>
                      <a:pt x="167" y="167"/>
                      <a:pt x="194" y="139"/>
                    </a:cubicBezTo>
                    <a:cubicBezTo>
                      <a:pt x="222" y="111"/>
                      <a:pt x="250" y="84"/>
                      <a:pt x="305" y="84"/>
                    </a:cubicBezTo>
                    <a:cubicBezTo>
                      <a:pt x="361" y="84"/>
                      <a:pt x="416" y="111"/>
                      <a:pt x="444" y="139"/>
                    </a:cubicBezTo>
                    <a:cubicBezTo>
                      <a:pt x="472" y="167"/>
                      <a:pt x="472" y="222"/>
                      <a:pt x="472" y="250"/>
                    </a:cubicBezTo>
                    <a:cubicBezTo>
                      <a:pt x="472" y="305"/>
                      <a:pt x="472" y="333"/>
                      <a:pt x="444" y="361"/>
                    </a:cubicBezTo>
                    <a:cubicBezTo>
                      <a:pt x="416" y="416"/>
                      <a:pt x="388" y="444"/>
                      <a:pt x="305" y="500"/>
                    </a:cubicBezTo>
                    <a:lnTo>
                      <a:pt x="28" y="805"/>
                    </a:lnTo>
                    <a:cubicBezTo>
                      <a:pt x="0" y="805"/>
                      <a:pt x="0" y="832"/>
                      <a:pt x="0" y="860"/>
                    </a:cubicBezTo>
                    <a:lnTo>
                      <a:pt x="0" y="888"/>
                    </a:lnTo>
                    <a:cubicBezTo>
                      <a:pt x="0" y="888"/>
                      <a:pt x="0" y="915"/>
                      <a:pt x="0" y="915"/>
                    </a:cubicBezTo>
                    <a:lnTo>
                      <a:pt x="610" y="915"/>
                    </a:lnTo>
                    <a:cubicBezTo>
                      <a:pt x="638" y="915"/>
                      <a:pt x="638" y="888"/>
                      <a:pt x="638" y="888"/>
                    </a:cubicBezTo>
                    <a:lnTo>
                      <a:pt x="638" y="832"/>
                    </a:lnTo>
                    <a:lnTo>
                      <a:pt x="610" y="832"/>
                    </a:lnTo>
                    <a:cubicBezTo>
                      <a:pt x="610" y="805"/>
                      <a:pt x="610" y="805"/>
                      <a:pt x="610" y="805"/>
                    </a:cubicBezTo>
                    <a:lnTo>
                      <a:pt x="194" y="805"/>
                    </a:lnTo>
                    <a:lnTo>
                      <a:pt x="444" y="555"/>
                    </a:lnTo>
                    <a:cubicBezTo>
                      <a:pt x="499" y="500"/>
                      <a:pt x="555" y="444"/>
                      <a:pt x="582" y="416"/>
                    </a:cubicBezTo>
                    <a:cubicBezTo>
                      <a:pt x="610" y="361"/>
                      <a:pt x="610" y="305"/>
                      <a:pt x="610" y="250"/>
                    </a:cubicBezTo>
                    <a:cubicBezTo>
                      <a:pt x="610" y="195"/>
                      <a:pt x="582" y="111"/>
                      <a:pt x="527" y="56"/>
                    </a:cubicBezTo>
                    <a:cubicBezTo>
                      <a:pt x="499" y="0"/>
                      <a:pt x="416"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65"/>
              <p:cNvSpPr/>
              <p:nvPr/>
            </p:nvSpPr>
            <p:spPr>
              <a:xfrm>
                <a:off x="8323050" y="3360868"/>
                <a:ext cx="16650" cy="23600"/>
              </a:xfrm>
              <a:custGeom>
                <a:avLst/>
                <a:gdLst/>
                <a:ahLst/>
                <a:cxnLst/>
                <a:rect l="l" t="t" r="r" b="b"/>
                <a:pathLst>
                  <a:path w="666" h="944" extrusionOk="0">
                    <a:moveTo>
                      <a:pt x="28" y="1"/>
                    </a:moveTo>
                    <a:cubicBezTo>
                      <a:pt x="28" y="29"/>
                      <a:pt x="28" y="29"/>
                      <a:pt x="28" y="29"/>
                    </a:cubicBezTo>
                    <a:lnTo>
                      <a:pt x="28" y="84"/>
                    </a:lnTo>
                    <a:cubicBezTo>
                      <a:pt x="28" y="84"/>
                      <a:pt x="28" y="84"/>
                      <a:pt x="28" y="112"/>
                    </a:cubicBezTo>
                    <a:lnTo>
                      <a:pt x="444" y="112"/>
                    </a:lnTo>
                    <a:lnTo>
                      <a:pt x="194" y="389"/>
                    </a:lnTo>
                    <a:cubicBezTo>
                      <a:pt x="194" y="417"/>
                      <a:pt x="167" y="417"/>
                      <a:pt x="167" y="417"/>
                    </a:cubicBezTo>
                    <a:lnTo>
                      <a:pt x="167" y="472"/>
                    </a:lnTo>
                    <a:lnTo>
                      <a:pt x="194" y="472"/>
                    </a:lnTo>
                    <a:cubicBezTo>
                      <a:pt x="194" y="500"/>
                      <a:pt x="194" y="500"/>
                      <a:pt x="194" y="500"/>
                    </a:cubicBezTo>
                    <a:lnTo>
                      <a:pt x="333" y="500"/>
                    </a:lnTo>
                    <a:cubicBezTo>
                      <a:pt x="472" y="500"/>
                      <a:pt x="527" y="555"/>
                      <a:pt x="527" y="666"/>
                    </a:cubicBezTo>
                    <a:cubicBezTo>
                      <a:pt x="527" y="722"/>
                      <a:pt x="499" y="749"/>
                      <a:pt x="472" y="777"/>
                    </a:cubicBezTo>
                    <a:cubicBezTo>
                      <a:pt x="444" y="805"/>
                      <a:pt x="388" y="833"/>
                      <a:pt x="333" y="833"/>
                    </a:cubicBezTo>
                    <a:cubicBezTo>
                      <a:pt x="278" y="833"/>
                      <a:pt x="222" y="833"/>
                      <a:pt x="194" y="805"/>
                    </a:cubicBezTo>
                    <a:cubicBezTo>
                      <a:pt x="139" y="777"/>
                      <a:pt x="111" y="749"/>
                      <a:pt x="111" y="694"/>
                    </a:cubicBezTo>
                    <a:cubicBezTo>
                      <a:pt x="83" y="666"/>
                      <a:pt x="83" y="666"/>
                      <a:pt x="83" y="666"/>
                    </a:cubicBezTo>
                    <a:lnTo>
                      <a:pt x="28" y="666"/>
                    </a:lnTo>
                    <a:cubicBezTo>
                      <a:pt x="0" y="666"/>
                      <a:pt x="0" y="666"/>
                      <a:pt x="0" y="694"/>
                    </a:cubicBezTo>
                    <a:cubicBezTo>
                      <a:pt x="0" y="749"/>
                      <a:pt x="0" y="777"/>
                      <a:pt x="28" y="805"/>
                    </a:cubicBezTo>
                    <a:cubicBezTo>
                      <a:pt x="56" y="860"/>
                      <a:pt x="83" y="888"/>
                      <a:pt x="139" y="916"/>
                    </a:cubicBezTo>
                    <a:cubicBezTo>
                      <a:pt x="194" y="916"/>
                      <a:pt x="250" y="943"/>
                      <a:pt x="333" y="943"/>
                    </a:cubicBezTo>
                    <a:cubicBezTo>
                      <a:pt x="388" y="943"/>
                      <a:pt x="444" y="916"/>
                      <a:pt x="499" y="916"/>
                    </a:cubicBezTo>
                    <a:cubicBezTo>
                      <a:pt x="555" y="888"/>
                      <a:pt x="582" y="860"/>
                      <a:pt x="610" y="805"/>
                    </a:cubicBezTo>
                    <a:cubicBezTo>
                      <a:pt x="638" y="777"/>
                      <a:pt x="666" y="722"/>
                      <a:pt x="666" y="666"/>
                    </a:cubicBezTo>
                    <a:cubicBezTo>
                      <a:pt x="666" y="583"/>
                      <a:pt x="638" y="500"/>
                      <a:pt x="582" y="472"/>
                    </a:cubicBezTo>
                    <a:cubicBezTo>
                      <a:pt x="527" y="417"/>
                      <a:pt x="444" y="389"/>
                      <a:pt x="361" y="389"/>
                    </a:cubicBezTo>
                    <a:lnTo>
                      <a:pt x="333" y="389"/>
                    </a:lnTo>
                    <a:lnTo>
                      <a:pt x="610" y="112"/>
                    </a:lnTo>
                    <a:cubicBezTo>
                      <a:pt x="610" y="84"/>
                      <a:pt x="610" y="84"/>
                      <a:pt x="610" y="84"/>
                    </a:cubicBezTo>
                    <a:lnTo>
                      <a:pt x="610" y="29"/>
                    </a:lnTo>
                    <a:cubicBezTo>
                      <a:pt x="610" y="29"/>
                      <a:pt x="610" y="29"/>
                      <a:pt x="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65"/>
              <p:cNvSpPr/>
              <p:nvPr/>
            </p:nvSpPr>
            <p:spPr>
              <a:xfrm>
                <a:off x="8322000" y="3756132"/>
                <a:ext cx="18050" cy="22900"/>
              </a:xfrm>
              <a:custGeom>
                <a:avLst/>
                <a:gdLst/>
                <a:ahLst/>
                <a:cxnLst/>
                <a:rect l="l" t="t" r="r" b="b"/>
                <a:pathLst>
                  <a:path w="722" h="916" extrusionOk="0">
                    <a:moveTo>
                      <a:pt x="444" y="139"/>
                    </a:moveTo>
                    <a:lnTo>
                      <a:pt x="444" y="582"/>
                    </a:lnTo>
                    <a:lnTo>
                      <a:pt x="139" y="582"/>
                    </a:lnTo>
                    <a:lnTo>
                      <a:pt x="444" y="139"/>
                    </a:lnTo>
                    <a:close/>
                    <a:moveTo>
                      <a:pt x="416" y="0"/>
                    </a:moveTo>
                    <a:cubicBezTo>
                      <a:pt x="416" y="0"/>
                      <a:pt x="416" y="28"/>
                      <a:pt x="416" y="28"/>
                    </a:cubicBezTo>
                    <a:lnTo>
                      <a:pt x="1" y="582"/>
                    </a:lnTo>
                    <a:cubicBezTo>
                      <a:pt x="1" y="582"/>
                      <a:pt x="1" y="610"/>
                      <a:pt x="1" y="610"/>
                    </a:cubicBezTo>
                    <a:lnTo>
                      <a:pt x="1" y="666"/>
                    </a:lnTo>
                    <a:cubicBezTo>
                      <a:pt x="1" y="666"/>
                      <a:pt x="1" y="693"/>
                      <a:pt x="1" y="693"/>
                    </a:cubicBezTo>
                    <a:lnTo>
                      <a:pt x="444" y="693"/>
                    </a:lnTo>
                    <a:lnTo>
                      <a:pt x="444" y="887"/>
                    </a:lnTo>
                    <a:cubicBezTo>
                      <a:pt x="444" y="887"/>
                      <a:pt x="472" y="915"/>
                      <a:pt x="472" y="915"/>
                    </a:cubicBezTo>
                    <a:lnTo>
                      <a:pt x="555" y="915"/>
                    </a:lnTo>
                    <a:cubicBezTo>
                      <a:pt x="583" y="915"/>
                      <a:pt x="583" y="887"/>
                      <a:pt x="583" y="887"/>
                    </a:cubicBezTo>
                    <a:lnTo>
                      <a:pt x="583" y="693"/>
                    </a:lnTo>
                    <a:lnTo>
                      <a:pt x="721" y="693"/>
                    </a:lnTo>
                    <a:cubicBezTo>
                      <a:pt x="721" y="693"/>
                      <a:pt x="721" y="666"/>
                      <a:pt x="721" y="666"/>
                    </a:cubicBezTo>
                    <a:lnTo>
                      <a:pt x="721" y="610"/>
                    </a:lnTo>
                    <a:cubicBezTo>
                      <a:pt x="721" y="582"/>
                      <a:pt x="694" y="582"/>
                      <a:pt x="694" y="582"/>
                    </a:cubicBezTo>
                    <a:lnTo>
                      <a:pt x="583" y="582"/>
                    </a:lnTo>
                    <a:lnTo>
                      <a:pt x="583" y="28"/>
                    </a:lnTo>
                    <a:cubicBezTo>
                      <a:pt x="583" y="28"/>
                      <a:pt x="583" y="28"/>
                      <a:pt x="5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65"/>
              <p:cNvSpPr/>
              <p:nvPr/>
            </p:nvSpPr>
            <p:spPr>
              <a:xfrm>
                <a:off x="8323400" y="4150698"/>
                <a:ext cx="15950" cy="23600"/>
              </a:xfrm>
              <a:custGeom>
                <a:avLst/>
                <a:gdLst/>
                <a:ahLst/>
                <a:cxnLst/>
                <a:rect l="l" t="t" r="r" b="b"/>
                <a:pathLst>
                  <a:path w="638" h="944" extrusionOk="0">
                    <a:moveTo>
                      <a:pt x="111" y="1"/>
                    </a:moveTo>
                    <a:cubicBezTo>
                      <a:pt x="83" y="1"/>
                      <a:pt x="83" y="1"/>
                      <a:pt x="83" y="28"/>
                    </a:cubicBezTo>
                    <a:lnTo>
                      <a:pt x="28" y="472"/>
                    </a:lnTo>
                    <a:cubicBezTo>
                      <a:pt x="28" y="472"/>
                      <a:pt x="28" y="472"/>
                      <a:pt x="28" y="500"/>
                    </a:cubicBezTo>
                    <a:lnTo>
                      <a:pt x="139" y="500"/>
                    </a:lnTo>
                    <a:cubicBezTo>
                      <a:pt x="167" y="500"/>
                      <a:pt x="167" y="472"/>
                      <a:pt x="167" y="472"/>
                    </a:cubicBezTo>
                    <a:cubicBezTo>
                      <a:pt x="194" y="472"/>
                      <a:pt x="222" y="444"/>
                      <a:pt x="250" y="444"/>
                    </a:cubicBezTo>
                    <a:cubicBezTo>
                      <a:pt x="250" y="444"/>
                      <a:pt x="278" y="417"/>
                      <a:pt x="305" y="417"/>
                    </a:cubicBezTo>
                    <a:cubicBezTo>
                      <a:pt x="361" y="417"/>
                      <a:pt x="416" y="444"/>
                      <a:pt x="472" y="472"/>
                    </a:cubicBezTo>
                    <a:cubicBezTo>
                      <a:pt x="499" y="528"/>
                      <a:pt x="527" y="555"/>
                      <a:pt x="527" y="611"/>
                    </a:cubicBezTo>
                    <a:cubicBezTo>
                      <a:pt x="527" y="694"/>
                      <a:pt x="499" y="722"/>
                      <a:pt x="472" y="777"/>
                    </a:cubicBezTo>
                    <a:cubicBezTo>
                      <a:pt x="416" y="805"/>
                      <a:pt x="361" y="833"/>
                      <a:pt x="305" y="833"/>
                    </a:cubicBezTo>
                    <a:cubicBezTo>
                      <a:pt x="278" y="833"/>
                      <a:pt x="222" y="805"/>
                      <a:pt x="194" y="777"/>
                    </a:cubicBezTo>
                    <a:cubicBezTo>
                      <a:pt x="167" y="777"/>
                      <a:pt x="139" y="722"/>
                      <a:pt x="111" y="694"/>
                    </a:cubicBezTo>
                    <a:cubicBezTo>
                      <a:pt x="111" y="666"/>
                      <a:pt x="111" y="666"/>
                      <a:pt x="83" y="666"/>
                    </a:cubicBezTo>
                    <a:lnTo>
                      <a:pt x="0" y="666"/>
                    </a:lnTo>
                    <a:lnTo>
                      <a:pt x="0" y="694"/>
                    </a:lnTo>
                    <a:cubicBezTo>
                      <a:pt x="0" y="722"/>
                      <a:pt x="0" y="777"/>
                      <a:pt x="28" y="805"/>
                    </a:cubicBezTo>
                    <a:cubicBezTo>
                      <a:pt x="56" y="833"/>
                      <a:pt x="83" y="860"/>
                      <a:pt x="139" y="888"/>
                    </a:cubicBezTo>
                    <a:cubicBezTo>
                      <a:pt x="194" y="916"/>
                      <a:pt x="250" y="943"/>
                      <a:pt x="305" y="943"/>
                    </a:cubicBezTo>
                    <a:cubicBezTo>
                      <a:pt x="388" y="943"/>
                      <a:pt x="444" y="916"/>
                      <a:pt x="472" y="888"/>
                    </a:cubicBezTo>
                    <a:cubicBezTo>
                      <a:pt x="527" y="860"/>
                      <a:pt x="582" y="833"/>
                      <a:pt x="610" y="777"/>
                    </a:cubicBezTo>
                    <a:cubicBezTo>
                      <a:pt x="638" y="749"/>
                      <a:pt x="638" y="694"/>
                      <a:pt x="638" y="611"/>
                    </a:cubicBezTo>
                    <a:cubicBezTo>
                      <a:pt x="638" y="555"/>
                      <a:pt x="638" y="500"/>
                      <a:pt x="610" y="472"/>
                    </a:cubicBezTo>
                    <a:cubicBezTo>
                      <a:pt x="582" y="417"/>
                      <a:pt x="527" y="389"/>
                      <a:pt x="499" y="361"/>
                    </a:cubicBezTo>
                    <a:cubicBezTo>
                      <a:pt x="444" y="333"/>
                      <a:pt x="388" y="333"/>
                      <a:pt x="333" y="333"/>
                    </a:cubicBezTo>
                    <a:cubicBezTo>
                      <a:pt x="250" y="333"/>
                      <a:pt x="194" y="333"/>
                      <a:pt x="167" y="361"/>
                    </a:cubicBezTo>
                    <a:lnTo>
                      <a:pt x="194" y="112"/>
                    </a:lnTo>
                    <a:lnTo>
                      <a:pt x="582" y="112"/>
                    </a:lnTo>
                    <a:cubicBezTo>
                      <a:pt x="582" y="84"/>
                      <a:pt x="582" y="84"/>
                      <a:pt x="582" y="84"/>
                    </a:cubicBezTo>
                    <a:lnTo>
                      <a:pt x="582" y="28"/>
                    </a:lnTo>
                    <a:cubicBezTo>
                      <a:pt x="582" y="28"/>
                      <a:pt x="582" y="1"/>
                      <a:pt x="5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65"/>
              <p:cNvSpPr/>
              <p:nvPr/>
            </p:nvSpPr>
            <p:spPr>
              <a:xfrm>
                <a:off x="8322700" y="4545963"/>
                <a:ext cx="16650" cy="22900"/>
              </a:xfrm>
              <a:custGeom>
                <a:avLst/>
                <a:gdLst/>
                <a:ahLst/>
                <a:cxnLst/>
                <a:rect l="l" t="t" r="r" b="b"/>
                <a:pathLst>
                  <a:path w="666" h="916" extrusionOk="0">
                    <a:moveTo>
                      <a:pt x="333" y="416"/>
                    </a:moveTo>
                    <a:cubicBezTo>
                      <a:pt x="361" y="416"/>
                      <a:pt x="416" y="416"/>
                      <a:pt x="444" y="444"/>
                    </a:cubicBezTo>
                    <a:cubicBezTo>
                      <a:pt x="472" y="444"/>
                      <a:pt x="499" y="472"/>
                      <a:pt x="527" y="499"/>
                    </a:cubicBezTo>
                    <a:cubicBezTo>
                      <a:pt x="527" y="527"/>
                      <a:pt x="555" y="583"/>
                      <a:pt x="555" y="610"/>
                    </a:cubicBezTo>
                    <a:cubicBezTo>
                      <a:pt x="555" y="666"/>
                      <a:pt x="527" y="694"/>
                      <a:pt x="527" y="721"/>
                    </a:cubicBezTo>
                    <a:cubicBezTo>
                      <a:pt x="499" y="749"/>
                      <a:pt x="472" y="777"/>
                      <a:pt x="444" y="804"/>
                    </a:cubicBezTo>
                    <a:cubicBezTo>
                      <a:pt x="416" y="804"/>
                      <a:pt x="361" y="832"/>
                      <a:pt x="333" y="832"/>
                    </a:cubicBezTo>
                    <a:cubicBezTo>
                      <a:pt x="305" y="832"/>
                      <a:pt x="250" y="804"/>
                      <a:pt x="222" y="804"/>
                    </a:cubicBezTo>
                    <a:cubicBezTo>
                      <a:pt x="194" y="777"/>
                      <a:pt x="167" y="749"/>
                      <a:pt x="139" y="721"/>
                    </a:cubicBezTo>
                    <a:cubicBezTo>
                      <a:pt x="139" y="694"/>
                      <a:pt x="111" y="666"/>
                      <a:pt x="111" y="610"/>
                    </a:cubicBezTo>
                    <a:cubicBezTo>
                      <a:pt x="111" y="583"/>
                      <a:pt x="139" y="527"/>
                      <a:pt x="139" y="499"/>
                    </a:cubicBezTo>
                    <a:cubicBezTo>
                      <a:pt x="167" y="472"/>
                      <a:pt x="194" y="444"/>
                      <a:pt x="222" y="444"/>
                    </a:cubicBezTo>
                    <a:cubicBezTo>
                      <a:pt x="250" y="416"/>
                      <a:pt x="305" y="416"/>
                      <a:pt x="333" y="416"/>
                    </a:cubicBezTo>
                    <a:close/>
                    <a:moveTo>
                      <a:pt x="333" y="0"/>
                    </a:moveTo>
                    <a:cubicBezTo>
                      <a:pt x="333" y="28"/>
                      <a:pt x="333" y="28"/>
                      <a:pt x="333" y="28"/>
                    </a:cubicBezTo>
                    <a:lnTo>
                      <a:pt x="83" y="361"/>
                    </a:lnTo>
                    <a:cubicBezTo>
                      <a:pt x="28" y="444"/>
                      <a:pt x="0" y="527"/>
                      <a:pt x="0" y="610"/>
                    </a:cubicBezTo>
                    <a:cubicBezTo>
                      <a:pt x="0" y="666"/>
                      <a:pt x="0" y="721"/>
                      <a:pt x="28" y="777"/>
                    </a:cubicBezTo>
                    <a:cubicBezTo>
                      <a:pt x="56" y="832"/>
                      <a:pt x="111" y="860"/>
                      <a:pt x="139" y="888"/>
                    </a:cubicBezTo>
                    <a:cubicBezTo>
                      <a:pt x="194" y="915"/>
                      <a:pt x="278" y="915"/>
                      <a:pt x="333" y="915"/>
                    </a:cubicBezTo>
                    <a:cubicBezTo>
                      <a:pt x="416" y="915"/>
                      <a:pt x="472" y="915"/>
                      <a:pt x="527" y="888"/>
                    </a:cubicBezTo>
                    <a:cubicBezTo>
                      <a:pt x="555" y="860"/>
                      <a:pt x="610" y="804"/>
                      <a:pt x="638" y="777"/>
                    </a:cubicBezTo>
                    <a:cubicBezTo>
                      <a:pt x="666" y="721"/>
                      <a:pt x="666" y="666"/>
                      <a:pt x="666" y="610"/>
                    </a:cubicBezTo>
                    <a:cubicBezTo>
                      <a:pt x="666" y="555"/>
                      <a:pt x="666" y="499"/>
                      <a:pt x="638" y="472"/>
                    </a:cubicBezTo>
                    <a:cubicBezTo>
                      <a:pt x="610" y="416"/>
                      <a:pt x="555" y="361"/>
                      <a:pt x="527" y="333"/>
                    </a:cubicBezTo>
                    <a:cubicBezTo>
                      <a:pt x="472" y="305"/>
                      <a:pt x="416" y="305"/>
                      <a:pt x="361" y="305"/>
                    </a:cubicBezTo>
                    <a:lnTo>
                      <a:pt x="278" y="305"/>
                    </a:lnTo>
                    <a:lnTo>
                      <a:pt x="472" y="28"/>
                    </a:lnTo>
                    <a:cubicBezTo>
                      <a:pt x="472" y="28"/>
                      <a:pt x="472" y="0"/>
                      <a:pt x="47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2" name="Google Shape;1672;p65"/>
            <p:cNvGrpSpPr/>
            <p:nvPr/>
          </p:nvGrpSpPr>
          <p:grpSpPr>
            <a:xfrm>
              <a:off x="5614975" y="4609225"/>
              <a:ext cx="2597125" cy="40925"/>
              <a:chOff x="5614975" y="4609225"/>
              <a:chExt cx="2597125" cy="40925"/>
            </a:xfrm>
          </p:grpSpPr>
          <p:sp>
            <p:nvSpPr>
              <p:cNvPr id="1673" name="Google Shape;1673;p65"/>
              <p:cNvSpPr/>
              <p:nvPr/>
            </p:nvSpPr>
            <p:spPr>
              <a:xfrm>
                <a:off x="5614975" y="4632100"/>
                <a:ext cx="24974" cy="18050"/>
              </a:xfrm>
              <a:custGeom>
                <a:avLst/>
                <a:gdLst/>
                <a:ahLst/>
                <a:cxnLst/>
                <a:rect l="l" t="t" r="r" b="b"/>
                <a:pathLst>
                  <a:path w="1027" h="722" extrusionOk="0">
                    <a:moveTo>
                      <a:pt x="638" y="139"/>
                    </a:moveTo>
                    <a:cubicBezTo>
                      <a:pt x="721" y="139"/>
                      <a:pt x="777" y="167"/>
                      <a:pt x="832" y="194"/>
                    </a:cubicBezTo>
                    <a:cubicBezTo>
                      <a:pt x="888" y="222"/>
                      <a:pt x="915" y="277"/>
                      <a:pt x="915" y="361"/>
                    </a:cubicBezTo>
                    <a:cubicBezTo>
                      <a:pt x="915" y="416"/>
                      <a:pt x="888" y="472"/>
                      <a:pt x="832" y="527"/>
                    </a:cubicBezTo>
                    <a:cubicBezTo>
                      <a:pt x="777" y="555"/>
                      <a:pt x="721" y="582"/>
                      <a:pt x="638" y="582"/>
                    </a:cubicBezTo>
                    <a:lnTo>
                      <a:pt x="389" y="582"/>
                    </a:lnTo>
                    <a:cubicBezTo>
                      <a:pt x="306" y="582"/>
                      <a:pt x="250" y="555"/>
                      <a:pt x="195" y="527"/>
                    </a:cubicBezTo>
                    <a:cubicBezTo>
                      <a:pt x="139" y="472"/>
                      <a:pt x="111" y="416"/>
                      <a:pt x="111" y="361"/>
                    </a:cubicBezTo>
                    <a:cubicBezTo>
                      <a:pt x="111" y="277"/>
                      <a:pt x="139" y="222"/>
                      <a:pt x="195" y="194"/>
                    </a:cubicBezTo>
                    <a:cubicBezTo>
                      <a:pt x="250" y="167"/>
                      <a:pt x="306" y="139"/>
                      <a:pt x="389" y="139"/>
                    </a:cubicBezTo>
                    <a:close/>
                    <a:moveTo>
                      <a:pt x="389" y="0"/>
                    </a:moveTo>
                    <a:cubicBezTo>
                      <a:pt x="278" y="0"/>
                      <a:pt x="195" y="28"/>
                      <a:pt x="111" y="83"/>
                    </a:cubicBezTo>
                    <a:cubicBezTo>
                      <a:pt x="28" y="139"/>
                      <a:pt x="1" y="222"/>
                      <a:pt x="1" y="361"/>
                    </a:cubicBezTo>
                    <a:cubicBezTo>
                      <a:pt x="1" y="472"/>
                      <a:pt x="28" y="555"/>
                      <a:pt x="111" y="610"/>
                    </a:cubicBezTo>
                    <a:cubicBezTo>
                      <a:pt x="195" y="666"/>
                      <a:pt x="278" y="721"/>
                      <a:pt x="389" y="721"/>
                    </a:cubicBezTo>
                    <a:lnTo>
                      <a:pt x="638" y="721"/>
                    </a:lnTo>
                    <a:cubicBezTo>
                      <a:pt x="749" y="693"/>
                      <a:pt x="832" y="666"/>
                      <a:pt x="915" y="610"/>
                    </a:cubicBezTo>
                    <a:cubicBezTo>
                      <a:pt x="999" y="555"/>
                      <a:pt x="1026" y="472"/>
                      <a:pt x="1026" y="361"/>
                    </a:cubicBezTo>
                    <a:cubicBezTo>
                      <a:pt x="1026" y="222"/>
                      <a:pt x="999" y="139"/>
                      <a:pt x="915" y="83"/>
                    </a:cubicBezTo>
                    <a:cubicBezTo>
                      <a:pt x="832"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65"/>
              <p:cNvSpPr/>
              <p:nvPr/>
            </p:nvSpPr>
            <p:spPr>
              <a:xfrm>
                <a:off x="5615656" y="4617525"/>
                <a:ext cx="23612" cy="11125"/>
              </a:xfrm>
              <a:custGeom>
                <a:avLst/>
                <a:gdLst/>
                <a:ahLst/>
                <a:cxnLst/>
                <a:rect l="l" t="t" r="r" b="b"/>
                <a:pathLst>
                  <a:path w="971" h="445" extrusionOk="0">
                    <a:moveTo>
                      <a:pt x="0" y="1"/>
                    </a:moveTo>
                    <a:cubicBezTo>
                      <a:pt x="0" y="1"/>
                      <a:pt x="0" y="29"/>
                      <a:pt x="0" y="29"/>
                    </a:cubicBezTo>
                    <a:lnTo>
                      <a:pt x="0" y="84"/>
                    </a:lnTo>
                    <a:cubicBezTo>
                      <a:pt x="0" y="112"/>
                      <a:pt x="0" y="112"/>
                      <a:pt x="0" y="140"/>
                    </a:cubicBezTo>
                    <a:lnTo>
                      <a:pt x="250" y="445"/>
                    </a:lnTo>
                    <a:lnTo>
                      <a:pt x="278" y="445"/>
                    </a:lnTo>
                    <a:lnTo>
                      <a:pt x="333" y="417"/>
                    </a:lnTo>
                    <a:cubicBezTo>
                      <a:pt x="333" y="417"/>
                      <a:pt x="333" y="389"/>
                      <a:pt x="333" y="389"/>
                    </a:cubicBezTo>
                    <a:cubicBezTo>
                      <a:pt x="333" y="389"/>
                      <a:pt x="333" y="361"/>
                      <a:pt x="333" y="361"/>
                    </a:cubicBezTo>
                    <a:lnTo>
                      <a:pt x="139" y="140"/>
                    </a:lnTo>
                    <a:lnTo>
                      <a:pt x="943" y="140"/>
                    </a:lnTo>
                    <a:cubicBezTo>
                      <a:pt x="971" y="140"/>
                      <a:pt x="971" y="140"/>
                      <a:pt x="971" y="112"/>
                    </a:cubicBezTo>
                    <a:lnTo>
                      <a:pt x="971" y="29"/>
                    </a:lnTo>
                    <a:cubicBezTo>
                      <a:pt x="971" y="29"/>
                      <a:pt x="971"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65"/>
              <p:cNvSpPr/>
              <p:nvPr/>
            </p:nvSpPr>
            <p:spPr>
              <a:xfrm>
                <a:off x="6128984" y="4632100"/>
                <a:ext cx="25675" cy="18050"/>
              </a:xfrm>
              <a:custGeom>
                <a:avLst/>
                <a:gdLst/>
                <a:ahLst/>
                <a:cxnLst/>
                <a:rect l="l" t="t" r="r" b="b"/>
                <a:pathLst>
                  <a:path w="1027" h="722" extrusionOk="0">
                    <a:moveTo>
                      <a:pt x="638" y="139"/>
                    </a:moveTo>
                    <a:cubicBezTo>
                      <a:pt x="722" y="139"/>
                      <a:pt x="805" y="167"/>
                      <a:pt x="833" y="194"/>
                    </a:cubicBezTo>
                    <a:cubicBezTo>
                      <a:pt x="888" y="222"/>
                      <a:pt x="916" y="277"/>
                      <a:pt x="916" y="361"/>
                    </a:cubicBezTo>
                    <a:cubicBezTo>
                      <a:pt x="916" y="416"/>
                      <a:pt x="888" y="472"/>
                      <a:pt x="833" y="527"/>
                    </a:cubicBezTo>
                    <a:cubicBezTo>
                      <a:pt x="805" y="555"/>
                      <a:pt x="722" y="582"/>
                      <a:pt x="638" y="582"/>
                    </a:cubicBezTo>
                    <a:lnTo>
                      <a:pt x="417" y="582"/>
                    </a:lnTo>
                    <a:cubicBezTo>
                      <a:pt x="306" y="582"/>
                      <a:pt x="250" y="555"/>
                      <a:pt x="195" y="527"/>
                    </a:cubicBezTo>
                    <a:cubicBezTo>
                      <a:pt x="139" y="472"/>
                      <a:pt x="139" y="416"/>
                      <a:pt x="139" y="361"/>
                    </a:cubicBezTo>
                    <a:cubicBezTo>
                      <a:pt x="139" y="277"/>
                      <a:pt x="139" y="222"/>
                      <a:pt x="195" y="194"/>
                    </a:cubicBezTo>
                    <a:cubicBezTo>
                      <a:pt x="250" y="167"/>
                      <a:pt x="306" y="139"/>
                      <a:pt x="417" y="139"/>
                    </a:cubicBezTo>
                    <a:close/>
                    <a:moveTo>
                      <a:pt x="389" y="0"/>
                    </a:moveTo>
                    <a:cubicBezTo>
                      <a:pt x="278" y="0"/>
                      <a:pt x="195" y="28"/>
                      <a:pt x="112" y="83"/>
                    </a:cubicBezTo>
                    <a:cubicBezTo>
                      <a:pt x="56" y="139"/>
                      <a:pt x="1" y="222"/>
                      <a:pt x="1" y="361"/>
                    </a:cubicBezTo>
                    <a:cubicBezTo>
                      <a:pt x="1" y="472"/>
                      <a:pt x="56" y="555"/>
                      <a:pt x="112" y="610"/>
                    </a:cubicBezTo>
                    <a:cubicBezTo>
                      <a:pt x="195" y="666"/>
                      <a:pt x="278" y="721"/>
                      <a:pt x="389" y="721"/>
                    </a:cubicBezTo>
                    <a:lnTo>
                      <a:pt x="638" y="721"/>
                    </a:lnTo>
                    <a:cubicBezTo>
                      <a:pt x="749" y="693"/>
                      <a:pt x="860" y="666"/>
                      <a:pt x="916" y="610"/>
                    </a:cubicBezTo>
                    <a:cubicBezTo>
                      <a:pt x="999" y="555"/>
                      <a:pt x="1027" y="472"/>
                      <a:pt x="1027" y="361"/>
                    </a:cubicBezTo>
                    <a:cubicBezTo>
                      <a:pt x="1027" y="222"/>
                      <a:pt x="999" y="139"/>
                      <a:pt x="916" y="83"/>
                    </a:cubicBezTo>
                    <a:cubicBezTo>
                      <a:pt x="860"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65"/>
              <p:cNvSpPr/>
              <p:nvPr/>
            </p:nvSpPr>
            <p:spPr>
              <a:xfrm>
                <a:off x="6128575" y="4611300"/>
                <a:ext cx="25675" cy="17350"/>
              </a:xfrm>
              <a:custGeom>
                <a:avLst/>
                <a:gdLst/>
                <a:ahLst/>
                <a:cxnLst/>
                <a:rect l="l" t="t" r="r" b="b"/>
                <a:pathLst>
                  <a:path w="1027" h="694" extrusionOk="0">
                    <a:moveTo>
                      <a:pt x="943" y="1"/>
                    </a:moveTo>
                    <a:cubicBezTo>
                      <a:pt x="916" y="1"/>
                      <a:pt x="916" y="28"/>
                      <a:pt x="916" y="28"/>
                    </a:cubicBezTo>
                    <a:cubicBezTo>
                      <a:pt x="888" y="28"/>
                      <a:pt x="888" y="28"/>
                      <a:pt x="888" y="56"/>
                    </a:cubicBezTo>
                    <a:lnTo>
                      <a:pt x="888" y="500"/>
                    </a:lnTo>
                    <a:lnTo>
                      <a:pt x="611" y="222"/>
                    </a:lnTo>
                    <a:cubicBezTo>
                      <a:pt x="555" y="139"/>
                      <a:pt x="500" y="112"/>
                      <a:pt x="472" y="84"/>
                    </a:cubicBezTo>
                    <a:cubicBezTo>
                      <a:pt x="417" y="56"/>
                      <a:pt x="361" y="28"/>
                      <a:pt x="306" y="28"/>
                    </a:cubicBezTo>
                    <a:cubicBezTo>
                      <a:pt x="223" y="28"/>
                      <a:pt x="139" y="56"/>
                      <a:pt x="84" y="112"/>
                    </a:cubicBezTo>
                    <a:cubicBezTo>
                      <a:pt x="29" y="167"/>
                      <a:pt x="1" y="250"/>
                      <a:pt x="1" y="361"/>
                    </a:cubicBezTo>
                    <a:cubicBezTo>
                      <a:pt x="1" y="417"/>
                      <a:pt x="29" y="472"/>
                      <a:pt x="56" y="527"/>
                    </a:cubicBezTo>
                    <a:cubicBezTo>
                      <a:pt x="84" y="583"/>
                      <a:pt x="112" y="611"/>
                      <a:pt x="167" y="638"/>
                    </a:cubicBezTo>
                    <a:cubicBezTo>
                      <a:pt x="223" y="666"/>
                      <a:pt x="278" y="666"/>
                      <a:pt x="306" y="694"/>
                    </a:cubicBezTo>
                    <a:cubicBezTo>
                      <a:pt x="333" y="694"/>
                      <a:pt x="333" y="666"/>
                      <a:pt x="333" y="666"/>
                    </a:cubicBezTo>
                    <a:cubicBezTo>
                      <a:pt x="333" y="666"/>
                      <a:pt x="333" y="666"/>
                      <a:pt x="333" y="638"/>
                    </a:cubicBezTo>
                    <a:lnTo>
                      <a:pt x="333" y="583"/>
                    </a:lnTo>
                    <a:cubicBezTo>
                      <a:pt x="333" y="583"/>
                      <a:pt x="333" y="555"/>
                      <a:pt x="333" y="555"/>
                    </a:cubicBezTo>
                    <a:lnTo>
                      <a:pt x="306" y="555"/>
                    </a:lnTo>
                    <a:cubicBezTo>
                      <a:pt x="250" y="527"/>
                      <a:pt x="223" y="527"/>
                      <a:pt x="167" y="472"/>
                    </a:cubicBezTo>
                    <a:cubicBezTo>
                      <a:pt x="139" y="444"/>
                      <a:pt x="139" y="417"/>
                      <a:pt x="139" y="361"/>
                    </a:cubicBezTo>
                    <a:cubicBezTo>
                      <a:pt x="139" y="306"/>
                      <a:pt x="139" y="250"/>
                      <a:pt x="167" y="222"/>
                    </a:cubicBezTo>
                    <a:cubicBezTo>
                      <a:pt x="195" y="195"/>
                      <a:pt x="250" y="167"/>
                      <a:pt x="306" y="167"/>
                    </a:cubicBezTo>
                    <a:cubicBezTo>
                      <a:pt x="361" y="167"/>
                      <a:pt x="389" y="195"/>
                      <a:pt x="417" y="195"/>
                    </a:cubicBezTo>
                    <a:cubicBezTo>
                      <a:pt x="472" y="222"/>
                      <a:pt x="500" y="278"/>
                      <a:pt x="583" y="361"/>
                    </a:cubicBezTo>
                    <a:lnTo>
                      <a:pt x="888" y="666"/>
                    </a:lnTo>
                    <a:cubicBezTo>
                      <a:pt x="888" y="694"/>
                      <a:pt x="916" y="694"/>
                      <a:pt x="943" y="694"/>
                    </a:cubicBezTo>
                    <a:lnTo>
                      <a:pt x="999" y="694"/>
                    </a:lnTo>
                    <a:cubicBezTo>
                      <a:pt x="1027" y="694"/>
                      <a:pt x="1027" y="666"/>
                      <a:pt x="1027" y="666"/>
                    </a:cubicBezTo>
                    <a:lnTo>
                      <a:pt x="1027" y="56"/>
                    </a:lnTo>
                    <a:cubicBezTo>
                      <a:pt x="1027" y="28"/>
                      <a:pt x="1027" y="28"/>
                      <a:pt x="999" y="28"/>
                    </a:cubicBezTo>
                    <a:cubicBezTo>
                      <a:pt x="999" y="28"/>
                      <a:pt x="999" y="1"/>
                      <a:pt x="9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65"/>
              <p:cNvSpPr/>
              <p:nvPr/>
            </p:nvSpPr>
            <p:spPr>
              <a:xfrm>
                <a:off x="6643694" y="4632100"/>
                <a:ext cx="24975" cy="18050"/>
              </a:xfrm>
              <a:custGeom>
                <a:avLst/>
                <a:gdLst/>
                <a:ahLst/>
                <a:cxnLst/>
                <a:rect l="l" t="t" r="r" b="b"/>
                <a:pathLst>
                  <a:path w="999" h="722" extrusionOk="0">
                    <a:moveTo>
                      <a:pt x="610" y="139"/>
                    </a:moveTo>
                    <a:cubicBezTo>
                      <a:pt x="693" y="139"/>
                      <a:pt x="776" y="167"/>
                      <a:pt x="804" y="194"/>
                    </a:cubicBezTo>
                    <a:cubicBezTo>
                      <a:pt x="860" y="222"/>
                      <a:pt x="887" y="277"/>
                      <a:pt x="887" y="361"/>
                    </a:cubicBezTo>
                    <a:cubicBezTo>
                      <a:pt x="887" y="416"/>
                      <a:pt x="860" y="472"/>
                      <a:pt x="804" y="527"/>
                    </a:cubicBezTo>
                    <a:cubicBezTo>
                      <a:pt x="776" y="555"/>
                      <a:pt x="693" y="582"/>
                      <a:pt x="610" y="582"/>
                    </a:cubicBezTo>
                    <a:lnTo>
                      <a:pt x="388" y="582"/>
                    </a:lnTo>
                    <a:cubicBezTo>
                      <a:pt x="305" y="582"/>
                      <a:pt x="222" y="555"/>
                      <a:pt x="166" y="527"/>
                    </a:cubicBezTo>
                    <a:cubicBezTo>
                      <a:pt x="139" y="472"/>
                      <a:pt x="111" y="416"/>
                      <a:pt x="111" y="361"/>
                    </a:cubicBezTo>
                    <a:cubicBezTo>
                      <a:pt x="111" y="277"/>
                      <a:pt x="139" y="222"/>
                      <a:pt x="166" y="194"/>
                    </a:cubicBezTo>
                    <a:cubicBezTo>
                      <a:pt x="222" y="167"/>
                      <a:pt x="305" y="139"/>
                      <a:pt x="388" y="139"/>
                    </a:cubicBezTo>
                    <a:close/>
                    <a:moveTo>
                      <a:pt x="361" y="0"/>
                    </a:moveTo>
                    <a:cubicBezTo>
                      <a:pt x="250" y="0"/>
                      <a:pt x="166" y="28"/>
                      <a:pt x="83" y="83"/>
                    </a:cubicBezTo>
                    <a:cubicBezTo>
                      <a:pt x="28" y="139"/>
                      <a:pt x="0" y="222"/>
                      <a:pt x="0" y="361"/>
                    </a:cubicBezTo>
                    <a:cubicBezTo>
                      <a:pt x="0" y="472"/>
                      <a:pt x="28" y="555"/>
                      <a:pt x="83" y="610"/>
                    </a:cubicBezTo>
                    <a:cubicBezTo>
                      <a:pt x="166" y="666"/>
                      <a:pt x="250" y="721"/>
                      <a:pt x="361" y="721"/>
                    </a:cubicBezTo>
                    <a:lnTo>
                      <a:pt x="610" y="721"/>
                    </a:lnTo>
                    <a:cubicBezTo>
                      <a:pt x="721" y="693"/>
                      <a:pt x="832" y="666"/>
                      <a:pt x="887" y="610"/>
                    </a:cubicBezTo>
                    <a:cubicBezTo>
                      <a:pt x="971" y="555"/>
                      <a:pt x="998" y="472"/>
                      <a:pt x="998" y="361"/>
                    </a:cubicBezTo>
                    <a:cubicBezTo>
                      <a:pt x="998" y="222"/>
                      <a:pt x="971" y="139"/>
                      <a:pt x="887" y="83"/>
                    </a:cubicBezTo>
                    <a:cubicBezTo>
                      <a:pt x="832" y="28"/>
                      <a:pt x="721" y="0"/>
                      <a:pt x="6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65"/>
              <p:cNvSpPr/>
              <p:nvPr/>
            </p:nvSpPr>
            <p:spPr>
              <a:xfrm>
                <a:off x="6643556" y="4611300"/>
                <a:ext cx="24975" cy="17350"/>
              </a:xfrm>
              <a:custGeom>
                <a:avLst/>
                <a:gdLst/>
                <a:ahLst/>
                <a:cxnLst/>
                <a:rect l="l" t="t" r="r" b="b"/>
                <a:pathLst>
                  <a:path w="999" h="694" extrusionOk="0">
                    <a:moveTo>
                      <a:pt x="693" y="1"/>
                    </a:moveTo>
                    <a:cubicBezTo>
                      <a:pt x="610" y="1"/>
                      <a:pt x="555" y="28"/>
                      <a:pt x="499" y="84"/>
                    </a:cubicBezTo>
                    <a:cubicBezTo>
                      <a:pt x="444" y="139"/>
                      <a:pt x="416" y="195"/>
                      <a:pt x="416" y="306"/>
                    </a:cubicBezTo>
                    <a:lnTo>
                      <a:pt x="416" y="333"/>
                    </a:lnTo>
                    <a:lnTo>
                      <a:pt x="111" y="56"/>
                    </a:lnTo>
                    <a:cubicBezTo>
                      <a:pt x="111" y="28"/>
                      <a:pt x="83" y="28"/>
                      <a:pt x="83" y="28"/>
                    </a:cubicBezTo>
                    <a:lnTo>
                      <a:pt x="28" y="28"/>
                    </a:lnTo>
                    <a:cubicBezTo>
                      <a:pt x="28" y="28"/>
                      <a:pt x="28" y="28"/>
                      <a:pt x="0" y="56"/>
                    </a:cubicBezTo>
                    <a:lnTo>
                      <a:pt x="0" y="638"/>
                    </a:lnTo>
                    <a:cubicBezTo>
                      <a:pt x="28" y="666"/>
                      <a:pt x="28" y="666"/>
                      <a:pt x="28" y="666"/>
                    </a:cubicBezTo>
                    <a:lnTo>
                      <a:pt x="83" y="666"/>
                    </a:lnTo>
                    <a:cubicBezTo>
                      <a:pt x="83" y="666"/>
                      <a:pt x="111" y="666"/>
                      <a:pt x="111" y="638"/>
                    </a:cubicBezTo>
                    <a:lnTo>
                      <a:pt x="111" y="195"/>
                    </a:lnTo>
                    <a:lnTo>
                      <a:pt x="416" y="472"/>
                    </a:lnTo>
                    <a:cubicBezTo>
                      <a:pt x="444" y="500"/>
                      <a:pt x="444" y="500"/>
                      <a:pt x="471" y="500"/>
                    </a:cubicBezTo>
                    <a:lnTo>
                      <a:pt x="527" y="500"/>
                    </a:lnTo>
                    <a:cubicBezTo>
                      <a:pt x="527" y="472"/>
                      <a:pt x="527" y="472"/>
                      <a:pt x="527" y="472"/>
                    </a:cubicBezTo>
                    <a:lnTo>
                      <a:pt x="527" y="333"/>
                    </a:lnTo>
                    <a:cubicBezTo>
                      <a:pt x="527" y="195"/>
                      <a:pt x="582" y="112"/>
                      <a:pt x="693" y="112"/>
                    </a:cubicBezTo>
                    <a:cubicBezTo>
                      <a:pt x="749" y="112"/>
                      <a:pt x="804" y="139"/>
                      <a:pt x="832" y="195"/>
                    </a:cubicBezTo>
                    <a:cubicBezTo>
                      <a:pt x="860" y="222"/>
                      <a:pt x="887" y="278"/>
                      <a:pt x="887" y="333"/>
                    </a:cubicBezTo>
                    <a:cubicBezTo>
                      <a:pt x="887" y="389"/>
                      <a:pt x="887" y="444"/>
                      <a:pt x="860" y="500"/>
                    </a:cubicBezTo>
                    <a:cubicBezTo>
                      <a:pt x="832" y="527"/>
                      <a:pt x="804" y="555"/>
                      <a:pt x="749" y="583"/>
                    </a:cubicBezTo>
                    <a:lnTo>
                      <a:pt x="721" y="583"/>
                    </a:lnTo>
                    <a:cubicBezTo>
                      <a:pt x="721" y="583"/>
                      <a:pt x="721" y="611"/>
                      <a:pt x="721" y="611"/>
                    </a:cubicBezTo>
                    <a:lnTo>
                      <a:pt x="721" y="666"/>
                    </a:lnTo>
                    <a:cubicBezTo>
                      <a:pt x="721" y="694"/>
                      <a:pt x="721" y="694"/>
                      <a:pt x="749" y="694"/>
                    </a:cubicBezTo>
                    <a:cubicBezTo>
                      <a:pt x="804" y="694"/>
                      <a:pt x="832" y="694"/>
                      <a:pt x="887" y="666"/>
                    </a:cubicBezTo>
                    <a:cubicBezTo>
                      <a:pt x="915" y="638"/>
                      <a:pt x="943" y="583"/>
                      <a:pt x="971" y="527"/>
                    </a:cubicBezTo>
                    <a:cubicBezTo>
                      <a:pt x="998" y="472"/>
                      <a:pt x="998" y="417"/>
                      <a:pt x="998" y="333"/>
                    </a:cubicBezTo>
                    <a:cubicBezTo>
                      <a:pt x="998" y="278"/>
                      <a:pt x="998" y="222"/>
                      <a:pt x="971" y="167"/>
                    </a:cubicBezTo>
                    <a:cubicBezTo>
                      <a:pt x="943" y="112"/>
                      <a:pt x="915" y="56"/>
                      <a:pt x="860" y="28"/>
                    </a:cubicBezTo>
                    <a:cubicBezTo>
                      <a:pt x="832" y="1"/>
                      <a:pt x="776" y="1"/>
                      <a:pt x="6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65"/>
              <p:cNvSpPr/>
              <p:nvPr/>
            </p:nvSpPr>
            <p:spPr>
              <a:xfrm>
                <a:off x="7157705" y="4632100"/>
                <a:ext cx="24975" cy="18050"/>
              </a:xfrm>
              <a:custGeom>
                <a:avLst/>
                <a:gdLst/>
                <a:ahLst/>
                <a:cxnLst/>
                <a:rect l="l" t="t" r="r" b="b"/>
                <a:pathLst>
                  <a:path w="999" h="722" extrusionOk="0">
                    <a:moveTo>
                      <a:pt x="611" y="139"/>
                    </a:moveTo>
                    <a:cubicBezTo>
                      <a:pt x="694" y="139"/>
                      <a:pt x="777" y="167"/>
                      <a:pt x="833" y="194"/>
                    </a:cubicBezTo>
                    <a:cubicBezTo>
                      <a:pt x="860" y="222"/>
                      <a:pt x="888" y="277"/>
                      <a:pt x="888" y="361"/>
                    </a:cubicBezTo>
                    <a:cubicBezTo>
                      <a:pt x="888" y="416"/>
                      <a:pt x="860" y="472"/>
                      <a:pt x="833" y="527"/>
                    </a:cubicBezTo>
                    <a:cubicBezTo>
                      <a:pt x="777" y="555"/>
                      <a:pt x="694" y="582"/>
                      <a:pt x="611" y="582"/>
                    </a:cubicBezTo>
                    <a:lnTo>
                      <a:pt x="389" y="582"/>
                    </a:lnTo>
                    <a:cubicBezTo>
                      <a:pt x="306" y="582"/>
                      <a:pt x="223" y="555"/>
                      <a:pt x="167" y="527"/>
                    </a:cubicBezTo>
                    <a:cubicBezTo>
                      <a:pt x="139" y="472"/>
                      <a:pt x="112" y="416"/>
                      <a:pt x="112" y="361"/>
                    </a:cubicBezTo>
                    <a:cubicBezTo>
                      <a:pt x="112" y="277"/>
                      <a:pt x="139" y="222"/>
                      <a:pt x="167" y="194"/>
                    </a:cubicBezTo>
                    <a:cubicBezTo>
                      <a:pt x="223" y="167"/>
                      <a:pt x="306" y="139"/>
                      <a:pt x="389" y="139"/>
                    </a:cubicBezTo>
                    <a:close/>
                    <a:moveTo>
                      <a:pt x="389" y="0"/>
                    </a:moveTo>
                    <a:cubicBezTo>
                      <a:pt x="250" y="0"/>
                      <a:pt x="167" y="28"/>
                      <a:pt x="112" y="83"/>
                    </a:cubicBezTo>
                    <a:cubicBezTo>
                      <a:pt x="28" y="139"/>
                      <a:pt x="1" y="222"/>
                      <a:pt x="1" y="361"/>
                    </a:cubicBezTo>
                    <a:cubicBezTo>
                      <a:pt x="1" y="472"/>
                      <a:pt x="28" y="555"/>
                      <a:pt x="112" y="610"/>
                    </a:cubicBezTo>
                    <a:cubicBezTo>
                      <a:pt x="167" y="666"/>
                      <a:pt x="250" y="721"/>
                      <a:pt x="389" y="721"/>
                    </a:cubicBezTo>
                    <a:lnTo>
                      <a:pt x="611" y="721"/>
                    </a:lnTo>
                    <a:cubicBezTo>
                      <a:pt x="749" y="693"/>
                      <a:pt x="833" y="666"/>
                      <a:pt x="916" y="610"/>
                    </a:cubicBezTo>
                    <a:cubicBezTo>
                      <a:pt x="971" y="555"/>
                      <a:pt x="999" y="472"/>
                      <a:pt x="999" y="361"/>
                    </a:cubicBezTo>
                    <a:cubicBezTo>
                      <a:pt x="999" y="222"/>
                      <a:pt x="971" y="139"/>
                      <a:pt x="916" y="83"/>
                    </a:cubicBezTo>
                    <a:cubicBezTo>
                      <a:pt x="833" y="28"/>
                      <a:pt x="749" y="0"/>
                      <a:pt x="6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65"/>
              <p:cNvSpPr/>
              <p:nvPr/>
            </p:nvSpPr>
            <p:spPr>
              <a:xfrm>
                <a:off x="7157837" y="4609225"/>
                <a:ext cx="24975" cy="19425"/>
              </a:xfrm>
              <a:custGeom>
                <a:avLst/>
                <a:gdLst/>
                <a:ahLst/>
                <a:cxnLst/>
                <a:rect l="l" t="t" r="r" b="b"/>
                <a:pathLst>
                  <a:path w="999" h="777" extrusionOk="0">
                    <a:moveTo>
                      <a:pt x="638" y="277"/>
                    </a:moveTo>
                    <a:lnTo>
                      <a:pt x="638" y="638"/>
                    </a:lnTo>
                    <a:lnTo>
                      <a:pt x="139" y="277"/>
                    </a:lnTo>
                    <a:close/>
                    <a:moveTo>
                      <a:pt x="638" y="0"/>
                    </a:moveTo>
                    <a:cubicBezTo>
                      <a:pt x="638" y="0"/>
                      <a:pt x="638" y="28"/>
                      <a:pt x="638" y="28"/>
                    </a:cubicBezTo>
                    <a:lnTo>
                      <a:pt x="638" y="167"/>
                    </a:lnTo>
                    <a:lnTo>
                      <a:pt x="1" y="167"/>
                    </a:lnTo>
                    <a:cubicBezTo>
                      <a:pt x="1" y="167"/>
                      <a:pt x="1" y="167"/>
                      <a:pt x="1" y="194"/>
                    </a:cubicBezTo>
                    <a:lnTo>
                      <a:pt x="1" y="277"/>
                    </a:lnTo>
                    <a:cubicBezTo>
                      <a:pt x="1" y="305"/>
                      <a:pt x="1" y="305"/>
                      <a:pt x="1" y="305"/>
                    </a:cubicBezTo>
                    <a:cubicBezTo>
                      <a:pt x="28" y="333"/>
                      <a:pt x="28" y="333"/>
                      <a:pt x="28" y="333"/>
                    </a:cubicBezTo>
                    <a:lnTo>
                      <a:pt x="638" y="749"/>
                    </a:lnTo>
                    <a:cubicBezTo>
                      <a:pt x="638" y="777"/>
                      <a:pt x="666" y="777"/>
                      <a:pt x="666" y="777"/>
                    </a:cubicBezTo>
                    <a:lnTo>
                      <a:pt x="749" y="777"/>
                    </a:lnTo>
                    <a:cubicBezTo>
                      <a:pt x="749" y="749"/>
                      <a:pt x="749" y="749"/>
                      <a:pt x="749" y="749"/>
                    </a:cubicBezTo>
                    <a:lnTo>
                      <a:pt x="749" y="277"/>
                    </a:lnTo>
                    <a:lnTo>
                      <a:pt x="999" y="277"/>
                    </a:lnTo>
                    <a:cubicBezTo>
                      <a:pt x="999" y="277"/>
                      <a:pt x="999" y="250"/>
                      <a:pt x="999" y="250"/>
                    </a:cubicBezTo>
                    <a:lnTo>
                      <a:pt x="999" y="194"/>
                    </a:lnTo>
                    <a:cubicBezTo>
                      <a:pt x="999" y="167"/>
                      <a:pt x="999" y="167"/>
                      <a:pt x="999" y="167"/>
                    </a:cubicBezTo>
                    <a:lnTo>
                      <a:pt x="749" y="167"/>
                    </a:lnTo>
                    <a:lnTo>
                      <a:pt x="749" y="28"/>
                    </a:lnTo>
                    <a:cubicBezTo>
                      <a:pt x="749" y="28"/>
                      <a:pt x="749" y="0"/>
                      <a:pt x="7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65"/>
              <p:cNvSpPr/>
              <p:nvPr/>
            </p:nvSpPr>
            <p:spPr>
              <a:xfrm>
                <a:off x="7671715" y="4632100"/>
                <a:ext cx="25675" cy="18050"/>
              </a:xfrm>
              <a:custGeom>
                <a:avLst/>
                <a:gdLst/>
                <a:ahLst/>
                <a:cxnLst/>
                <a:rect l="l" t="t" r="r" b="b"/>
                <a:pathLst>
                  <a:path w="1027" h="722" extrusionOk="0">
                    <a:moveTo>
                      <a:pt x="611" y="139"/>
                    </a:moveTo>
                    <a:cubicBezTo>
                      <a:pt x="722" y="139"/>
                      <a:pt x="777" y="167"/>
                      <a:pt x="833" y="194"/>
                    </a:cubicBezTo>
                    <a:cubicBezTo>
                      <a:pt x="888" y="222"/>
                      <a:pt x="888" y="277"/>
                      <a:pt x="888" y="361"/>
                    </a:cubicBezTo>
                    <a:cubicBezTo>
                      <a:pt x="888" y="416"/>
                      <a:pt x="888" y="472"/>
                      <a:pt x="833" y="527"/>
                    </a:cubicBezTo>
                    <a:cubicBezTo>
                      <a:pt x="777" y="555"/>
                      <a:pt x="722" y="582"/>
                      <a:pt x="611" y="582"/>
                    </a:cubicBezTo>
                    <a:lnTo>
                      <a:pt x="389" y="582"/>
                    </a:lnTo>
                    <a:cubicBezTo>
                      <a:pt x="306" y="582"/>
                      <a:pt x="223" y="555"/>
                      <a:pt x="195" y="527"/>
                    </a:cubicBezTo>
                    <a:cubicBezTo>
                      <a:pt x="140" y="472"/>
                      <a:pt x="112" y="416"/>
                      <a:pt x="112" y="361"/>
                    </a:cubicBezTo>
                    <a:cubicBezTo>
                      <a:pt x="112" y="277"/>
                      <a:pt x="140" y="222"/>
                      <a:pt x="195" y="194"/>
                    </a:cubicBezTo>
                    <a:cubicBezTo>
                      <a:pt x="223" y="167"/>
                      <a:pt x="306" y="139"/>
                      <a:pt x="389" y="139"/>
                    </a:cubicBezTo>
                    <a:close/>
                    <a:moveTo>
                      <a:pt x="389" y="0"/>
                    </a:moveTo>
                    <a:cubicBezTo>
                      <a:pt x="278" y="0"/>
                      <a:pt x="167" y="28"/>
                      <a:pt x="112" y="83"/>
                    </a:cubicBezTo>
                    <a:cubicBezTo>
                      <a:pt x="29" y="139"/>
                      <a:pt x="1" y="222"/>
                      <a:pt x="1" y="361"/>
                    </a:cubicBezTo>
                    <a:cubicBezTo>
                      <a:pt x="1" y="472"/>
                      <a:pt x="29" y="555"/>
                      <a:pt x="112" y="610"/>
                    </a:cubicBezTo>
                    <a:cubicBezTo>
                      <a:pt x="167" y="666"/>
                      <a:pt x="278" y="721"/>
                      <a:pt x="389" y="721"/>
                    </a:cubicBezTo>
                    <a:lnTo>
                      <a:pt x="639" y="721"/>
                    </a:lnTo>
                    <a:cubicBezTo>
                      <a:pt x="750" y="693"/>
                      <a:pt x="833" y="666"/>
                      <a:pt x="916" y="610"/>
                    </a:cubicBezTo>
                    <a:cubicBezTo>
                      <a:pt x="971" y="555"/>
                      <a:pt x="1027" y="472"/>
                      <a:pt x="1027" y="361"/>
                    </a:cubicBezTo>
                    <a:cubicBezTo>
                      <a:pt x="1027" y="222"/>
                      <a:pt x="971" y="139"/>
                      <a:pt x="916" y="83"/>
                    </a:cubicBezTo>
                    <a:cubicBezTo>
                      <a:pt x="833" y="28"/>
                      <a:pt x="750" y="0"/>
                      <a:pt x="6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65"/>
              <p:cNvSpPr/>
              <p:nvPr/>
            </p:nvSpPr>
            <p:spPr>
              <a:xfrm>
                <a:off x="7672119" y="4611300"/>
                <a:ext cx="25675" cy="17350"/>
              </a:xfrm>
              <a:custGeom>
                <a:avLst/>
                <a:gdLst/>
                <a:ahLst/>
                <a:cxnLst/>
                <a:rect l="l" t="t" r="r" b="b"/>
                <a:pathLst>
                  <a:path w="1027" h="694" extrusionOk="0">
                    <a:moveTo>
                      <a:pt x="694" y="1"/>
                    </a:moveTo>
                    <a:cubicBezTo>
                      <a:pt x="611" y="1"/>
                      <a:pt x="555" y="1"/>
                      <a:pt x="500" y="28"/>
                    </a:cubicBezTo>
                    <a:cubicBezTo>
                      <a:pt x="472" y="84"/>
                      <a:pt x="417" y="112"/>
                      <a:pt x="417" y="167"/>
                    </a:cubicBezTo>
                    <a:cubicBezTo>
                      <a:pt x="389" y="222"/>
                      <a:pt x="361" y="278"/>
                      <a:pt x="361" y="333"/>
                    </a:cubicBezTo>
                    <a:cubicBezTo>
                      <a:pt x="361" y="417"/>
                      <a:pt x="389" y="472"/>
                      <a:pt x="417" y="527"/>
                    </a:cubicBezTo>
                    <a:lnTo>
                      <a:pt x="140" y="500"/>
                    </a:lnTo>
                    <a:lnTo>
                      <a:pt x="140" y="84"/>
                    </a:lnTo>
                    <a:cubicBezTo>
                      <a:pt x="140" y="84"/>
                      <a:pt x="140" y="84"/>
                      <a:pt x="112" y="56"/>
                    </a:cubicBezTo>
                    <a:lnTo>
                      <a:pt x="29" y="56"/>
                    </a:lnTo>
                    <a:cubicBezTo>
                      <a:pt x="29" y="56"/>
                      <a:pt x="1" y="84"/>
                      <a:pt x="1" y="84"/>
                    </a:cubicBezTo>
                    <a:lnTo>
                      <a:pt x="1" y="583"/>
                    </a:lnTo>
                    <a:cubicBezTo>
                      <a:pt x="1" y="611"/>
                      <a:pt x="29" y="611"/>
                      <a:pt x="56" y="611"/>
                    </a:cubicBezTo>
                    <a:lnTo>
                      <a:pt x="528" y="666"/>
                    </a:lnTo>
                    <a:cubicBezTo>
                      <a:pt x="528" y="666"/>
                      <a:pt x="528" y="666"/>
                      <a:pt x="528" y="638"/>
                    </a:cubicBezTo>
                    <a:cubicBezTo>
                      <a:pt x="555" y="638"/>
                      <a:pt x="555" y="638"/>
                      <a:pt x="555" y="611"/>
                    </a:cubicBezTo>
                    <a:lnTo>
                      <a:pt x="555" y="555"/>
                    </a:lnTo>
                    <a:cubicBezTo>
                      <a:pt x="555" y="555"/>
                      <a:pt x="555" y="527"/>
                      <a:pt x="555" y="527"/>
                    </a:cubicBezTo>
                    <a:cubicBezTo>
                      <a:pt x="528" y="527"/>
                      <a:pt x="528" y="500"/>
                      <a:pt x="528" y="500"/>
                    </a:cubicBezTo>
                    <a:cubicBezTo>
                      <a:pt x="500" y="472"/>
                      <a:pt x="500" y="444"/>
                      <a:pt x="500" y="444"/>
                    </a:cubicBezTo>
                    <a:cubicBezTo>
                      <a:pt x="472" y="417"/>
                      <a:pt x="472" y="389"/>
                      <a:pt x="472" y="361"/>
                    </a:cubicBezTo>
                    <a:cubicBezTo>
                      <a:pt x="472" y="278"/>
                      <a:pt x="500" y="250"/>
                      <a:pt x="528" y="195"/>
                    </a:cubicBezTo>
                    <a:cubicBezTo>
                      <a:pt x="555" y="139"/>
                      <a:pt x="611" y="139"/>
                      <a:pt x="666" y="139"/>
                    </a:cubicBezTo>
                    <a:cubicBezTo>
                      <a:pt x="750" y="139"/>
                      <a:pt x="805" y="139"/>
                      <a:pt x="833" y="195"/>
                    </a:cubicBezTo>
                    <a:cubicBezTo>
                      <a:pt x="888" y="250"/>
                      <a:pt x="888" y="278"/>
                      <a:pt x="888" y="361"/>
                    </a:cubicBezTo>
                    <a:cubicBezTo>
                      <a:pt x="888" y="417"/>
                      <a:pt x="888" y="444"/>
                      <a:pt x="860" y="500"/>
                    </a:cubicBezTo>
                    <a:cubicBezTo>
                      <a:pt x="833" y="527"/>
                      <a:pt x="805" y="555"/>
                      <a:pt x="750" y="555"/>
                    </a:cubicBezTo>
                    <a:cubicBezTo>
                      <a:pt x="722" y="583"/>
                      <a:pt x="722" y="583"/>
                      <a:pt x="722" y="611"/>
                    </a:cubicBezTo>
                    <a:lnTo>
                      <a:pt x="722" y="666"/>
                    </a:lnTo>
                    <a:cubicBezTo>
                      <a:pt x="722" y="666"/>
                      <a:pt x="722" y="694"/>
                      <a:pt x="722" y="694"/>
                    </a:cubicBezTo>
                    <a:lnTo>
                      <a:pt x="750" y="694"/>
                    </a:lnTo>
                    <a:cubicBezTo>
                      <a:pt x="805" y="694"/>
                      <a:pt x="833" y="694"/>
                      <a:pt x="888" y="666"/>
                    </a:cubicBezTo>
                    <a:cubicBezTo>
                      <a:pt x="916" y="638"/>
                      <a:pt x="944" y="583"/>
                      <a:pt x="971" y="527"/>
                    </a:cubicBezTo>
                    <a:cubicBezTo>
                      <a:pt x="999" y="500"/>
                      <a:pt x="1027" y="417"/>
                      <a:pt x="1027" y="361"/>
                    </a:cubicBezTo>
                    <a:cubicBezTo>
                      <a:pt x="1027" y="278"/>
                      <a:pt x="999" y="222"/>
                      <a:pt x="971" y="167"/>
                    </a:cubicBezTo>
                    <a:cubicBezTo>
                      <a:pt x="944" y="112"/>
                      <a:pt x="916" y="84"/>
                      <a:pt x="860" y="28"/>
                    </a:cubicBezTo>
                    <a:cubicBezTo>
                      <a:pt x="805" y="1"/>
                      <a:pt x="750" y="1"/>
                      <a:pt x="6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65"/>
              <p:cNvSpPr/>
              <p:nvPr/>
            </p:nvSpPr>
            <p:spPr>
              <a:xfrm>
                <a:off x="8186425" y="4632100"/>
                <a:ext cx="25675" cy="18050"/>
              </a:xfrm>
              <a:custGeom>
                <a:avLst/>
                <a:gdLst/>
                <a:ahLst/>
                <a:cxnLst/>
                <a:rect l="l" t="t" r="r" b="b"/>
                <a:pathLst>
                  <a:path w="1027" h="722" extrusionOk="0">
                    <a:moveTo>
                      <a:pt x="638" y="139"/>
                    </a:moveTo>
                    <a:cubicBezTo>
                      <a:pt x="721" y="139"/>
                      <a:pt x="777" y="167"/>
                      <a:pt x="832" y="194"/>
                    </a:cubicBezTo>
                    <a:cubicBezTo>
                      <a:pt x="887" y="222"/>
                      <a:pt x="915" y="277"/>
                      <a:pt x="915" y="361"/>
                    </a:cubicBezTo>
                    <a:cubicBezTo>
                      <a:pt x="915" y="416"/>
                      <a:pt x="887" y="472"/>
                      <a:pt x="832" y="527"/>
                    </a:cubicBezTo>
                    <a:cubicBezTo>
                      <a:pt x="777" y="555"/>
                      <a:pt x="721" y="582"/>
                      <a:pt x="638" y="582"/>
                    </a:cubicBezTo>
                    <a:lnTo>
                      <a:pt x="388" y="582"/>
                    </a:lnTo>
                    <a:cubicBezTo>
                      <a:pt x="305" y="582"/>
                      <a:pt x="250" y="555"/>
                      <a:pt x="194" y="527"/>
                    </a:cubicBezTo>
                    <a:cubicBezTo>
                      <a:pt x="139" y="472"/>
                      <a:pt x="111" y="416"/>
                      <a:pt x="111" y="361"/>
                    </a:cubicBezTo>
                    <a:cubicBezTo>
                      <a:pt x="111" y="277"/>
                      <a:pt x="139" y="222"/>
                      <a:pt x="194" y="194"/>
                    </a:cubicBezTo>
                    <a:cubicBezTo>
                      <a:pt x="250" y="167"/>
                      <a:pt x="305" y="139"/>
                      <a:pt x="388" y="139"/>
                    </a:cubicBezTo>
                    <a:close/>
                    <a:moveTo>
                      <a:pt x="388" y="0"/>
                    </a:moveTo>
                    <a:cubicBezTo>
                      <a:pt x="277" y="0"/>
                      <a:pt x="194" y="28"/>
                      <a:pt x="111" y="83"/>
                    </a:cubicBezTo>
                    <a:cubicBezTo>
                      <a:pt x="28" y="139"/>
                      <a:pt x="0" y="222"/>
                      <a:pt x="0" y="361"/>
                    </a:cubicBezTo>
                    <a:cubicBezTo>
                      <a:pt x="0" y="472"/>
                      <a:pt x="28" y="555"/>
                      <a:pt x="111" y="610"/>
                    </a:cubicBezTo>
                    <a:cubicBezTo>
                      <a:pt x="194" y="666"/>
                      <a:pt x="277" y="721"/>
                      <a:pt x="388" y="721"/>
                    </a:cubicBezTo>
                    <a:lnTo>
                      <a:pt x="638" y="721"/>
                    </a:lnTo>
                    <a:cubicBezTo>
                      <a:pt x="749" y="693"/>
                      <a:pt x="832" y="666"/>
                      <a:pt x="915" y="610"/>
                    </a:cubicBezTo>
                    <a:cubicBezTo>
                      <a:pt x="998" y="555"/>
                      <a:pt x="1026" y="472"/>
                      <a:pt x="1026" y="361"/>
                    </a:cubicBezTo>
                    <a:cubicBezTo>
                      <a:pt x="1026" y="222"/>
                      <a:pt x="998" y="139"/>
                      <a:pt x="915" y="83"/>
                    </a:cubicBezTo>
                    <a:cubicBezTo>
                      <a:pt x="832" y="28"/>
                      <a:pt x="749" y="0"/>
                      <a:pt x="6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65"/>
              <p:cNvSpPr/>
              <p:nvPr/>
            </p:nvSpPr>
            <p:spPr>
              <a:xfrm>
                <a:off x="8187100" y="4610600"/>
                <a:ext cx="25000" cy="18050"/>
              </a:xfrm>
              <a:custGeom>
                <a:avLst/>
                <a:gdLst/>
                <a:ahLst/>
                <a:cxnLst/>
                <a:rect l="l" t="t" r="r" b="b"/>
                <a:pathLst>
                  <a:path w="1000" h="722" extrusionOk="0">
                    <a:moveTo>
                      <a:pt x="666" y="140"/>
                    </a:moveTo>
                    <a:cubicBezTo>
                      <a:pt x="694" y="140"/>
                      <a:pt x="750" y="140"/>
                      <a:pt x="777" y="167"/>
                    </a:cubicBezTo>
                    <a:cubicBezTo>
                      <a:pt x="805" y="195"/>
                      <a:pt x="833" y="223"/>
                      <a:pt x="860" y="250"/>
                    </a:cubicBezTo>
                    <a:cubicBezTo>
                      <a:pt x="860" y="278"/>
                      <a:pt x="888" y="306"/>
                      <a:pt x="888" y="361"/>
                    </a:cubicBezTo>
                    <a:cubicBezTo>
                      <a:pt x="888" y="389"/>
                      <a:pt x="860" y="445"/>
                      <a:pt x="860" y="472"/>
                    </a:cubicBezTo>
                    <a:cubicBezTo>
                      <a:pt x="833" y="500"/>
                      <a:pt x="805" y="528"/>
                      <a:pt x="777" y="555"/>
                    </a:cubicBezTo>
                    <a:cubicBezTo>
                      <a:pt x="750" y="583"/>
                      <a:pt x="694" y="583"/>
                      <a:pt x="666" y="583"/>
                    </a:cubicBezTo>
                    <a:cubicBezTo>
                      <a:pt x="611" y="583"/>
                      <a:pt x="583" y="583"/>
                      <a:pt x="528" y="555"/>
                    </a:cubicBezTo>
                    <a:cubicBezTo>
                      <a:pt x="500" y="528"/>
                      <a:pt x="472" y="500"/>
                      <a:pt x="472" y="472"/>
                    </a:cubicBezTo>
                    <a:cubicBezTo>
                      <a:pt x="445" y="445"/>
                      <a:pt x="445" y="389"/>
                      <a:pt x="445" y="361"/>
                    </a:cubicBezTo>
                    <a:cubicBezTo>
                      <a:pt x="445" y="334"/>
                      <a:pt x="445" y="278"/>
                      <a:pt x="472" y="250"/>
                    </a:cubicBezTo>
                    <a:cubicBezTo>
                      <a:pt x="472" y="223"/>
                      <a:pt x="500" y="195"/>
                      <a:pt x="528" y="167"/>
                    </a:cubicBezTo>
                    <a:cubicBezTo>
                      <a:pt x="583" y="140"/>
                      <a:pt x="611" y="140"/>
                      <a:pt x="666" y="140"/>
                    </a:cubicBezTo>
                    <a:close/>
                    <a:moveTo>
                      <a:pt x="666" y="1"/>
                    </a:moveTo>
                    <a:cubicBezTo>
                      <a:pt x="583" y="1"/>
                      <a:pt x="528" y="1"/>
                      <a:pt x="500" y="29"/>
                    </a:cubicBezTo>
                    <a:cubicBezTo>
                      <a:pt x="445" y="56"/>
                      <a:pt x="389" y="112"/>
                      <a:pt x="361" y="167"/>
                    </a:cubicBezTo>
                    <a:cubicBezTo>
                      <a:pt x="334" y="223"/>
                      <a:pt x="334" y="278"/>
                      <a:pt x="334" y="334"/>
                    </a:cubicBezTo>
                    <a:cubicBezTo>
                      <a:pt x="334" y="361"/>
                      <a:pt x="334" y="389"/>
                      <a:pt x="334" y="417"/>
                    </a:cubicBezTo>
                    <a:lnTo>
                      <a:pt x="29" y="223"/>
                    </a:lnTo>
                    <a:lnTo>
                      <a:pt x="1" y="223"/>
                    </a:lnTo>
                    <a:cubicBezTo>
                      <a:pt x="1" y="223"/>
                      <a:pt x="1" y="223"/>
                      <a:pt x="1" y="250"/>
                    </a:cubicBezTo>
                    <a:lnTo>
                      <a:pt x="1" y="306"/>
                    </a:lnTo>
                    <a:cubicBezTo>
                      <a:pt x="1" y="306"/>
                      <a:pt x="1" y="334"/>
                      <a:pt x="1" y="334"/>
                    </a:cubicBezTo>
                    <a:cubicBezTo>
                      <a:pt x="1" y="334"/>
                      <a:pt x="1" y="334"/>
                      <a:pt x="1" y="361"/>
                    </a:cubicBezTo>
                    <a:lnTo>
                      <a:pt x="29" y="361"/>
                    </a:lnTo>
                    <a:lnTo>
                      <a:pt x="389" y="639"/>
                    </a:lnTo>
                    <a:cubicBezTo>
                      <a:pt x="500" y="694"/>
                      <a:pt x="583" y="722"/>
                      <a:pt x="666" y="722"/>
                    </a:cubicBezTo>
                    <a:cubicBezTo>
                      <a:pt x="722" y="722"/>
                      <a:pt x="777" y="722"/>
                      <a:pt x="833" y="694"/>
                    </a:cubicBezTo>
                    <a:cubicBezTo>
                      <a:pt x="888" y="666"/>
                      <a:pt x="916" y="611"/>
                      <a:pt x="944" y="555"/>
                    </a:cubicBezTo>
                    <a:cubicBezTo>
                      <a:pt x="971" y="500"/>
                      <a:pt x="999" y="445"/>
                      <a:pt x="999" y="361"/>
                    </a:cubicBezTo>
                    <a:cubicBezTo>
                      <a:pt x="999" y="278"/>
                      <a:pt x="971" y="223"/>
                      <a:pt x="944" y="167"/>
                    </a:cubicBezTo>
                    <a:cubicBezTo>
                      <a:pt x="916" y="112"/>
                      <a:pt x="888" y="56"/>
                      <a:pt x="833" y="29"/>
                    </a:cubicBezTo>
                    <a:cubicBezTo>
                      <a:pt x="777" y="1"/>
                      <a:pt x="722" y="1"/>
                      <a:pt x="6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86" name="Google Shape;1686;p65"/>
          <p:cNvSpPr txBox="1">
            <a:spLocks noGrp="1"/>
          </p:cNvSpPr>
          <p:nvPr>
            <p:ph type="subTitle" idx="1"/>
          </p:nvPr>
        </p:nvSpPr>
        <p:spPr>
          <a:xfrm>
            <a:off x="1189220" y="216075"/>
            <a:ext cx="2878599" cy="516979"/>
          </a:xfrm>
          <a:prstGeom prst="rect">
            <a:avLst/>
          </a:prstGeom>
        </p:spPr>
        <p:txBody>
          <a:bodyPr spcFirstLastPara="1" wrap="square" lIns="91425" tIns="91425" rIns="91425" bIns="91425" anchor="t" anchorCtr="0">
            <a:noAutofit/>
          </a:bodyPr>
          <a:lstStyle/>
          <a:p>
            <a:pPr marL="114300" indent="0" fontAlgn="base">
              <a:lnSpc>
                <a:spcPct val="150000"/>
              </a:lnSpc>
            </a:pPr>
            <a:r>
              <a:rPr lang="en-US" sz="1600" b="1" dirty="0"/>
              <a:t>Spectroscopy reveals:</a:t>
            </a:r>
          </a:p>
        </p:txBody>
      </p:sp>
      <p:sp>
        <p:nvSpPr>
          <p:cNvPr id="1692" name="Google Shape;1692;p65">
            <a:hlinkClick r:id="" action="ppaction://hlinkshowjump?jump=previousslide"/>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65">
            <a:hlinkClick r:id="rId3" action="ppaction://hlinksldjump"/>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2</a:t>
            </a:r>
            <a:endParaRPr sz="2500" dirty="0">
              <a:solidFill>
                <a:schemeClr val="lt1"/>
              </a:solidFill>
              <a:latin typeface="Teko"/>
              <a:ea typeface="Teko"/>
              <a:cs typeface="Teko"/>
              <a:sym typeface="Teko"/>
            </a:endParaRPr>
          </a:p>
        </p:txBody>
      </p:sp>
      <p:sp>
        <p:nvSpPr>
          <p:cNvPr id="1694" name="Google Shape;1694;p65">
            <a:hlinkClick r:id="rId4" action="ppaction://hlinksldjump"/>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695" name="Google Shape;1695;p65">
            <a:hlinkClick r:id="" action="ppaction://hlinkshowjump?jump=nextslide"/>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6" name="Google Shape;1696;p65"/>
          <p:cNvGrpSpPr/>
          <p:nvPr/>
        </p:nvGrpSpPr>
        <p:grpSpPr>
          <a:xfrm>
            <a:off x="494824" y="898789"/>
            <a:ext cx="985734" cy="987821"/>
            <a:chOff x="5018800" y="985325"/>
            <a:chExt cx="330650" cy="331350"/>
          </a:xfrm>
        </p:grpSpPr>
        <p:sp>
          <p:nvSpPr>
            <p:cNvPr id="1697" name="Google Shape;1697;p65"/>
            <p:cNvSpPr/>
            <p:nvPr/>
          </p:nvSpPr>
          <p:spPr>
            <a:xfrm>
              <a:off x="5187250" y="985325"/>
              <a:ext cx="1400" cy="10425"/>
            </a:xfrm>
            <a:custGeom>
              <a:avLst/>
              <a:gdLst/>
              <a:ahLst/>
              <a:cxnLst/>
              <a:rect l="l" t="t" r="r" b="b"/>
              <a:pathLst>
                <a:path w="56" h="417" extrusionOk="0">
                  <a:moveTo>
                    <a:pt x="0" y="0"/>
                  </a:moveTo>
                  <a:lnTo>
                    <a:pt x="0" y="416"/>
                  </a:lnTo>
                  <a:lnTo>
                    <a:pt x="56" y="416"/>
                  </a:lnTo>
                  <a:lnTo>
                    <a:pt x="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65"/>
            <p:cNvSpPr/>
            <p:nvPr/>
          </p:nvSpPr>
          <p:spPr>
            <a:xfrm>
              <a:off x="5292600" y="1031075"/>
              <a:ext cx="8350" cy="7650"/>
            </a:xfrm>
            <a:custGeom>
              <a:avLst/>
              <a:gdLst/>
              <a:ahLst/>
              <a:cxnLst/>
              <a:rect l="l" t="t" r="r" b="b"/>
              <a:pathLst>
                <a:path w="334" h="306" extrusionOk="0">
                  <a:moveTo>
                    <a:pt x="278" y="0"/>
                  </a:moveTo>
                  <a:lnTo>
                    <a:pt x="0" y="277"/>
                  </a:lnTo>
                  <a:lnTo>
                    <a:pt x="28" y="305"/>
                  </a:lnTo>
                  <a:lnTo>
                    <a:pt x="333" y="28"/>
                  </a:lnTo>
                  <a:lnTo>
                    <a:pt x="2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65"/>
            <p:cNvSpPr/>
            <p:nvPr/>
          </p:nvSpPr>
          <p:spPr>
            <a:xfrm>
              <a:off x="5295375" y="1034525"/>
              <a:ext cx="8325" cy="7650"/>
            </a:xfrm>
            <a:custGeom>
              <a:avLst/>
              <a:gdLst/>
              <a:ahLst/>
              <a:cxnLst/>
              <a:rect l="l" t="t" r="r" b="b"/>
              <a:pathLst>
                <a:path w="333" h="306" extrusionOk="0">
                  <a:moveTo>
                    <a:pt x="305" y="1"/>
                  </a:moveTo>
                  <a:lnTo>
                    <a:pt x="0" y="278"/>
                  </a:lnTo>
                  <a:lnTo>
                    <a:pt x="56" y="306"/>
                  </a:lnTo>
                  <a:lnTo>
                    <a:pt x="333" y="28"/>
                  </a:lnTo>
                  <a:lnTo>
                    <a:pt x="30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65"/>
            <p:cNvSpPr/>
            <p:nvPr/>
          </p:nvSpPr>
          <p:spPr>
            <a:xfrm>
              <a:off x="5298825" y="1038000"/>
              <a:ext cx="8350" cy="7650"/>
            </a:xfrm>
            <a:custGeom>
              <a:avLst/>
              <a:gdLst/>
              <a:ahLst/>
              <a:cxnLst/>
              <a:rect l="l" t="t" r="r" b="b"/>
              <a:pathLst>
                <a:path w="334" h="306" extrusionOk="0">
                  <a:moveTo>
                    <a:pt x="306" y="0"/>
                  </a:moveTo>
                  <a:lnTo>
                    <a:pt x="1" y="278"/>
                  </a:lnTo>
                  <a:lnTo>
                    <a:pt x="29" y="305"/>
                  </a:lnTo>
                  <a:lnTo>
                    <a:pt x="334" y="28"/>
                  </a:lnTo>
                  <a:lnTo>
                    <a:pt x="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65"/>
            <p:cNvSpPr/>
            <p:nvPr/>
          </p:nvSpPr>
          <p:spPr>
            <a:xfrm>
              <a:off x="5339725" y="1148200"/>
              <a:ext cx="9725" cy="9725"/>
            </a:xfrm>
            <a:custGeom>
              <a:avLst/>
              <a:gdLst/>
              <a:ahLst/>
              <a:cxnLst/>
              <a:rect l="l" t="t" r="r" b="b"/>
              <a:pathLst>
                <a:path w="389" h="389" extrusionOk="0">
                  <a:moveTo>
                    <a:pt x="389" y="1"/>
                  </a:moveTo>
                  <a:lnTo>
                    <a:pt x="1" y="139"/>
                  </a:lnTo>
                  <a:lnTo>
                    <a:pt x="1" y="223"/>
                  </a:lnTo>
                  <a:lnTo>
                    <a:pt x="389" y="389"/>
                  </a:lnTo>
                  <a:lnTo>
                    <a:pt x="389" y="333"/>
                  </a:lnTo>
                  <a:lnTo>
                    <a:pt x="56" y="195"/>
                  </a:lnTo>
                  <a:lnTo>
                    <a:pt x="389" y="56"/>
                  </a:lnTo>
                  <a:lnTo>
                    <a:pt x="3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65"/>
            <p:cNvSpPr/>
            <p:nvPr/>
          </p:nvSpPr>
          <p:spPr>
            <a:xfrm>
              <a:off x="5296050" y="1257725"/>
              <a:ext cx="11125" cy="11100"/>
            </a:xfrm>
            <a:custGeom>
              <a:avLst/>
              <a:gdLst/>
              <a:ahLst/>
              <a:cxnLst/>
              <a:rect l="l" t="t" r="r" b="b"/>
              <a:pathLst>
                <a:path w="445" h="444" extrusionOk="0">
                  <a:moveTo>
                    <a:pt x="56" y="0"/>
                  </a:moveTo>
                  <a:lnTo>
                    <a:pt x="1" y="56"/>
                  </a:lnTo>
                  <a:lnTo>
                    <a:pt x="167" y="444"/>
                  </a:lnTo>
                  <a:lnTo>
                    <a:pt x="223" y="416"/>
                  </a:lnTo>
                  <a:lnTo>
                    <a:pt x="56" y="84"/>
                  </a:lnTo>
                  <a:lnTo>
                    <a:pt x="389" y="222"/>
                  </a:lnTo>
                  <a:lnTo>
                    <a:pt x="445" y="194"/>
                  </a:lnTo>
                  <a:lnTo>
                    <a:pt x="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65"/>
            <p:cNvSpPr/>
            <p:nvPr/>
          </p:nvSpPr>
          <p:spPr>
            <a:xfrm>
              <a:off x="5290525" y="1263275"/>
              <a:ext cx="8325" cy="8325"/>
            </a:xfrm>
            <a:custGeom>
              <a:avLst/>
              <a:gdLst/>
              <a:ahLst/>
              <a:cxnLst/>
              <a:rect l="l" t="t" r="r" b="b"/>
              <a:pathLst>
                <a:path w="333" h="333" extrusionOk="0">
                  <a:moveTo>
                    <a:pt x="56" y="0"/>
                  </a:moveTo>
                  <a:lnTo>
                    <a:pt x="0" y="28"/>
                  </a:lnTo>
                  <a:lnTo>
                    <a:pt x="277" y="333"/>
                  </a:lnTo>
                  <a:lnTo>
                    <a:pt x="333" y="277"/>
                  </a:lnTo>
                  <a:lnTo>
                    <a:pt x="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65"/>
            <p:cNvSpPr/>
            <p:nvPr/>
          </p:nvSpPr>
          <p:spPr>
            <a:xfrm>
              <a:off x="5287750" y="1266050"/>
              <a:ext cx="7650" cy="8325"/>
            </a:xfrm>
            <a:custGeom>
              <a:avLst/>
              <a:gdLst/>
              <a:ahLst/>
              <a:cxnLst/>
              <a:rect l="l" t="t" r="r" b="b"/>
              <a:pathLst>
                <a:path w="306" h="333" extrusionOk="0">
                  <a:moveTo>
                    <a:pt x="28" y="0"/>
                  </a:moveTo>
                  <a:lnTo>
                    <a:pt x="0" y="56"/>
                  </a:lnTo>
                  <a:lnTo>
                    <a:pt x="278" y="333"/>
                  </a:lnTo>
                  <a:lnTo>
                    <a:pt x="305" y="305"/>
                  </a:lnTo>
                  <a:lnTo>
                    <a:pt x="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65"/>
            <p:cNvSpPr/>
            <p:nvPr/>
          </p:nvSpPr>
          <p:spPr>
            <a:xfrm>
              <a:off x="5190700" y="1306250"/>
              <a:ext cx="1425" cy="10425"/>
            </a:xfrm>
            <a:custGeom>
              <a:avLst/>
              <a:gdLst/>
              <a:ahLst/>
              <a:cxnLst/>
              <a:rect l="l" t="t" r="r" b="b"/>
              <a:pathLst>
                <a:path w="57" h="417" extrusionOk="0">
                  <a:moveTo>
                    <a:pt x="1" y="0"/>
                  </a:moveTo>
                  <a:lnTo>
                    <a:pt x="1" y="416"/>
                  </a:lnTo>
                  <a:lnTo>
                    <a:pt x="56" y="416"/>
                  </a:lnTo>
                  <a:lnTo>
                    <a:pt x="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65"/>
            <p:cNvSpPr/>
            <p:nvPr/>
          </p:nvSpPr>
          <p:spPr>
            <a:xfrm>
              <a:off x="5179625" y="1306250"/>
              <a:ext cx="9025" cy="10425"/>
            </a:xfrm>
            <a:custGeom>
              <a:avLst/>
              <a:gdLst/>
              <a:ahLst/>
              <a:cxnLst/>
              <a:rect l="l" t="t" r="r" b="b"/>
              <a:pathLst>
                <a:path w="361" h="417" extrusionOk="0">
                  <a:moveTo>
                    <a:pt x="0" y="0"/>
                  </a:moveTo>
                  <a:lnTo>
                    <a:pt x="139" y="194"/>
                  </a:lnTo>
                  <a:lnTo>
                    <a:pt x="0" y="388"/>
                  </a:lnTo>
                  <a:lnTo>
                    <a:pt x="56" y="388"/>
                  </a:lnTo>
                  <a:lnTo>
                    <a:pt x="166" y="250"/>
                  </a:lnTo>
                  <a:lnTo>
                    <a:pt x="277" y="416"/>
                  </a:lnTo>
                  <a:lnTo>
                    <a:pt x="333" y="416"/>
                  </a:lnTo>
                  <a:lnTo>
                    <a:pt x="194" y="222"/>
                  </a:lnTo>
                  <a:lnTo>
                    <a:pt x="361" y="0"/>
                  </a:lnTo>
                  <a:lnTo>
                    <a:pt x="305" y="0"/>
                  </a:lnTo>
                  <a:lnTo>
                    <a:pt x="166" y="166"/>
                  </a:lnTo>
                  <a:lnTo>
                    <a:pt x="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65"/>
            <p:cNvSpPr/>
            <p:nvPr/>
          </p:nvSpPr>
          <p:spPr>
            <a:xfrm>
              <a:off x="5066625" y="1259800"/>
              <a:ext cx="13200" cy="12500"/>
            </a:xfrm>
            <a:custGeom>
              <a:avLst/>
              <a:gdLst/>
              <a:ahLst/>
              <a:cxnLst/>
              <a:rect l="l" t="t" r="r" b="b"/>
              <a:pathLst>
                <a:path w="528" h="500" extrusionOk="0">
                  <a:moveTo>
                    <a:pt x="306" y="1"/>
                  </a:moveTo>
                  <a:lnTo>
                    <a:pt x="250" y="222"/>
                  </a:lnTo>
                  <a:lnTo>
                    <a:pt x="1" y="278"/>
                  </a:lnTo>
                  <a:lnTo>
                    <a:pt x="56" y="306"/>
                  </a:lnTo>
                  <a:lnTo>
                    <a:pt x="223" y="278"/>
                  </a:lnTo>
                  <a:lnTo>
                    <a:pt x="195" y="472"/>
                  </a:lnTo>
                  <a:lnTo>
                    <a:pt x="223" y="500"/>
                  </a:lnTo>
                  <a:lnTo>
                    <a:pt x="278" y="278"/>
                  </a:lnTo>
                  <a:lnTo>
                    <a:pt x="528" y="250"/>
                  </a:lnTo>
                  <a:lnTo>
                    <a:pt x="500" y="195"/>
                  </a:lnTo>
                  <a:lnTo>
                    <a:pt x="278" y="222"/>
                  </a:lnTo>
                  <a:lnTo>
                    <a:pt x="278" y="222"/>
                  </a:lnTo>
                  <a:lnTo>
                    <a:pt x="334" y="28"/>
                  </a:lnTo>
                  <a:lnTo>
                    <a:pt x="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65"/>
            <p:cNvSpPr/>
            <p:nvPr/>
          </p:nvSpPr>
          <p:spPr>
            <a:xfrm>
              <a:off x="5063850" y="1257025"/>
              <a:ext cx="8350" cy="7650"/>
            </a:xfrm>
            <a:custGeom>
              <a:avLst/>
              <a:gdLst/>
              <a:ahLst/>
              <a:cxnLst/>
              <a:rect l="l" t="t" r="r" b="b"/>
              <a:pathLst>
                <a:path w="334" h="306" extrusionOk="0">
                  <a:moveTo>
                    <a:pt x="306" y="1"/>
                  </a:moveTo>
                  <a:lnTo>
                    <a:pt x="1" y="278"/>
                  </a:lnTo>
                  <a:lnTo>
                    <a:pt x="56" y="306"/>
                  </a:lnTo>
                  <a:lnTo>
                    <a:pt x="334" y="28"/>
                  </a:lnTo>
                  <a:lnTo>
                    <a:pt x="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65"/>
            <p:cNvSpPr/>
            <p:nvPr/>
          </p:nvSpPr>
          <p:spPr>
            <a:xfrm>
              <a:off x="5018800" y="1153750"/>
              <a:ext cx="10425" cy="8350"/>
            </a:xfrm>
            <a:custGeom>
              <a:avLst/>
              <a:gdLst/>
              <a:ahLst/>
              <a:cxnLst/>
              <a:rect l="l" t="t" r="r" b="b"/>
              <a:pathLst>
                <a:path w="417" h="334" extrusionOk="0">
                  <a:moveTo>
                    <a:pt x="1" y="1"/>
                  </a:moveTo>
                  <a:lnTo>
                    <a:pt x="1" y="56"/>
                  </a:lnTo>
                  <a:lnTo>
                    <a:pt x="167" y="167"/>
                  </a:lnTo>
                  <a:lnTo>
                    <a:pt x="1" y="250"/>
                  </a:lnTo>
                  <a:lnTo>
                    <a:pt x="1" y="333"/>
                  </a:lnTo>
                  <a:lnTo>
                    <a:pt x="195" y="195"/>
                  </a:lnTo>
                  <a:lnTo>
                    <a:pt x="417" y="333"/>
                  </a:lnTo>
                  <a:lnTo>
                    <a:pt x="417" y="278"/>
                  </a:lnTo>
                  <a:lnTo>
                    <a:pt x="223" y="167"/>
                  </a:lnTo>
                  <a:lnTo>
                    <a:pt x="417" y="56"/>
                  </a:lnTo>
                  <a:lnTo>
                    <a:pt x="417" y="1"/>
                  </a:lnTo>
                  <a:lnTo>
                    <a:pt x="195" y="139"/>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65"/>
            <p:cNvSpPr/>
            <p:nvPr/>
          </p:nvSpPr>
          <p:spPr>
            <a:xfrm>
              <a:off x="5018800" y="1149600"/>
              <a:ext cx="10425" cy="1400"/>
            </a:xfrm>
            <a:custGeom>
              <a:avLst/>
              <a:gdLst/>
              <a:ahLst/>
              <a:cxnLst/>
              <a:rect l="l" t="t" r="r" b="b"/>
              <a:pathLst>
                <a:path w="417" h="56" extrusionOk="0">
                  <a:moveTo>
                    <a:pt x="1" y="0"/>
                  </a:moveTo>
                  <a:lnTo>
                    <a:pt x="1" y="56"/>
                  </a:lnTo>
                  <a:lnTo>
                    <a:pt x="417" y="56"/>
                  </a:lnTo>
                  <a:lnTo>
                    <a:pt x="4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65"/>
            <p:cNvSpPr/>
            <p:nvPr/>
          </p:nvSpPr>
          <p:spPr>
            <a:xfrm>
              <a:off x="5018800" y="1145425"/>
              <a:ext cx="10425" cy="1425"/>
            </a:xfrm>
            <a:custGeom>
              <a:avLst/>
              <a:gdLst/>
              <a:ahLst/>
              <a:cxnLst/>
              <a:rect l="l" t="t" r="r" b="b"/>
              <a:pathLst>
                <a:path w="417" h="57" extrusionOk="0">
                  <a:moveTo>
                    <a:pt x="1" y="1"/>
                  </a:moveTo>
                  <a:lnTo>
                    <a:pt x="1" y="56"/>
                  </a:lnTo>
                  <a:lnTo>
                    <a:pt x="417" y="56"/>
                  </a:lnTo>
                  <a:lnTo>
                    <a:pt x="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65"/>
            <p:cNvSpPr/>
            <p:nvPr/>
          </p:nvSpPr>
          <p:spPr>
            <a:xfrm>
              <a:off x="5018800" y="1140575"/>
              <a:ext cx="10425" cy="1425"/>
            </a:xfrm>
            <a:custGeom>
              <a:avLst/>
              <a:gdLst/>
              <a:ahLst/>
              <a:cxnLst/>
              <a:rect l="l" t="t" r="r" b="b"/>
              <a:pathLst>
                <a:path w="417" h="57" extrusionOk="0">
                  <a:moveTo>
                    <a:pt x="1" y="1"/>
                  </a:moveTo>
                  <a:lnTo>
                    <a:pt x="1" y="56"/>
                  </a:lnTo>
                  <a:lnTo>
                    <a:pt x="417" y="56"/>
                  </a:lnTo>
                  <a:lnTo>
                    <a:pt x="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5"/>
            <p:cNvSpPr/>
            <p:nvPr/>
          </p:nvSpPr>
          <p:spPr>
            <a:xfrm>
              <a:off x="5063850" y="1033825"/>
              <a:ext cx="12500" cy="13200"/>
            </a:xfrm>
            <a:custGeom>
              <a:avLst/>
              <a:gdLst/>
              <a:ahLst/>
              <a:cxnLst/>
              <a:rect l="l" t="t" r="r" b="b"/>
              <a:pathLst>
                <a:path w="500" h="528" extrusionOk="0">
                  <a:moveTo>
                    <a:pt x="223" y="1"/>
                  </a:moveTo>
                  <a:lnTo>
                    <a:pt x="195" y="29"/>
                  </a:lnTo>
                  <a:lnTo>
                    <a:pt x="195" y="223"/>
                  </a:lnTo>
                  <a:lnTo>
                    <a:pt x="29" y="167"/>
                  </a:lnTo>
                  <a:lnTo>
                    <a:pt x="1" y="195"/>
                  </a:lnTo>
                  <a:lnTo>
                    <a:pt x="223" y="251"/>
                  </a:lnTo>
                  <a:lnTo>
                    <a:pt x="250" y="528"/>
                  </a:lnTo>
                  <a:lnTo>
                    <a:pt x="278" y="472"/>
                  </a:lnTo>
                  <a:lnTo>
                    <a:pt x="250" y="278"/>
                  </a:lnTo>
                  <a:lnTo>
                    <a:pt x="472" y="334"/>
                  </a:lnTo>
                  <a:lnTo>
                    <a:pt x="500" y="278"/>
                  </a:lnTo>
                  <a:lnTo>
                    <a:pt x="250" y="223"/>
                  </a:lnTo>
                  <a:lnTo>
                    <a:pt x="2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5"/>
            <p:cNvSpPr/>
            <p:nvPr/>
          </p:nvSpPr>
          <p:spPr>
            <a:xfrm>
              <a:off x="5069400" y="1027600"/>
              <a:ext cx="11125" cy="11125"/>
            </a:xfrm>
            <a:custGeom>
              <a:avLst/>
              <a:gdLst/>
              <a:ahLst/>
              <a:cxnLst/>
              <a:rect l="l" t="t" r="r" b="b"/>
              <a:pathLst>
                <a:path w="445" h="445" extrusionOk="0">
                  <a:moveTo>
                    <a:pt x="278" y="0"/>
                  </a:moveTo>
                  <a:lnTo>
                    <a:pt x="223" y="28"/>
                  </a:lnTo>
                  <a:lnTo>
                    <a:pt x="361" y="389"/>
                  </a:lnTo>
                  <a:lnTo>
                    <a:pt x="56" y="222"/>
                  </a:lnTo>
                  <a:lnTo>
                    <a:pt x="1" y="250"/>
                  </a:lnTo>
                  <a:lnTo>
                    <a:pt x="389" y="444"/>
                  </a:lnTo>
                  <a:lnTo>
                    <a:pt x="444" y="416"/>
                  </a:lnTo>
                  <a:lnTo>
                    <a:pt x="2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65"/>
            <p:cNvSpPr/>
            <p:nvPr/>
          </p:nvSpPr>
          <p:spPr>
            <a:xfrm>
              <a:off x="5037525" y="1004025"/>
              <a:ext cx="297375" cy="297400"/>
            </a:xfrm>
            <a:custGeom>
              <a:avLst/>
              <a:gdLst/>
              <a:ahLst/>
              <a:cxnLst/>
              <a:rect l="l" t="t" r="r" b="b"/>
              <a:pathLst>
                <a:path w="11895" h="11896" fill="none" extrusionOk="0">
                  <a:moveTo>
                    <a:pt x="9760" y="2108"/>
                  </a:moveTo>
                  <a:cubicBezTo>
                    <a:pt x="11895" y="4215"/>
                    <a:pt x="11895" y="7653"/>
                    <a:pt x="9760" y="9760"/>
                  </a:cubicBezTo>
                  <a:cubicBezTo>
                    <a:pt x="7653" y="11895"/>
                    <a:pt x="4215" y="11895"/>
                    <a:pt x="2108" y="9760"/>
                  </a:cubicBezTo>
                  <a:cubicBezTo>
                    <a:pt x="0" y="7653"/>
                    <a:pt x="0" y="4215"/>
                    <a:pt x="2108" y="2108"/>
                  </a:cubicBezTo>
                  <a:cubicBezTo>
                    <a:pt x="4215" y="1"/>
                    <a:pt x="7653" y="1"/>
                    <a:pt x="9760" y="2108"/>
                  </a:cubicBezTo>
                  <a:close/>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65"/>
            <p:cNvSpPr/>
            <p:nvPr/>
          </p:nvSpPr>
          <p:spPr>
            <a:xfrm>
              <a:off x="5172000" y="1152375"/>
              <a:ext cx="28425" cy="25"/>
            </a:xfrm>
            <a:custGeom>
              <a:avLst/>
              <a:gdLst/>
              <a:ahLst/>
              <a:cxnLst/>
              <a:rect l="l" t="t" r="r" b="b"/>
              <a:pathLst>
                <a:path w="1137" h="1" fill="none" extrusionOk="0">
                  <a:moveTo>
                    <a:pt x="0" y="0"/>
                  </a:moveTo>
                  <a:lnTo>
                    <a:pt x="1137"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65"/>
            <p:cNvSpPr/>
            <p:nvPr/>
          </p:nvSpPr>
          <p:spPr>
            <a:xfrm>
              <a:off x="5185850" y="1138500"/>
              <a:ext cx="25" cy="28450"/>
            </a:xfrm>
            <a:custGeom>
              <a:avLst/>
              <a:gdLst/>
              <a:ahLst/>
              <a:cxnLst/>
              <a:rect l="l" t="t" r="r" b="b"/>
              <a:pathLst>
                <a:path w="1" h="1138" fill="none" extrusionOk="0">
                  <a:moveTo>
                    <a:pt x="1" y="1137"/>
                  </a:moveTo>
                  <a:lnTo>
                    <a:pt x="1" y="1"/>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65"/>
            <p:cNvSpPr/>
            <p:nvPr/>
          </p:nvSpPr>
          <p:spPr>
            <a:xfrm>
              <a:off x="5185850" y="1008200"/>
              <a:ext cx="25" cy="16650"/>
            </a:xfrm>
            <a:custGeom>
              <a:avLst/>
              <a:gdLst/>
              <a:ahLst/>
              <a:cxnLst/>
              <a:rect l="l" t="t" r="r" b="b"/>
              <a:pathLst>
                <a:path w="1" h="666" fill="none" extrusionOk="0">
                  <a:moveTo>
                    <a:pt x="1" y="666"/>
                  </a:moveTo>
                  <a:lnTo>
                    <a:pt x="1" y="0"/>
                  </a:lnTo>
                </a:path>
              </a:pathLst>
            </a:custGeom>
            <a:noFill/>
            <a:ln w="4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65"/>
            <p:cNvSpPr/>
            <p:nvPr/>
          </p:nvSpPr>
          <p:spPr>
            <a:xfrm>
              <a:off x="5185850" y="1279900"/>
              <a:ext cx="25" cy="16650"/>
            </a:xfrm>
            <a:custGeom>
              <a:avLst/>
              <a:gdLst/>
              <a:ahLst/>
              <a:cxnLst/>
              <a:rect l="l" t="t" r="r" b="b"/>
              <a:pathLst>
                <a:path w="1" h="666" fill="none" extrusionOk="0">
                  <a:moveTo>
                    <a:pt x="1" y="666"/>
                  </a:moveTo>
                  <a:lnTo>
                    <a:pt x="1" y="1"/>
                  </a:lnTo>
                </a:path>
              </a:pathLst>
            </a:custGeom>
            <a:noFill/>
            <a:ln w="4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65"/>
            <p:cNvSpPr/>
            <p:nvPr/>
          </p:nvSpPr>
          <p:spPr>
            <a:xfrm>
              <a:off x="5313400" y="1152375"/>
              <a:ext cx="15950" cy="25"/>
            </a:xfrm>
            <a:custGeom>
              <a:avLst/>
              <a:gdLst/>
              <a:ahLst/>
              <a:cxnLst/>
              <a:rect l="l" t="t" r="r" b="b"/>
              <a:pathLst>
                <a:path w="638" h="1" fill="none" extrusionOk="0">
                  <a:moveTo>
                    <a:pt x="0" y="0"/>
                  </a:moveTo>
                  <a:lnTo>
                    <a:pt x="638" y="0"/>
                  </a:lnTo>
                </a:path>
              </a:pathLst>
            </a:custGeom>
            <a:noFill/>
            <a:ln w="4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65"/>
            <p:cNvSpPr/>
            <p:nvPr/>
          </p:nvSpPr>
          <p:spPr>
            <a:xfrm>
              <a:off x="5042375" y="1152375"/>
              <a:ext cx="15975" cy="25"/>
            </a:xfrm>
            <a:custGeom>
              <a:avLst/>
              <a:gdLst/>
              <a:ahLst/>
              <a:cxnLst/>
              <a:rect l="l" t="t" r="r" b="b"/>
              <a:pathLst>
                <a:path w="639" h="1" fill="none" extrusionOk="0">
                  <a:moveTo>
                    <a:pt x="0" y="0"/>
                  </a:moveTo>
                  <a:lnTo>
                    <a:pt x="638" y="0"/>
                  </a:lnTo>
                </a:path>
              </a:pathLst>
            </a:custGeom>
            <a:noFill/>
            <a:ln w="48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65"/>
            <p:cNvSpPr/>
            <p:nvPr/>
          </p:nvSpPr>
          <p:spPr>
            <a:xfrm>
              <a:off x="5126250" y="1096225"/>
              <a:ext cx="13200" cy="105375"/>
            </a:xfrm>
            <a:custGeom>
              <a:avLst/>
              <a:gdLst/>
              <a:ahLst/>
              <a:cxnLst/>
              <a:rect l="l" t="t" r="r" b="b"/>
              <a:pathLst>
                <a:path w="528" h="4215" fill="none" extrusionOk="0">
                  <a:moveTo>
                    <a:pt x="527" y="0"/>
                  </a:moveTo>
                  <a:lnTo>
                    <a:pt x="0" y="4215"/>
                  </a:lnTo>
                </a:path>
              </a:pathLst>
            </a:custGeom>
            <a:noFill/>
            <a:ln w="9525"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65"/>
            <p:cNvSpPr/>
            <p:nvPr/>
          </p:nvSpPr>
          <p:spPr>
            <a:xfrm>
              <a:off x="5137325" y="1097600"/>
              <a:ext cx="106075" cy="25"/>
            </a:xfrm>
            <a:custGeom>
              <a:avLst/>
              <a:gdLst/>
              <a:ahLst/>
              <a:cxnLst/>
              <a:rect l="l" t="t" r="r" b="b"/>
              <a:pathLst>
                <a:path w="4243" h="1" fill="none" extrusionOk="0">
                  <a:moveTo>
                    <a:pt x="4243" y="1"/>
                  </a:moveTo>
                  <a:lnTo>
                    <a:pt x="1" y="1"/>
                  </a:lnTo>
                </a:path>
              </a:pathLst>
            </a:custGeom>
            <a:noFill/>
            <a:ln w="9525"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65"/>
            <p:cNvSpPr/>
            <p:nvPr/>
          </p:nvSpPr>
          <p:spPr>
            <a:xfrm>
              <a:off x="5122075" y="1198800"/>
              <a:ext cx="110925" cy="35375"/>
            </a:xfrm>
            <a:custGeom>
              <a:avLst/>
              <a:gdLst/>
              <a:ahLst/>
              <a:cxnLst/>
              <a:rect l="l" t="t" r="r" b="b"/>
              <a:pathLst>
                <a:path w="4437" h="1415" fill="none" extrusionOk="0">
                  <a:moveTo>
                    <a:pt x="4437" y="1415"/>
                  </a:moveTo>
                  <a:lnTo>
                    <a:pt x="1" y="1"/>
                  </a:lnTo>
                </a:path>
              </a:pathLst>
            </a:custGeom>
            <a:noFill/>
            <a:ln w="9525" cap="flat" cmpd="sng">
              <a:solidFill>
                <a:schemeClr val="lt1"/>
              </a:solidFill>
              <a:prstDash val="solid"/>
              <a:miter lim="277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65"/>
            <p:cNvSpPr/>
            <p:nvPr/>
          </p:nvSpPr>
          <p:spPr>
            <a:xfrm>
              <a:off x="5126250" y="1085825"/>
              <a:ext cx="23575" cy="20625"/>
            </a:xfrm>
            <a:custGeom>
              <a:avLst/>
              <a:gdLst/>
              <a:ahLst/>
              <a:cxnLst/>
              <a:rect l="l" t="t" r="r" b="b"/>
              <a:pathLst>
                <a:path w="943" h="825" extrusionOk="0">
                  <a:moveTo>
                    <a:pt x="527" y="0"/>
                  </a:moveTo>
                  <a:cubicBezTo>
                    <a:pt x="167" y="0"/>
                    <a:pt x="0" y="444"/>
                    <a:pt x="250" y="694"/>
                  </a:cubicBezTo>
                  <a:cubicBezTo>
                    <a:pt x="332" y="785"/>
                    <a:pt x="435" y="825"/>
                    <a:pt x="537" y="825"/>
                  </a:cubicBezTo>
                  <a:cubicBezTo>
                    <a:pt x="743" y="825"/>
                    <a:pt x="943" y="658"/>
                    <a:pt x="943" y="416"/>
                  </a:cubicBezTo>
                  <a:cubicBezTo>
                    <a:pt x="943" y="194"/>
                    <a:pt x="777" y="0"/>
                    <a:pt x="5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65"/>
            <p:cNvSpPr/>
            <p:nvPr/>
          </p:nvSpPr>
          <p:spPr>
            <a:xfrm>
              <a:off x="5228125" y="1085825"/>
              <a:ext cx="23600" cy="20625"/>
            </a:xfrm>
            <a:custGeom>
              <a:avLst/>
              <a:gdLst/>
              <a:ahLst/>
              <a:cxnLst/>
              <a:rect l="l" t="t" r="r" b="b"/>
              <a:pathLst>
                <a:path w="944" h="825" extrusionOk="0">
                  <a:moveTo>
                    <a:pt x="555" y="0"/>
                  </a:moveTo>
                  <a:cubicBezTo>
                    <a:pt x="195" y="0"/>
                    <a:pt x="1" y="444"/>
                    <a:pt x="250" y="694"/>
                  </a:cubicBezTo>
                  <a:cubicBezTo>
                    <a:pt x="342" y="785"/>
                    <a:pt x="448" y="825"/>
                    <a:pt x="550" y="825"/>
                  </a:cubicBezTo>
                  <a:cubicBezTo>
                    <a:pt x="756" y="825"/>
                    <a:pt x="944" y="658"/>
                    <a:pt x="944" y="416"/>
                  </a:cubicBezTo>
                  <a:cubicBezTo>
                    <a:pt x="944" y="194"/>
                    <a:pt x="777" y="0"/>
                    <a:pt x="5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65"/>
            <p:cNvSpPr/>
            <p:nvPr/>
          </p:nvSpPr>
          <p:spPr>
            <a:xfrm>
              <a:off x="5222800" y="1224175"/>
              <a:ext cx="22000" cy="20400"/>
            </a:xfrm>
            <a:custGeom>
              <a:avLst/>
              <a:gdLst/>
              <a:ahLst/>
              <a:cxnLst/>
              <a:rect l="l" t="t" r="r" b="b"/>
              <a:pathLst>
                <a:path w="880" h="816" extrusionOk="0">
                  <a:moveTo>
                    <a:pt x="421" y="1"/>
                  </a:moveTo>
                  <a:cubicBezTo>
                    <a:pt x="203" y="1"/>
                    <a:pt x="0" y="172"/>
                    <a:pt x="20" y="427"/>
                  </a:cubicBezTo>
                  <a:cubicBezTo>
                    <a:pt x="38" y="663"/>
                    <a:pt x="234" y="816"/>
                    <a:pt x="437" y="816"/>
                  </a:cubicBezTo>
                  <a:cubicBezTo>
                    <a:pt x="545" y="816"/>
                    <a:pt x="654" y="773"/>
                    <a:pt x="741" y="677"/>
                  </a:cubicBezTo>
                  <a:cubicBezTo>
                    <a:pt x="879" y="511"/>
                    <a:pt x="852" y="233"/>
                    <a:pt x="685" y="95"/>
                  </a:cubicBezTo>
                  <a:cubicBezTo>
                    <a:pt x="604" y="30"/>
                    <a:pt x="511" y="1"/>
                    <a:pt x="4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65"/>
            <p:cNvSpPr/>
            <p:nvPr/>
          </p:nvSpPr>
          <p:spPr>
            <a:xfrm>
              <a:off x="5113250" y="1191150"/>
              <a:ext cx="23425" cy="20350"/>
            </a:xfrm>
            <a:custGeom>
              <a:avLst/>
              <a:gdLst/>
              <a:ahLst/>
              <a:cxnLst/>
              <a:rect l="l" t="t" r="r" b="b"/>
              <a:pathLst>
                <a:path w="937" h="814" extrusionOk="0">
                  <a:moveTo>
                    <a:pt x="516" y="0"/>
                  </a:moveTo>
                  <a:cubicBezTo>
                    <a:pt x="176" y="0"/>
                    <a:pt x="1" y="426"/>
                    <a:pt x="243" y="695"/>
                  </a:cubicBezTo>
                  <a:cubicBezTo>
                    <a:pt x="325" y="777"/>
                    <a:pt x="428" y="814"/>
                    <a:pt x="529" y="814"/>
                  </a:cubicBezTo>
                  <a:cubicBezTo>
                    <a:pt x="736" y="814"/>
                    <a:pt x="936" y="659"/>
                    <a:pt x="936" y="418"/>
                  </a:cubicBezTo>
                  <a:cubicBezTo>
                    <a:pt x="936" y="196"/>
                    <a:pt x="770" y="2"/>
                    <a:pt x="548" y="2"/>
                  </a:cubicBezTo>
                  <a:cubicBezTo>
                    <a:pt x="537" y="1"/>
                    <a:pt x="526" y="0"/>
                    <a:pt x="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122" name="Picture 2" descr="Refer to caption">
            <a:extLst>
              <a:ext uri="{FF2B5EF4-FFF2-40B4-BE49-F238E27FC236}">
                <a16:creationId xmlns:a16="http://schemas.microsoft.com/office/drawing/2014/main" id="{60200E8D-8F94-F06C-2000-FAA467D685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544" y="2731120"/>
            <a:ext cx="6067677" cy="2237456"/>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686;p65">
            <a:extLst>
              <a:ext uri="{FF2B5EF4-FFF2-40B4-BE49-F238E27FC236}">
                <a16:creationId xmlns:a16="http://schemas.microsoft.com/office/drawing/2014/main" id="{E03715CE-423A-C8AF-2BE0-18F8A4CDB9B3}"/>
              </a:ext>
            </a:extLst>
          </p:cNvPr>
          <p:cNvSpPr txBox="1">
            <a:spLocks/>
          </p:cNvSpPr>
          <p:nvPr/>
        </p:nvSpPr>
        <p:spPr>
          <a:xfrm>
            <a:off x="4232189" y="1542728"/>
            <a:ext cx="3258048" cy="739429"/>
          </a:xfrm>
          <a:prstGeom prst="rect">
            <a:avLst/>
          </a:prstGeom>
          <a:noFill/>
          <a:ln>
            <a:solidFill>
              <a:schemeClr val="accent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1pPr>
            <a:lvl2pPr marL="914400" marR="0" lvl="1"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2pPr>
            <a:lvl3pPr marL="1371600" marR="0" lvl="2"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3pPr>
            <a:lvl4pPr marL="1828800" marR="0" lvl="3"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4pPr>
            <a:lvl5pPr marL="2286000" marR="0" lvl="4"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5pPr>
            <a:lvl6pPr marL="2743200" marR="0" lvl="5"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6pPr>
            <a:lvl7pPr marL="3200400" marR="0" lvl="6"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7pPr>
            <a:lvl8pPr marL="3657600" marR="0" lvl="7"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8pPr>
            <a:lvl9pPr marL="4114800" marR="0" lvl="8"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9pPr>
          </a:lstStyle>
          <a:p>
            <a:pPr marL="114300" indent="0" fontAlgn="base">
              <a:lnSpc>
                <a:spcPct val="150000"/>
              </a:lnSpc>
            </a:pPr>
            <a:r>
              <a:rPr lang="en-US" sz="1200" b="1" dirty="0"/>
              <a:t>Balmer line widths</a:t>
            </a:r>
            <a:r>
              <a:rPr lang="en-US" sz="1200" dirty="0"/>
              <a:t> (broad = AGN, narrow = other possibilities)</a:t>
            </a:r>
          </a:p>
        </p:txBody>
      </p:sp>
      <p:sp>
        <p:nvSpPr>
          <p:cNvPr id="8" name="Google Shape;1686;p65">
            <a:extLst>
              <a:ext uri="{FF2B5EF4-FFF2-40B4-BE49-F238E27FC236}">
                <a16:creationId xmlns:a16="http://schemas.microsoft.com/office/drawing/2014/main" id="{4CF49D99-F022-7128-310B-6F06238B1490}"/>
              </a:ext>
            </a:extLst>
          </p:cNvPr>
          <p:cNvSpPr txBox="1">
            <a:spLocks/>
          </p:cNvSpPr>
          <p:nvPr/>
        </p:nvSpPr>
        <p:spPr>
          <a:xfrm>
            <a:off x="1799116" y="921334"/>
            <a:ext cx="2464993" cy="453843"/>
          </a:xfrm>
          <a:prstGeom prst="rect">
            <a:avLst/>
          </a:prstGeom>
          <a:noFill/>
          <a:ln>
            <a:solidFill>
              <a:schemeClr val="accent1"/>
            </a:solidFill>
          </a:ln>
        </p:spPr>
        <p:txBody>
          <a:bodyPr spcFirstLastPara="1" wrap="square" lIns="91425" tIns="91425" rIns="91440" bIns="91425" anchor="ctr" anchorCtr="1">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1pPr>
            <a:lvl2pPr marL="914400" marR="0" lvl="1"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2pPr>
            <a:lvl3pPr marL="1371600" marR="0" lvl="2"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3pPr>
            <a:lvl4pPr marL="1828800" marR="0" lvl="3"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4pPr>
            <a:lvl5pPr marL="2286000" marR="0" lvl="4"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5pPr>
            <a:lvl6pPr marL="2743200" marR="0" lvl="5"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6pPr>
            <a:lvl7pPr marL="3200400" marR="0" lvl="6"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7pPr>
            <a:lvl8pPr marL="3657600" marR="0" lvl="7"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8pPr>
            <a:lvl9pPr marL="4114800" marR="0" lvl="8"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9pPr>
          </a:lstStyle>
          <a:p>
            <a:pPr marL="114300" indent="0" algn="ctr" fontAlgn="base">
              <a:lnSpc>
                <a:spcPct val="150000"/>
              </a:lnSpc>
            </a:pPr>
            <a:r>
              <a:rPr lang="en-US" sz="1200" b="1" dirty="0"/>
              <a:t>Continuum shape</a:t>
            </a:r>
            <a:endParaRPr lang="en-US" sz="1200" dirty="0"/>
          </a:p>
        </p:txBody>
      </p:sp>
      <p:sp>
        <p:nvSpPr>
          <p:cNvPr id="9" name="Google Shape;1686;p65">
            <a:extLst>
              <a:ext uri="{FF2B5EF4-FFF2-40B4-BE49-F238E27FC236}">
                <a16:creationId xmlns:a16="http://schemas.microsoft.com/office/drawing/2014/main" id="{CBB50FD6-C946-F382-B25D-BE02B3C35353}"/>
              </a:ext>
            </a:extLst>
          </p:cNvPr>
          <p:cNvSpPr txBox="1">
            <a:spLocks/>
          </p:cNvSpPr>
          <p:nvPr/>
        </p:nvSpPr>
        <p:spPr>
          <a:xfrm>
            <a:off x="5224128" y="465559"/>
            <a:ext cx="1605309" cy="812581"/>
          </a:xfrm>
          <a:prstGeom prst="rect">
            <a:avLst/>
          </a:prstGeom>
          <a:noFill/>
          <a:ln>
            <a:solidFill>
              <a:schemeClr val="accent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1pPr>
            <a:lvl2pPr marL="914400" marR="0" lvl="1"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2pPr>
            <a:lvl3pPr marL="1371600" marR="0" lvl="2"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3pPr>
            <a:lvl4pPr marL="1828800" marR="0" lvl="3"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4pPr>
            <a:lvl5pPr marL="2286000" marR="0" lvl="4"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5pPr>
            <a:lvl6pPr marL="2743200" marR="0" lvl="5"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6pPr>
            <a:lvl7pPr marL="3200400" marR="0" lvl="6"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7pPr>
            <a:lvl8pPr marL="3657600" marR="0" lvl="7"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8pPr>
            <a:lvl9pPr marL="4114800" marR="0" lvl="8"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9pPr>
          </a:lstStyle>
          <a:p>
            <a:pPr marL="114300" indent="0" fontAlgn="base">
              <a:lnSpc>
                <a:spcPct val="150000"/>
              </a:lnSpc>
            </a:pPr>
            <a:r>
              <a:rPr lang="en-US" sz="1200" b="1" dirty="0"/>
              <a:t>Forbidden vs. allowed lines</a:t>
            </a:r>
            <a:r>
              <a:rPr lang="en-US" sz="1200" dirty="0"/>
              <a:t> </a:t>
            </a:r>
          </a:p>
        </p:txBody>
      </p:sp>
      <p:sp>
        <p:nvSpPr>
          <p:cNvPr id="10" name="Google Shape;1686;p65">
            <a:extLst>
              <a:ext uri="{FF2B5EF4-FFF2-40B4-BE49-F238E27FC236}">
                <a16:creationId xmlns:a16="http://schemas.microsoft.com/office/drawing/2014/main" id="{286134A8-B59D-6323-5412-B46466DFF799}"/>
              </a:ext>
            </a:extLst>
          </p:cNvPr>
          <p:cNvSpPr txBox="1">
            <a:spLocks/>
          </p:cNvSpPr>
          <p:nvPr/>
        </p:nvSpPr>
        <p:spPr>
          <a:xfrm>
            <a:off x="1974319" y="1747825"/>
            <a:ext cx="1600457" cy="699270"/>
          </a:xfrm>
          <a:prstGeom prst="rect">
            <a:avLst/>
          </a:prstGeom>
          <a:noFill/>
          <a:ln>
            <a:solidFill>
              <a:schemeClr val="accent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1pPr>
            <a:lvl2pPr marL="914400" marR="0" lvl="1"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2pPr>
            <a:lvl3pPr marL="1371600" marR="0" lvl="2"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3pPr>
            <a:lvl4pPr marL="1828800" marR="0" lvl="3"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4pPr>
            <a:lvl5pPr marL="2286000" marR="0" lvl="4"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5pPr>
            <a:lvl6pPr marL="2743200" marR="0" lvl="5"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6pPr>
            <a:lvl7pPr marL="3200400" marR="0" lvl="6"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7pPr>
            <a:lvl8pPr marL="3657600" marR="0" lvl="7"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8pPr>
            <a:lvl9pPr marL="4114800" marR="0" lvl="8" indent="-317500" algn="l" rtl="0">
              <a:lnSpc>
                <a:spcPct val="100000"/>
              </a:lnSpc>
              <a:spcBef>
                <a:spcPts val="0"/>
              </a:spcBef>
              <a:spcAft>
                <a:spcPts val="0"/>
              </a:spcAft>
              <a:buClr>
                <a:schemeClr val="lt1"/>
              </a:buClr>
              <a:buSzPts val="1400"/>
              <a:buFont typeface="Source Code Pro Light"/>
              <a:buNone/>
              <a:defRPr sz="1400" b="0" i="0" u="none" strike="noStrike" cap="none">
                <a:solidFill>
                  <a:schemeClr val="lt1"/>
                </a:solidFill>
                <a:latin typeface="Source Code Pro Light"/>
                <a:ea typeface="Source Code Pro Light"/>
                <a:cs typeface="Source Code Pro Light"/>
                <a:sym typeface="Source Code Pro Light"/>
              </a:defRPr>
            </a:lvl9pPr>
          </a:lstStyle>
          <a:p>
            <a:pPr marL="114300" indent="0" fontAlgn="base">
              <a:lnSpc>
                <a:spcPct val="150000"/>
              </a:lnSpc>
            </a:pPr>
            <a:r>
              <a:rPr lang="en-US" sz="1200" b="1" dirty="0"/>
              <a:t>Kinematics</a:t>
            </a:r>
            <a:r>
              <a:rPr lang="en-US" sz="1200" dirty="0"/>
              <a:t> and </a:t>
            </a:r>
            <a:r>
              <a:rPr lang="en-US" sz="1200" b="1" dirty="0"/>
              <a:t>line ratios</a:t>
            </a:r>
            <a:r>
              <a:rPr lang="en-US" sz="1200" dirty="0"/>
              <a:t> </a:t>
            </a:r>
          </a:p>
        </p:txBody>
      </p:sp>
      <p:sp>
        <p:nvSpPr>
          <p:cNvPr id="2" name="TextBox 1">
            <a:extLst>
              <a:ext uri="{FF2B5EF4-FFF2-40B4-BE49-F238E27FC236}">
                <a16:creationId xmlns:a16="http://schemas.microsoft.com/office/drawing/2014/main" id="{F65581A6-109E-C4F5-E665-24466AFB9234}"/>
              </a:ext>
            </a:extLst>
          </p:cNvPr>
          <p:cNvSpPr txBox="1"/>
          <p:nvPr/>
        </p:nvSpPr>
        <p:spPr>
          <a:xfrm>
            <a:off x="7019221" y="4730482"/>
            <a:ext cx="2539999" cy="261610"/>
          </a:xfrm>
          <a:prstGeom prst="rect">
            <a:avLst/>
          </a:prstGeom>
          <a:noFill/>
        </p:spPr>
        <p:txBody>
          <a:bodyPr wrap="square" rtlCol="0">
            <a:spAutoFit/>
          </a:bodyPr>
          <a:lstStyle/>
          <a:p>
            <a:r>
              <a:rPr lang="en-US" sz="1050" dirty="0" err="1">
                <a:solidFill>
                  <a:schemeClr val="lt1"/>
                </a:solidFill>
                <a:latin typeface="Source Code Pro Light"/>
                <a:ea typeface="Source Code Pro Light"/>
                <a:sym typeface="Source Code Pro Light"/>
              </a:rPr>
              <a:t>Hviding</a:t>
            </a:r>
            <a:r>
              <a:rPr lang="en-US" sz="1050" dirty="0">
                <a:solidFill>
                  <a:schemeClr val="lt1"/>
                </a:solidFill>
                <a:latin typeface="Source Code Pro Light"/>
                <a:ea typeface="Source Code Pro Light"/>
                <a:sym typeface="Source Code Pro Light"/>
              </a:rPr>
              <a:t> et al., 2025</a:t>
            </a:r>
          </a:p>
        </p:txBody>
      </p:sp>
      <p:sp>
        <p:nvSpPr>
          <p:cNvPr id="3" name="Google Shape;3204;p102">
            <a:extLst>
              <a:ext uri="{FF2B5EF4-FFF2-40B4-BE49-F238E27FC236}">
                <a16:creationId xmlns:a16="http://schemas.microsoft.com/office/drawing/2014/main" id="{C557540E-3755-12F2-0516-E1AC8A208AFF}"/>
              </a:ext>
            </a:extLst>
          </p:cNvPr>
          <p:cNvSpPr txBox="1">
            <a:spLocks noGrp="1"/>
          </p:cNvSpPr>
          <p:nvPr>
            <p:ph type="title"/>
          </p:nvPr>
        </p:nvSpPr>
        <p:spPr>
          <a:xfrm>
            <a:off x="7160978" y="2955769"/>
            <a:ext cx="1456248" cy="381334"/>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1800" dirty="0"/>
              <a:t>Typical LRD</a:t>
            </a:r>
            <a:endParaRPr sz="1800" dirty="0"/>
          </a:p>
        </p:txBody>
      </p:sp>
      <mc:AlternateContent xmlns:mc="http://schemas.openxmlformats.org/markup-compatibility/2006" xmlns:a14="http://schemas.microsoft.com/office/drawing/2010/main">
        <mc:Choice Requires="a14">
          <p:sp>
            <p:nvSpPr>
              <p:cNvPr id="4" name="Google Shape;3204;p102">
                <a:extLst>
                  <a:ext uri="{FF2B5EF4-FFF2-40B4-BE49-F238E27FC236}">
                    <a16:creationId xmlns:a16="http://schemas.microsoft.com/office/drawing/2014/main" id="{6090159E-A9CF-FA89-A61C-74655892EF8B}"/>
                  </a:ext>
                </a:extLst>
              </p:cNvPr>
              <p:cNvSpPr txBox="1">
                <a:spLocks/>
              </p:cNvSpPr>
              <p:nvPr/>
            </p:nvSpPr>
            <p:spPr>
              <a:xfrm>
                <a:off x="7160978" y="3602853"/>
                <a:ext cx="1456248" cy="3813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800"/>
                  <a:buFont typeface="Teko"/>
                  <a:buNone/>
                  <a:defRPr sz="3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1800" dirty="0"/>
                  <a:t>Narrow H</a:t>
                </a:r>
                <a14:m>
                  <m:oMath xmlns:m="http://schemas.openxmlformats.org/officeDocument/2006/math">
                    <m:r>
                      <a:rPr lang="en-US" sz="1800">
                        <a:latin typeface="Cambria Math" panose="02040503050406030204" pitchFamily="18" charset="0"/>
                        <a:sym typeface="Arial"/>
                      </a:rPr>
                      <m:t>𝛼</m:t>
                    </m:r>
                  </m:oMath>
                </a14:m>
                <a:r>
                  <a:rPr lang="en-US" sz="1800" dirty="0"/>
                  <a:t> / N </a:t>
                </a:r>
                <a:r>
                  <a:rPr lang="en-US" sz="1800" dirty="0">
                    <a:sym typeface="Arial"/>
                  </a:rPr>
                  <a:t>II</a:t>
                </a:r>
                <a:r>
                  <a:rPr lang="en-US" sz="1800" dirty="0"/>
                  <a:t> </a:t>
                </a:r>
              </a:p>
            </p:txBody>
          </p:sp>
        </mc:Choice>
        <mc:Fallback xmlns="">
          <p:sp>
            <p:nvSpPr>
              <p:cNvPr id="4" name="Google Shape;3204;p102">
                <a:extLst>
                  <a:ext uri="{FF2B5EF4-FFF2-40B4-BE49-F238E27FC236}">
                    <a16:creationId xmlns:a16="http://schemas.microsoft.com/office/drawing/2014/main" id="{6090159E-A9CF-FA89-A61C-74655892EF8B}"/>
                  </a:ext>
                </a:extLst>
              </p:cNvPr>
              <p:cNvSpPr txBox="1">
                <a:spLocks noRot="1" noChangeAspect="1" noMove="1" noResize="1" noEditPoints="1" noAdjustHandles="1" noChangeArrowheads="1" noChangeShapeType="1" noTextEdit="1"/>
              </p:cNvSpPr>
              <p:nvPr/>
            </p:nvSpPr>
            <p:spPr>
              <a:xfrm>
                <a:off x="7160978" y="3602853"/>
                <a:ext cx="1456248" cy="381334"/>
              </a:xfrm>
              <a:prstGeom prst="rect">
                <a:avLst/>
              </a:prstGeom>
              <a:blipFill>
                <a:blip r:embed="rId6"/>
                <a:stretch>
                  <a:fillRect l="-4348" b="-32258"/>
                </a:stretch>
              </a:blipFill>
              <a:ln>
                <a:noFill/>
              </a:ln>
            </p:spPr>
            <p:txBody>
              <a:bodyPr/>
              <a:lstStyle/>
              <a:p>
                <a:r>
                  <a:rPr lang="en-US">
                    <a:noFill/>
                  </a:rPr>
                  <a:t> </a:t>
                </a:r>
              </a:p>
            </p:txBody>
          </p:sp>
        </mc:Fallback>
      </mc:AlternateContent>
      <p:sp>
        <p:nvSpPr>
          <p:cNvPr id="5" name="Google Shape;3204;p102">
            <a:extLst>
              <a:ext uri="{FF2B5EF4-FFF2-40B4-BE49-F238E27FC236}">
                <a16:creationId xmlns:a16="http://schemas.microsoft.com/office/drawing/2014/main" id="{277165A6-9A6F-EA4F-68FE-F699DD85F13B}"/>
              </a:ext>
            </a:extLst>
          </p:cNvPr>
          <p:cNvSpPr txBox="1">
            <a:spLocks/>
          </p:cNvSpPr>
          <p:nvPr/>
        </p:nvSpPr>
        <p:spPr>
          <a:xfrm>
            <a:off x="7160978" y="4244922"/>
            <a:ext cx="1456248" cy="3813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800"/>
              <a:buFont typeface="Teko"/>
              <a:buNone/>
              <a:defRPr sz="3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1800" dirty="0"/>
              <a:t>Bluer continuum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00">
          <a:extLst>
            <a:ext uri="{FF2B5EF4-FFF2-40B4-BE49-F238E27FC236}">
              <a16:creationId xmlns:a16="http://schemas.microsoft.com/office/drawing/2014/main" id="{BFDC343C-1459-5FB1-51E7-B0430A53529E}"/>
            </a:ext>
          </a:extLst>
        </p:cNvPr>
        <p:cNvGrpSpPr/>
        <p:nvPr/>
      </p:nvGrpSpPr>
      <p:grpSpPr>
        <a:xfrm>
          <a:off x="0" y="0"/>
          <a:ext cx="0" cy="0"/>
          <a:chOff x="0" y="0"/>
          <a:chExt cx="0" cy="0"/>
        </a:xfrm>
      </p:grpSpPr>
      <p:sp>
        <p:nvSpPr>
          <p:cNvPr id="3201" name="Google Shape;3201;p102">
            <a:extLst>
              <a:ext uri="{FF2B5EF4-FFF2-40B4-BE49-F238E27FC236}">
                <a16:creationId xmlns:a16="http://schemas.microsoft.com/office/drawing/2014/main" id="{1D054303-8CB3-29A6-4D30-1D7F7CE4B051}"/>
              </a:ext>
            </a:extLst>
          </p:cNvPr>
          <p:cNvSpPr txBox="1">
            <a:spLocks noGrp="1"/>
          </p:cNvSpPr>
          <p:nvPr>
            <p:ph type="title" idx="7"/>
          </p:nvPr>
        </p:nvSpPr>
        <p:spPr>
          <a:xfrm>
            <a:off x="1395184" y="1349154"/>
            <a:ext cx="874200" cy="61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sp>
        <p:nvSpPr>
          <p:cNvPr id="3202" name="Google Shape;3202;p102">
            <a:extLst>
              <a:ext uri="{FF2B5EF4-FFF2-40B4-BE49-F238E27FC236}">
                <a16:creationId xmlns:a16="http://schemas.microsoft.com/office/drawing/2014/main" id="{39E7DAC0-EDC9-51D4-70C1-8E24F17A34F4}"/>
              </a:ext>
            </a:extLst>
          </p:cNvPr>
          <p:cNvSpPr txBox="1">
            <a:spLocks noGrp="1"/>
          </p:cNvSpPr>
          <p:nvPr>
            <p:ph type="title" idx="8"/>
          </p:nvPr>
        </p:nvSpPr>
        <p:spPr>
          <a:xfrm>
            <a:off x="1395184" y="2194789"/>
            <a:ext cx="874200" cy="61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2</a:t>
            </a:r>
            <a:endParaRPr dirty="0"/>
          </a:p>
        </p:txBody>
      </p:sp>
      <p:sp>
        <p:nvSpPr>
          <p:cNvPr id="3203" name="Google Shape;3203;p102">
            <a:extLst>
              <a:ext uri="{FF2B5EF4-FFF2-40B4-BE49-F238E27FC236}">
                <a16:creationId xmlns:a16="http://schemas.microsoft.com/office/drawing/2014/main" id="{466AEBC4-08C4-CDCD-CD36-2A46777E8EC3}"/>
              </a:ext>
            </a:extLst>
          </p:cNvPr>
          <p:cNvSpPr txBox="1">
            <a:spLocks noGrp="1"/>
          </p:cNvSpPr>
          <p:nvPr>
            <p:ph type="title" idx="9"/>
          </p:nvPr>
        </p:nvSpPr>
        <p:spPr>
          <a:xfrm>
            <a:off x="1387857" y="2966211"/>
            <a:ext cx="874200" cy="61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3</a:t>
            </a:r>
            <a:endParaRPr dirty="0"/>
          </a:p>
        </p:txBody>
      </p:sp>
      <p:sp>
        <p:nvSpPr>
          <p:cNvPr id="3204" name="Google Shape;3204;p102">
            <a:extLst>
              <a:ext uri="{FF2B5EF4-FFF2-40B4-BE49-F238E27FC236}">
                <a16:creationId xmlns:a16="http://schemas.microsoft.com/office/drawing/2014/main" id="{51CDBD3D-55B2-0FC2-0095-76E157D3C967}"/>
              </a:ext>
            </a:extLst>
          </p:cNvPr>
          <p:cNvSpPr txBox="1">
            <a:spLocks noGrp="1"/>
          </p:cNvSpPr>
          <p:nvPr>
            <p:ph type="title"/>
          </p:nvPr>
        </p:nvSpPr>
        <p:spPr>
          <a:xfrm>
            <a:off x="825581" y="407320"/>
            <a:ext cx="77040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LRD Common Spectral Features</a:t>
            </a:r>
            <a:endParaRPr dirty="0"/>
          </a:p>
        </p:txBody>
      </p:sp>
      <p:sp>
        <p:nvSpPr>
          <p:cNvPr id="3205" name="Google Shape;3205;p102">
            <a:extLst>
              <a:ext uri="{FF2B5EF4-FFF2-40B4-BE49-F238E27FC236}">
                <a16:creationId xmlns:a16="http://schemas.microsoft.com/office/drawing/2014/main" id="{73F0C60D-CB5F-0CDE-18D3-BAD94D57982B}"/>
              </a:ext>
            </a:extLst>
          </p:cNvPr>
          <p:cNvSpPr txBox="1">
            <a:spLocks noGrp="1"/>
          </p:cNvSpPr>
          <p:nvPr>
            <p:ph type="title" idx="2"/>
          </p:nvPr>
        </p:nvSpPr>
        <p:spPr>
          <a:xfrm>
            <a:off x="3140362" y="1392457"/>
            <a:ext cx="4544886" cy="481796"/>
          </a:xfrm>
          <a:prstGeom prst="rect">
            <a:avLst/>
          </a:prstGeom>
        </p:spPr>
        <p:txBody>
          <a:bodyPr spcFirstLastPara="1" wrap="square" lIns="91425" tIns="182880" rIns="91425" bIns="0" anchor="ctr" anchorCtr="0">
            <a:noAutofit/>
          </a:bodyPr>
          <a:lstStyle/>
          <a:p>
            <a:pPr marL="0" marR="0" lvl="0" indent="0" algn="l" defTabSz="914400" rtl="0" eaLnBrk="1" fontAlgn="auto" latinLnBrk="0" hangingPunct="1">
              <a:lnSpc>
                <a:spcPct val="100000"/>
              </a:lnSpc>
              <a:spcBef>
                <a:spcPts val="0"/>
              </a:spcBef>
              <a:spcAft>
                <a:spcPts val="1200"/>
              </a:spcAft>
              <a:buClr>
                <a:srgbClr val="F1C232"/>
              </a:buClr>
              <a:buSzPts val="1400"/>
              <a:buFont typeface="Source Code Pro Light"/>
              <a:buNone/>
              <a:tabLst/>
              <a:defRPr/>
            </a:pPr>
            <a:r>
              <a:rPr kumimoji="0" lang="en-US" sz="1400" b="0" i="0" u="none" strike="noStrike" kern="0" cap="none" spc="0" normalizeH="0" baseline="0" noProof="0" dirty="0">
                <a:ln>
                  <a:noFill/>
                </a:ln>
                <a:solidFill>
                  <a:srgbClr val="F1C232"/>
                </a:solidFill>
                <a:effectLst/>
                <a:uLnTx/>
                <a:uFillTx/>
                <a:latin typeface="Source Code Pro Light"/>
                <a:ea typeface="Source Code Pro Light"/>
                <a:sym typeface="Source Code Pro Light"/>
              </a:rPr>
              <a:t>Broad Balmer Lines- several thousand km/s</a:t>
            </a:r>
            <a:endParaRPr dirty="0"/>
          </a:p>
        </p:txBody>
      </p:sp>
      <p:sp>
        <p:nvSpPr>
          <p:cNvPr id="3211" name="Google Shape;3211;p102">
            <a:extLst>
              <a:ext uri="{FF2B5EF4-FFF2-40B4-BE49-F238E27FC236}">
                <a16:creationId xmlns:a16="http://schemas.microsoft.com/office/drawing/2014/main" id="{B9E844D6-BC08-CF8C-1469-D0D47BA2F89C}"/>
              </a:ext>
            </a:extLst>
          </p:cNvPr>
          <p:cNvSpPr>
            <a:spLocks noChangeAspect="1"/>
          </p:cNvSpPr>
          <p:nvPr/>
        </p:nvSpPr>
        <p:spPr>
          <a:xfrm flipH="1">
            <a:off x="1500765" y="1299131"/>
            <a:ext cx="662649" cy="662649"/>
          </a:xfrm>
          <a:prstGeom prst="donut">
            <a:avLst>
              <a:gd name="adj" fmla="val 2867"/>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500">
              <a:solidFill>
                <a:schemeClr val="lt1"/>
              </a:solidFill>
              <a:latin typeface="Teko"/>
              <a:ea typeface="Teko"/>
              <a:cs typeface="Teko"/>
              <a:sym typeface="Teko"/>
            </a:endParaRPr>
          </a:p>
        </p:txBody>
      </p:sp>
      <p:sp>
        <p:nvSpPr>
          <p:cNvPr id="3217" name="Google Shape;3217;p102">
            <a:extLst>
              <a:ext uri="{FF2B5EF4-FFF2-40B4-BE49-F238E27FC236}">
                <a16:creationId xmlns:a16="http://schemas.microsoft.com/office/drawing/2014/main" id="{86DC9B64-00A1-D302-FE45-D18A82B6AA00}"/>
              </a:ext>
            </a:extLst>
          </p:cNvPr>
          <p:cNvSpPr/>
          <p:nvPr/>
        </p:nvSpPr>
        <p:spPr>
          <a:xfrm>
            <a:off x="2163414" y="1624792"/>
            <a:ext cx="976973" cy="56612"/>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02">
            <a:hlinkClick r:id="" action="ppaction://hlinkshowjump?jump=previousslide"/>
            <a:extLst>
              <a:ext uri="{FF2B5EF4-FFF2-40B4-BE49-F238E27FC236}">
                <a16:creationId xmlns:a16="http://schemas.microsoft.com/office/drawing/2014/main" id="{37ABF1FF-9D15-31DF-EBF3-5B7F799F57D1}"/>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02">
            <a:hlinkClick r:id="" action="ppaction://noaction"/>
            <a:extLst>
              <a:ext uri="{FF2B5EF4-FFF2-40B4-BE49-F238E27FC236}">
                <a16:creationId xmlns:a16="http://schemas.microsoft.com/office/drawing/2014/main" id="{D8752DD3-09AC-D45F-7784-C1ACE6ED6B75}"/>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2</a:t>
            </a:r>
            <a:endParaRPr sz="2500" dirty="0">
              <a:solidFill>
                <a:schemeClr val="lt1"/>
              </a:solidFill>
              <a:latin typeface="Teko"/>
              <a:ea typeface="Teko"/>
              <a:cs typeface="Teko"/>
              <a:sym typeface="Teko"/>
            </a:endParaRPr>
          </a:p>
        </p:txBody>
      </p:sp>
      <p:sp>
        <p:nvSpPr>
          <p:cNvPr id="3220" name="Google Shape;3220;p102">
            <a:hlinkClick r:id="rId3" action="ppaction://hlinksldjump"/>
            <a:extLst>
              <a:ext uri="{FF2B5EF4-FFF2-40B4-BE49-F238E27FC236}">
                <a16:creationId xmlns:a16="http://schemas.microsoft.com/office/drawing/2014/main" id="{40F2A789-3E1E-DA4E-7EE3-1B9D4EC5E412}"/>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3"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3221" name="Google Shape;3221;p102">
            <a:hlinkClick r:id="" action="ppaction://hlinkshowjump?jump=nextslide"/>
            <a:extLst>
              <a:ext uri="{FF2B5EF4-FFF2-40B4-BE49-F238E27FC236}">
                <a16:creationId xmlns:a16="http://schemas.microsoft.com/office/drawing/2014/main" id="{F1980B59-AD04-CC9A-A824-57EB54F0258E}"/>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02">
            <a:extLst>
              <a:ext uri="{FF2B5EF4-FFF2-40B4-BE49-F238E27FC236}">
                <a16:creationId xmlns:a16="http://schemas.microsoft.com/office/drawing/2014/main" id="{B28DB5B5-8BAA-B24D-6E6A-C44C1EA3C284}"/>
              </a:ext>
            </a:extLst>
          </p:cNvPr>
          <p:cNvSpPr/>
          <p:nvPr/>
        </p:nvSpPr>
        <p:spPr>
          <a:xfrm>
            <a:off x="2154840" y="2470427"/>
            <a:ext cx="985547" cy="56612"/>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02">
            <a:extLst>
              <a:ext uri="{FF2B5EF4-FFF2-40B4-BE49-F238E27FC236}">
                <a16:creationId xmlns:a16="http://schemas.microsoft.com/office/drawing/2014/main" id="{40A7025A-197A-8927-D0F7-AFBDE67AD703}"/>
              </a:ext>
            </a:extLst>
          </p:cNvPr>
          <p:cNvSpPr/>
          <p:nvPr/>
        </p:nvSpPr>
        <p:spPr>
          <a:xfrm>
            <a:off x="2147513" y="3241848"/>
            <a:ext cx="985547" cy="56613"/>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205;p102">
            <a:extLst>
              <a:ext uri="{FF2B5EF4-FFF2-40B4-BE49-F238E27FC236}">
                <a16:creationId xmlns:a16="http://schemas.microsoft.com/office/drawing/2014/main" id="{49EC0B65-F00E-D1E3-E473-FCECC2727107}"/>
              </a:ext>
            </a:extLst>
          </p:cNvPr>
          <p:cNvSpPr txBox="1">
            <a:spLocks/>
          </p:cNvSpPr>
          <p:nvPr/>
        </p:nvSpPr>
        <p:spPr>
          <a:xfrm>
            <a:off x="3140363" y="2260941"/>
            <a:ext cx="3612978" cy="481796"/>
          </a:xfrm>
          <a:prstGeom prst="rect">
            <a:avLst/>
          </a:prstGeom>
          <a:noFill/>
          <a:ln w="9525" cap="flat" cmpd="sng">
            <a:solidFill>
              <a:schemeClr val="lt1"/>
            </a:solidFill>
            <a:prstDash val="solid"/>
            <a:round/>
            <a:headEnd type="none" w="sm" len="sm"/>
            <a:tailEnd type="none" w="sm" len="sm"/>
          </a:ln>
        </p:spPr>
        <p:txBody>
          <a:bodyPr spcFirstLastPara="1" wrap="square" lIns="91425" tIns="182880" rIns="91425"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Teko"/>
              <a:buNone/>
              <a:defRPr sz="2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pPr algn="l">
              <a:spcAft>
                <a:spcPts val="1200"/>
              </a:spcAft>
              <a:buClr>
                <a:srgbClr val="F1C232"/>
              </a:buClr>
              <a:buSzPts val="1400"/>
              <a:buFont typeface="Source Code Pro Light"/>
              <a:buNone/>
              <a:defRPr/>
            </a:pPr>
            <a:r>
              <a:rPr lang="en-US" sz="1400" dirty="0">
                <a:solidFill>
                  <a:srgbClr val="F1C232"/>
                </a:solidFill>
                <a:latin typeface="Source Code Pro Light"/>
                <a:ea typeface="Source Code Pro Light"/>
                <a:sym typeface="Source Code Pro Light"/>
              </a:rPr>
              <a:t>V-shaped UV to Optical continuum</a:t>
            </a:r>
            <a:endParaRPr lang="en-US" dirty="0"/>
          </a:p>
        </p:txBody>
      </p:sp>
      <p:sp>
        <p:nvSpPr>
          <p:cNvPr id="12" name="Google Shape;3205;p102">
            <a:extLst>
              <a:ext uri="{FF2B5EF4-FFF2-40B4-BE49-F238E27FC236}">
                <a16:creationId xmlns:a16="http://schemas.microsoft.com/office/drawing/2014/main" id="{82322217-AE6A-5379-206E-B1BBBA50D9D5}"/>
              </a:ext>
            </a:extLst>
          </p:cNvPr>
          <p:cNvSpPr txBox="1">
            <a:spLocks/>
          </p:cNvSpPr>
          <p:nvPr/>
        </p:nvSpPr>
        <p:spPr>
          <a:xfrm>
            <a:off x="3140362" y="3032363"/>
            <a:ext cx="3912397" cy="481796"/>
          </a:xfrm>
          <a:prstGeom prst="rect">
            <a:avLst/>
          </a:prstGeom>
          <a:noFill/>
          <a:ln w="9525" cap="flat" cmpd="sng">
            <a:solidFill>
              <a:schemeClr val="lt1"/>
            </a:solidFill>
            <a:prstDash val="solid"/>
            <a:round/>
            <a:headEnd type="none" w="sm" len="sm"/>
            <a:tailEnd type="none" w="sm" len="sm"/>
          </a:ln>
        </p:spPr>
        <p:txBody>
          <a:bodyPr spcFirstLastPara="1" wrap="square" lIns="91425" tIns="182880" rIns="91425"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Teko"/>
              <a:buNone/>
              <a:defRPr sz="2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pPr algn="l">
              <a:spcAft>
                <a:spcPts val="1200"/>
              </a:spcAft>
              <a:buClr>
                <a:srgbClr val="F1C232"/>
              </a:buClr>
              <a:buSzPts val="1400"/>
              <a:buFont typeface="Source Code Pro Light"/>
              <a:buNone/>
              <a:defRPr/>
            </a:pPr>
            <a:r>
              <a:rPr lang="en-US" sz="1400" dirty="0">
                <a:solidFill>
                  <a:srgbClr val="F1C232"/>
                </a:solidFill>
                <a:latin typeface="Source Code Pro Light"/>
                <a:ea typeface="Source Code Pro Light"/>
                <a:sym typeface="Source Code Pro Light"/>
              </a:rPr>
              <a:t>Dominant rest-optical point source</a:t>
            </a:r>
            <a:endParaRPr lang="en-US" dirty="0"/>
          </a:p>
        </p:txBody>
      </p:sp>
      <p:sp>
        <p:nvSpPr>
          <p:cNvPr id="14" name="Google Shape;3211;p102">
            <a:extLst>
              <a:ext uri="{FF2B5EF4-FFF2-40B4-BE49-F238E27FC236}">
                <a16:creationId xmlns:a16="http://schemas.microsoft.com/office/drawing/2014/main" id="{DE8258AF-471F-9ADA-2EC2-6B6C5260995A}"/>
              </a:ext>
            </a:extLst>
          </p:cNvPr>
          <p:cNvSpPr>
            <a:spLocks noChangeAspect="1"/>
          </p:cNvSpPr>
          <p:nvPr/>
        </p:nvSpPr>
        <p:spPr>
          <a:xfrm flipH="1">
            <a:off x="1492191" y="2136387"/>
            <a:ext cx="662649" cy="662649"/>
          </a:xfrm>
          <a:prstGeom prst="donut">
            <a:avLst>
              <a:gd name="adj" fmla="val 2867"/>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500">
              <a:solidFill>
                <a:schemeClr val="lt1"/>
              </a:solidFill>
              <a:latin typeface="Teko"/>
              <a:ea typeface="Teko"/>
              <a:cs typeface="Teko"/>
              <a:sym typeface="Teko"/>
            </a:endParaRPr>
          </a:p>
        </p:txBody>
      </p:sp>
      <p:sp>
        <p:nvSpPr>
          <p:cNvPr id="15" name="Google Shape;3211;p102">
            <a:extLst>
              <a:ext uri="{FF2B5EF4-FFF2-40B4-BE49-F238E27FC236}">
                <a16:creationId xmlns:a16="http://schemas.microsoft.com/office/drawing/2014/main" id="{701AFF16-F5D5-6A52-2DB5-B78F06269CAC}"/>
              </a:ext>
            </a:extLst>
          </p:cNvPr>
          <p:cNvSpPr>
            <a:spLocks noChangeAspect="1"/>
          </p:cNvSpPr>
          <p:nvPr/>
        </p:nvSpPr>
        <p:spPr>
          <a:xfrm flipH="1">
            <a:off x="1493438" y="2917662"/>
            <a:ext cx="662649" cy="662649"/>
          </a:xfrm>
          <a:prstGeom prst="donut">
            <a:avLst>
              <a:gd name="adj" fmla="val 2867"/>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500">
              <a:solidFill>
                <a:schemeClr val="lt1"/>
              </a:solidFill>
              <a:latin typeface="Teko"/>
              <a:ea typeface="Teko"/>
              <a:cs typeface="Teko"/>
              <a:sym typeface="Teko"/>
            </a:endParaRPr>
          </a:p>
        </p:txBody>
      </p:sp>
      <p:sp>
        <p:nvSpPr>
          <p:cNvPr id="6" name="Google Shape;3203;p102">
            <a:extLst>
              <a:ext uri="{FF2B5EF4-FFF2-40B4-BE49-F238E27FC236}">
                <a16:creationId xmlns:a16="http://schemas.microsoft.com/office/drawing/2014/main" id="{AFF9A0A0-4FF2-14C7-FAE1-E70BA7DB4A85}"/>
              </a:ext>
            </a:extLst>
          </p:cNvPr>
          <p:cNvSpPr txBox="1">
            <a:spLocks/>
          </p:cNvSpPr>
          <p:nvPr/>
        </p:nvSpPr>
        <p:spPr>
          <a:xfrm>
            <a:off x="1395159" y="3759533"/>
            <a:ext cx="874200" cy="614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800"/>
              <a:buFont typeface="Teko"/>
              <a:buNone/>
              <a:defRPr sz="2500" b="0" i="0" u="none" strike="noStrike" cap="none">
                <a:solidFill>
                  <a:schemeClr val="lt1"/>
                </a:solidFill>
                <a:latin typeface="Teko"/>
                <a:ea typeface="Teko"/>
                <a:cs typeface="Teko"/>
                <a:sym typeface="Teko"/>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r>
              <a:rPr lang="en" dirty="0"/>
              <a:t>4</a:t>
            </a:r>
          </a:p>
        </p:txBody>
      </p:sp>
      <p:sp>
        <p:nvSpPr>
          <p:cNvPr id="7" name="Google Shape;3223;p102">
            <a:extLst>
              <a:ext uri="{FF2B5EF4-FFF2-40B4-BE49-F238E27FC236}">
                <a16:creationId xmlns:a16="http://schemas.microsoft.com/office/drawing/2014/main" id="{F29EF578-A78D-6136-0075-44B64BAA337B}"/>
              </a:ext>
            </a:extLst>
          </p:cNvPr>
          <p:cNvSpPr/>
          <p:nvPr/>
        </p:nvSpPr>
        <p:spPr>
          <a:xfrm>
            <a:off x="2154815" y="4035170"/>
            <a:ext cx="985547" cy="56613"/>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205;p102">
            <a:extLst>
              <a:ext uri="{FF2B5EF4-FFF2-40B4-BE49-F238E27FC236}">
                <a16:creationId xmlns:a16="http://schemas.microsoft.com/office/drawing/2014/main" id="{3968F5D2-1C32-DE23-3D70-CC8F6D0E0008}"/>
              </a:ext>
            </a:extLst>
          </p:cNvPr>
          <p:cNvSpPr txBox="1">
            <a:spLocks/>
          </p:cNvSpPr>
          <p:nvPr/>
        </p:nvSpPr>
        <p:spPr>
          <a:xfrm>
            <a:off x="3147664" y="3825685"/>
            <a:ext cx="5381917" cy="481796"/>
          </a:xfrm>
          <a:prstGeom prst="rect">
            <a:avLst/>
          </a:prstGeom>
          <a:noFill/>
          <a:ln w="9525" cap="flat" cmpd="sng">
            <a:solidFill>
              <a:schemeClr val="lt1"/>
            </a:solidFill>
            <a:prstDash val="solid"/>
            <a:round/>
            <a:headEnd type="none" w="sm" len="sm"/>
            <a:tailEnd type="none" w="sm" len="sm"/>
          </a:ln>
        </p:spPr>
        <p:txBody>
          <a:bodyPr spcFirstLastPara="1" wrap="square" lIns="91425" tIns="182880" rIns="91425"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Teko"/>
              <a:buNone/>
              <a:defRPr sz="2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pPr algn="l">
              <a:spcAft>
                <a:spcPts val="1200"/>
              </a:spcAft>
              <a:buClr>
                <a:srgbClr val="F1C232"/>
              </a:buClr>
              <a:buSzPts val="1400"/>
              <a:buFont typeface="Source Code Pro Light"/>
              <a:buNone/>
              <a:defRPr/>
            </a:pPr>
            <a:r>
              <a:rPr lang="en-US" sz="1400" dirty="0">
                <a:solidFill>
                  <a:srgbClr val="F1C232"/>
                </a:solidFill>
                <a:latin typeface="Source Code Pro Light"/>
                <a:ea typeface="Source Code Pro Light"/>
                <a:sym typeface="Source Code Pro Light"/>
              </a:rPr>
              <a:t>Forbidden lines -&gt; rule out outflows, e.g. O III</a:t>
            </a:r>
            <a:endParaRPr lang="en-US" dirty="0"/>
          </a:p>
        </p:txBody>
      </p:sp>
      <p:sp>
        <p:nvSpPr>
          <p:cNvPr id="9" name="Google Shape;3211;p102">
            <a:extLst>
              <a:ext uri="{FF2B5EF4-FFF2-40B4-BE49-F238E27FC236}">
                <a16:creationId xmlns:a16="http://schemas.microsoft.com/office/drawing/2014/main" id="{6D94057A-967D-C4A3-B7AD-00936FBD9D93}"/>
              </a:ext>
            </a:extLst>
          </p:cNvPr>
          <p:cNvSpPr>
            <a:spLocks noChangeAspect="1"/>
          </p:cNvSpPr>
          <p:nvPr/>
        </p:nvSpPr>
        <p:spPr>
          <a:xfrm flipH="1">
            <a:off x="1500740" y="3710984"/>
            <a:ext cx="662649" cy="662649"/>
          </a:xfrm>
          <a:prstGeom prst="donut">
            <a:avLst>
              <a:gd name="adj" fmla="val 2867"/>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500">
              <a:solidFill>
                <a:schemeClr val="lt1"/>
              </a:solidFill>
              <a:latin typeface="Teko"/>
              <a:ea typeface="Teko"/>
              <a:cs typeface="Teko"/>
              <a:sym typeface="Teko"/>
            </a:endParaRPr>
          </a:p>
        </p:txBody>
      </p:sp>
    </p:spTree>
    <p:extLst>
      <p:ext uri="{BB962C8B-B14F-4D97-AF65-F5344CB8AC3E}">
        <p14:creationId xmlns:p14="http://schemas.microsoft.com/office/powerpoint/2010/main" val="178826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01"/>
                                        </p:tgtEl>
                                        <p:attrNameLst>
                                          <p:attrName>style.visibility</p:attrName>
                                        </p:attrNameLst>
                                      </p:cBhvr>
                                      <p:to>
                                        <p:strVal val="visible"/>
                                      </p:to>
                                    </p:set>
                                    <p:animEffect transition="in" filter="fade">
                                      <p:cBhvr>
                                        <p:cTn id="7" dur="1500"/>
                                        <p:tgtEl>
                                          <p:spTgt spid="3201"/>
                                        </p:tgtEl>
                                      </p:cBhvr>
                                    </p:animEffect>
                                  </p:childTnLst>
                                </p:cTn>
                              </p:par>
                              <p:par>
                                <p:cTn id="8" presetID="10" presetClass="entr" presetSubtype="0" fill="hold" nodeType="withEffect">
                                  <p:stCondLst>
                                    <p:cond delay="0"/>
                                  </p:stCondLst>
                                  <p:childTnLst>
                                    <p:set>
                                      <p:cBhvr>
                                        <p:cTn id="9" dur="1" fill="hold">
                                          <p:stCondLst>
                                            <p:cond delay="0"/>
                                          </p:stCondLst>
                                        </p:cTn>
                                        <p:tgtEl>
                                          <p:spTgt spid="3202"/>
                                        </p:tgtEl>
                                        <p:attrNameLst>
                                          <p:attrName>style.visibility</p:attrName>
                                        </p:attrNameLst>
                                      </p:cBhvr>
                                      <p:to>
                                        <p:strVal val="visible"/>
                                      </p:to>
                                    </p:set>
                                    <p:animEffect transition="in" filter="fade">
                                      <p:cBhvr>
                                        <p:cTn id="10" dur="1500"/>
                                        <p:tgtEl>
                                          <p:spTgt spid="3202"/>
                                        </p:tgtEl>
                                      </p:cBhvr>
                                    </p:animEffect>
                                  </p:childTnLst>
                                </p:cTn>
                              </p:par>
                              <p:par>
                                <p:cTn id="11" presetID="10" presetClass="entr" presetSubtype="0" fill="hold" nodeType="withEffect">
                                  <p:stCondLst>
                                    <p:cond delay="0"/>
                                  </p:stCondLst>
                                  <p:childTnLst>
                                    <p:set>
                                      <p:cBhvr>
                                        <p:cTn id="12" dur="1" fill="hold">
                                          <p:stCondLst>
                                            <p:cond delay="0"/>
                                          </p:stCondLst>
                                        </p:cTn>
                                        <p:tgtEl>
                                          <p:spTgt spid="3211"/>
                                        </p:tgtEl>
                                        <p:attrNameLst>
                                          <p:attrName>style.visibility</p:attrName>
                                        </p:attrNameLst>
                                      </p:cBhvr>
                                      <p:to>
                                        <p:strVal val="visible"/>
                                      </p:to>
                                    </p:set>
                                    <p:animEffect transition="in" filter="fade">
                                      <p:cBhvr>
                                        <p:cTn id="13" dur="1400"/>
                                        <p:tgtEl>
                                          <p:spTgt spid="3211"/>
                                        </p:tgtEl>
                                      </p:cBhvr>
                                    </p:animEffect>
                                  </p:childTnLst>
                                </p:cTn>
                              </p:par>
                              <p:par>
                                <p:cTn id="14" presetID="10" presetClass="entr" presetSubtype="0" fill="hold" nodeType="withEffect">
                                  <p:stCondLst>
                                    <p:cond delay="0"/>
                                  </p:stCondLst>
                                  <p:childTnLst>
                                    <p:set>
                                      <p:cBhvr>
                                        <p:cTn id="15" dur="1" fill="hold">
                                          <p:stCondLst>
                                            <p:cond delay="0"/>
                                          </p:stCondLst>
                                        </p:cTn>
                                        <p:tgtEl>
                                          <p:spTgt spid="3203"/>
                                        </p:tgtEl>
                                        <p:attrNameLst>
                                          <p:attrName>style.visibility</p:attrName>
                                        </p:attrNameLst>
                                      </p:cBhvr>
                                      <p:to>
                                        <p:strVal val="visible"/>
                                      </p:to>
                                    </p:set>
                                    <p:animEffect transition="in" filter="fade">
                                      <p:cBhvr>
                                        <p:cTn id="16" dur="1400"/>
                                        <p:tgtEl>
                                          <p:spTgt spid="320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40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4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4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2">
          <a:extLst>
            <a:ext uri="{FF2B5EF4-FFF2-40B4-BE49-F238E27FC236}">
              <a16:creationId xmlns:a16="http://schemas.microsoft.com/office/drawing/2014/main" id="{D6779680-ECE6-526F-E6C9-EF63A71D7458}"/>
            </a:ext>
          </a:extLst>
        </p:cNvPr>
        <p:cNvGrpSpPr/>
        <p:nvPr/>
      </p:nvGrpSpPr>
      <p:grpSpPr>
        <a:xfrm>
          <a:off x="0" y="0"/>
          <a:ext cx="0" cy="0"/>
          <a:chOff x="0" y="0"/>
          <a:chExt cx="0" cy="0"/>
        </a:xfrm>
      </p:grpSpPr>
      <p:sp>
        <p:nvSpPr>
          <p:cNvPr id="1393" name="Google Shape;1393;p58">
            <a:extLst>
              <a:ext uri="{FF2B5EF4-FFF2-40B4-BE49-F238E27FC236}">
                <a16:creationId xmlns:a16="http://schemas.microsoft.com/office/drawing/2014/main" id="{032CE471-77CF-FD9E-15A9-0E5E7E9E1BE8}"/>
              </a:ext>
            </a:extLst>
          </p:cNvPr>
          <p:cNvSpPr txBox="1">
            <a:spLocks noGrp="1"/>
          </p:cNvSpPr>
          <p:nvPr>
            <p:ph type="title" idx="2"/>
          </p:nvPr>
        </p:nvSpPr>
        <p:spPr>
          <a:xfrm>
            <a:off x="4064725" y="2285700"/>
            <a:ext cx="4359300" cy="124388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err="1"/>
              <a:t>NIRSpec</a:t>
            </a:r>
            <a:r>
              <a:rPr lang="en" dirty="0"/>
              <a:t> + MIRI</a:t>
            </a:r>
            <a:endParaRPr dirty="0"/>
          </a:p>
        </p:txBody>
      </p:sp>
      <p:sp>
        <p:nvSpPr>
          <p:cNvPr id="1395" name="Google Shape;1395;p58">
            <a:extLst>
              <a:ext uri="{FF2B5EF4-FFF2-40B4-BE49-F238E27FC236}">
                <a16:creationId xmlns:a16="http://schemas.microsoft.com/office/drawing/2014/main" id="{208D0458-8857-5684-F609-247C87A56742}"/>
              </a:ext>
            </a:extLst>
          </p:cNvPr>
          <p:cNvSpPr txBox="1">
            <a:spLocks noGrp="1"/>
          </p:cNvSpPr>
          <p:nvPr>
            <p:ph type="title"/>
          </p:nvPr>
        </p:nvSpPr>
        <p:spPr>
          <a:xfrm>
            <a:off x="4064725" y="1001700"/>
            <a:ext cx="1460176" cy="11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1396" name="Google Shape;1396;p58">
            <a:hlinkClick r:id="" action="ppaction://hlinkshowjump?jump=previousslide"/>
            <a:extLst>
              <a:ext uri="{FF2B5EF4-FFF2-40B4-BE49-F238E27FC236}">
                <a16:creationId xmlns:a16="http://schemas.microsoft.com/office/drawing/2014/main" id="{3C2D7817-05A1-30EC-2EA4-0E2F7D799394}"/>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8">
            <a:hlinkClick r:id="rId3" action="ppaction://hlinksldjump"/>
            <a:extLst>
              <a:ext uri="{FF2B5EF4-FFF2-40B4-BE49-F238E27FC236}">
                <a16:creationId xmlns:a16="http://schemas.microsoft.com/office/drawing/2014/main" id="{F1EFFB7F-9D62-7706-0984-FC106B03BEF5}"/>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3</a:t>
            </a:r>
            <a:endParaRPr sz="2500" dirty="0">
              <a:solidFill>
                <a:schemeClr val="lt1"/>
              </a:solidFill>
              <a:latin typeface="Teko"/>
              <a:ea typeface="Teko"/>
              <a:cs typeface="Teko"/>
              <a:sym typeface="Teko"/>
            </a:endParaRPr>
          </a:p>
        </p:txBody>
      </p:sp>
      <p:sp>
        <p:nvSpPr>
          <p:cNvPr id="1398" name="Google Shape;1398;p58">
            <a:hlinkClick r:id="rId4" action="ppaction://hlinksldjump"/>
            <a:extLst>
              <a:ext uri="{FF2B5EF4-FFF2-40B4-BE49-F238E27FC236}">
                <a16:creationId xmlns:a16="http://schemas.microsoft.com/office/drawing/2014/main" id="{BB59EA29-0A93-651A-AB8A-C5F225463FBC}"/>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399" name="Google Shape;1399;p58">
            <a:hlinkClick r:id="" action="ppaction://hlinkshowjump?jump=nextslide"/>
            <a:extLst>
              <a:ext uri="{FF2B5EF4-FFF2-40B4-BE49-F238E27FC236}">
                <a16:creationId xmlns:a16="http://schemas.microsoft.com/office/drawing/2014/main" id="{D5AF1DC6-54E2-9F8C-4341-582C5849FF65}"/>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0" name="Google Shape;1400;p58">
            <a:extLst>
              <a:ext uri="{FF2B5EF4-FFF2-40B4-BE49-F238E27FC236}">
                <a16:creationId xmlns:a16="http://schemas.microsoft.com/office/drawing/2014/main" id="{7314787E-412D-5FC0-9921-F0365B589B81}"/>
              </a:ext>
            </a:extLst>
          </p:cNvPr>
          <p:cNvPicPr preferRelativeResize="0"/>
          <p:nvPr/>
        </p:nvPicPr>
        <p:blipFill rotWithShape="1">
          <a:blip r:embed="rId5">
            <a:alphaModFix/>
          </a:blip>
          <a:srcRect r="53585"/>
          <a:stretch/>
        </p:blipFill>
        <p:spPr>
          <a:xfrm>
            <a:off x="1137263" y="701338"/>
            <a:ext cx="2315026" cy="3740825"/>
          </a:xfrm>
          <a:prstGeom prst="rect">
            <a:avLst/>
          </a:prstGeom>
          <a:noFill/>
          <a:ln>
            <a:noFill/>
          </a:ln>
        </p:spPr>
      </p:pic>
    </p:spTree>
    <p:extLst>
      <p:ext uri="{BB962C8B-B14F-4D97-AF65-F5344CB8AC3E}">
        <p14:creationId xmlns:p14="http://schemas.microsoft.com/office/powerpoint/2010/main" val="1712446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1">
          <a:extLst>
            <a:ext uri="{FF2B5EF4-FFF2-40B4-BE49-F238E27FC236}">
              <a16:creationId xmlns:a16="http://schemas.microsoft.com/office/drawing/2014/main" id="{3CD1DE7A-5322-4DC2-24E8-2E2A2DF92B0E}"/>
            </a:ext>
          </a:extLst>
        </p:cNvPr>
        <p:cNvGrpSpPr/>
        <p:nvPr/>
      </p:nvGrpSpPr>
      <p:grpSpPr>
        <a:xfrm>
          <a:off x="0" y="0"/>
          <a:ext cx="0" cy="0"/>
          <a:chOff x="0" y="0"/>
          <a:chExt cx="0" cy="0"/>
        </a:xfrm>
      </p:grpSpPr>
      <p:sp>
        <p:nvSpPr>
          <p:cNvPr id="1525" name="Google Shape;1525;p61">
            <a:hlinkClick r:id="" action="ppaction://hlinkshowjump?jump=previousslide"/>
            <a:extLst>
              <a:ext uri="{FF2B5EF4-FFF2-40B4-BE49-F238E27FC236}">
                <a16:creationId xmlns:a16="http://schemas.microsoft.com/office/drawing/2014/main" id="{D42CA8FA-08BD-6F4E-E716-5ECFF4245188}"/>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61">
            <a:hlinkClick r:id="rId3" action="ppaction://hlinksldjump"/>
            <a:extLst>
              <a:ext uri="{FF2B5EF4-FFF2-40B4-BE49-F238E27FC236}">
                <a16:creationId xmlns:a16="http://schemas.microsoft.com/office/drawing/2014/main" id="{1682A136-E942-D344-39E0-B31F279E7949}"/>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3</a:t>
            </a:r>
            <a:endParaRPr sz="2500" dirty="0">
              <a:solidFill>
                <a:schemeClr val="lt1"/>
              </a:solidFill>
              <a:latin typeface="Teko"/>
              <a:ea typeface="Teko"/>
              <a:cs typeface="Teko"/>
              <a:sym typeface="Teko"/>
            </a:endParaRPr>
          </a:p>
        </p:txBody>
      </p:sp>
      <p:sp>
        <p:nvSpPr>
          <p:cNvPr id="1527" name="Google Shape;1527;p61">
            <a:hlinkClick r:id="rId4" action="ppaction://hlinksldjump"/>
            <a:extLst>
              <a:ext uri="{FF2B5EF4-FFF2-40B4-BE49-F238E27FC236}">
                <a16:creationId xmlns:a16="http://schemas.microsoft.com/office/drawing/2014/main" id="{43D9AC85-8CE7-41F2-B501-ECA1B921EF3E}"/>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528" name="Google Shape;1528;p61">
            <a:hlinkClick r:id="" action="ppaction://hlinkshowjump?jump=nextslide"/>
            <a:extLst>
              <a:ext uri="{FF2B5EF4-FFF2-40B4-BE49-F238E27FC236}">
                <a16:creationId xmlns:a16="http://schemas.microsoft.com/office/drawing/2014/main" id="{46FB723C-0623-D394-F9E2-F0D77B5F904E}"/>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Rectangle 4">
            <a:extLst>
              <a:ext uri="{FF2B5EF4-FFF2-40B4-BE49-F238E27FC236}">
                <a16:creationId xmlns:a16="http://schemas.microsoft.com/office/drawing/2014/main" id="{CF0EBED9-E9F2-380C-ABE0-8428DFAFF4F1}"/>
              </a:ext>
            </a:extLst>
          </p:cNvPr>
          <p:cNvSpPr>
            <a:spLocks noGrp="1" noChangeArrowheads="1"/>
          </p:cNvSpPr>
          <p:nvPr>
            <p:ph type="subTitle" idx="1"/>
          </p:nvPr>
        </p:nvSpPr>
        <p:spPr bwMode="auto">
          <a:xfrm>
            <a:off x="5086102" y="1139672"/>
            <a:ext cx="356340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buFont typeface="Arial" panose="020B0604020202020204" pitchFamily="34" charset="0"/>
              <a:buChar char="•"/>
            </a:pPr>
            <a:r>
              <a:rPr lang="en-US" b="1" dirty="0"/>
              <a:t>PRISM (0.6–5.3 </a:t>
            </a:r>
            <a:r>
              <a:rPr lang="en-US" b="1" dirty="0" err="1"/>
              <a:t>μm</a:t>
            </a:r>
            <a:r>
              <a:rPr lang="en-US" b="1" dirty="0"/>
              <a:t>)</a:t>
            </a:r>
            <a:r>
              <a:rPr lang="en-US" dirty="0"/>
              <a:t>: low-res, full coverage</a:t>
            </a:r>
          </a:p>
          <a:p>
            <a:pPr lvl="1" fontAlgn="base">
              <a:buFont typeface="Arial" panose="020B0604020202020204" pitchFamily="34" charset="0"/>
              <a:buChar char="•"/>
            </a:pPr>
            <a:r>
              <a:rPr lang="en-US" dirty="0"/>
              <a:t>V-shape</a:t>
            </a:r>
          </a:p>
          <a:p>
            <a:pPr lvl="1" fontAlgn="base">
              <a:buFont typeface="Arial" panose="020B0604020202020204" pitchFamily="34" charset="0"/>
              <a:buChar char="•"/>
            </a:pPr>
            <a:r>
              <a:rPr lang="en-US" dirty="0"/>
              <a:t>Broad lines </a:t>
            </a:r>
          </a:p>
          <a:p>
            <a:pPr fontAlgn="base">
              <a:buFont typeface="Arial" panose="020B0604020202020204" pitchFamily="34" charset="0"/>
              <a:buChar char="•"/>
            </a:pPr>
            <a:r>
              <a:rPr lang="en-US" b="1" dirty="0"/>
              <a:t>G395M (2.9–5.1 </a:t>
            </a:r>
            <a:r>
              <a:rPr lang="en-US" b="1" dirty="0" err="1"/>
              <a:t>μm</a:t>
            </a:r>
            <a:r>
              <a:rPr lang="en-US" b="1" dirty="0"/>
              <a:t>)</a:t>
            </a:r>
            <a:r>
              <a:rPr lang="en-US" dirty="0"/>
              <a:t>: medium-res, narrow range</a:t>
            </a:r>
          </a:p>
          <a:p>
            <a:pPr lvl="1" fontAlgn="base">
              <a:buFont typeface="Arial" panose="020B0604020202020204" pitchFamily="34" charset="0"/>
              <a:buChar char="•"/>
            </a:pPr>
            <a:r>
              <a:rPr lang="en-US" dirty="0"/>
              <a:t>Resolve Balmer line widths </a:t>
            </a:r>
          </a:p>
          <a:p>
            <a:pPr fontAlgn="base">
              <a:buFont typeface="Arial" panose="020B0604020202020204" pitchFamily="34" charset="0"/>
              <a:buChar char="•"/>
            </a:pPr>
            <a:r>
              <a:rPr lang="en-US" dirty="0" err="1"/>
              <a:t>NIRCam</a:t>
            </a:r>
            <a:r>
              <a:rPr lang="en-US" dirty="0"/>
              <a:t> </a:t>
            </a:r>
            <a:r>
              <a:rPr lang="en-US" dirty="0" err="1"/>
              <a:t>grism</a:t>
            </a:r>
            <a:r>
              <a:rPr lang="en-US" dirty="0"/>
              <a:t> can find Balmer lines but lacks simultaneous forbidden-line coverage. </a:t>
            </a:r>
          </a:p>
          <a:p>
            <a:pPr fontAlgn="base">
              <a:buFont typeface="Arial" panose="020B0604020202020204" pitchFamily="34" charset="0"/>
              <a:buChar char="•"/>
            </a:pPr>
            <a:r>
              <a:rPr lang="en-US" dirty="0" err="1"/>
              <a:t>NIRSpec</a:t>
            </a:r>
            <a:r>
              <a:rPr lang="en-US" dirty="0"/>
              <a:t> is the </a:t>
            </a:r>
            <a:r>
              <a:rPr lang="en-US" i="1" dirty="0"/>
              <a:t>only</a:t>
            </a:r>
            <a:r>
              <a:rPr lang="en-US" dirty="0"/>
              <a:t> JWST instrument that resolves </a:t>
            </a:r>
            <a:r>
              <a:rPr lang="en-US" b="1" dirty="0"/>
              <a:t>Hα, Hβ, [O III], [N II]</a:t>
            </a:r>
            <a:r>
              <a:rPr lang="en-US" dirty="0"/>
              <a:t> together</a:t>
            </a:r>
          </a:p>
        </p:txBody>
      </p:sp>
      <p:sp>
        <p:nvSpPr>
          <p:cNvPr id="11" name="Title 10">
            <a:extLst>
              <a:ext uri="{FF2B5EF4-FFF2-40B4-BE49-F238E27FC236}">
                <a16:creationId xmlns:a16="http://schemas.microsoft.com/office/drawing/2014/main" id="{2EB51894-C519-D5A6-3A08-09172CA99E04}"/>
              </a:ext>
            </a:extLst>
          </p:cNvPr>
          <p:cNvSpPr>
            <a:spLocks noGrp="1"/>
          </p:cNvSpPr>
          <p:nvPr>
            <p:ph type="title"/>
          </p:nvPr>
        </p:nvSpPr>
        <p:spPr>
          <a:xfrm>
            <a:off x="3412503" y="146750"/>
            <a:ext cx="2318994" cy="855900"/>
          </a:xfrm>
        </p:spPr>
        <p:txBody>
          <a:bodyPr/>
          <a:lstStyle/>
          <a:p>
            <a:pPr algn="ctr"/>
            <a:r>
              <a:rPr lang="en-US" dirty="0" err="1"/>
              <a:t>NIRSpec</a:t>
            </a:r>
            <a:endParaRPr lang="en-US" dirty="0"/>
          </a:p>
        </p:txBody>
      </p:sp>
      <p:pic>
        <p:nvPicPr>
          <p:cNvPr id="1028" name="Picture 4" descr="JWST Near Infrared Spectrograph - JWST User Documentation">
            <a:extLst>
              <a:ext uri="{FF2B5EF4-FFF2-40B4-BE49-F238E27FC236}">
                <a16:creationId xmlns:a16="http://schemas.microsoft.com/office/drawing/2014/main" id="{C221E85D-4780-B8F2-30EB-1B1D3AD6BE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267" y="1173779"/>
            <a:ext cx="4102918" cy="310667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13B3C26-6B27-7309-07B1-817D1DA2E157}"/>
              </a:ext>
            </a:extLst>
          </p:cNvPr>
          <p:cNvSpPr txBox="1"/>
          <p:nvPr/>
        </p:nvSpPr>
        <p:spPr>
          <a:xfrm>
            <a:off x="756267" y="4280453"/>
            <a:ext cx="611283" cy="261610"/>
          </a:xfrm>
          <a:prstGeom prst="rect">
            <a:avLst/>
          </a:prstGeom>
          <a:noFill/>
        </p:spPr>
        <p:txBody>
          <a:bodyPr wrap="square" rtlCol="0">
            <a:spAutoFit/>
          </a:bodyPr>
          <a:lstStyle/>
          <a:p>
            <a:r>
              <a:rPr lang="en-US" sz="1050" dirty="0">
                <a:solidFill>
                  <a:schemeClr val="lt1"/>
                </a:solidFill>
                <a:latin typeface="Source Code Pro Light"/>
                <a:ea typeface="Source Code Pro Light"/>
                <a:sym typeface="Source Code Pro Light"/>
              </a:rPr>
              <a:t>NASA</a:t>
            </a:r>
          </a:p>
        </p:txBody>
      </p:sp>
    </p:spTree>
    <p:extLst>
      <p:ext uri="{BB962C8B-B14F-4D97-AF65-F5344CB8AC3E}">
        <p14:creationId xmlns:p14="http://schemas.microsoft.com/office/powerpoint/2010/main" val="3252435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NIRSpec Optics - JWST User Documentation">
            <a:extLst>
              <a:ext uri="{FF2B5EF4-FFF2-40B4-BE49-F238E27FC236}">
                <a16:creationId xmlns:a16="http://schemas.microsoft.com/office/drawing/2014/main" id="{6FDBCDF7-D524-4FCD-2687-428353444E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850" y="944213"/>
            <a:ext cx="3919150" cy="3255073"/>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525;p61">
            <a:hlinkClick r:id="" action="ppaction://hlinkshowjump?jump=previousslide"/>
            <a:extLst>
              <a:ext uri="{FF2B5EF4-FFF2-40B4-BE49-F238E27FC236}">
                <a16:creationId xmlns:a16="http://schemas.microsoft.com/office/drawing/2014/main" id="{27ECE5AC-A718-C5B3-3CA2-83401080CA2A}"/>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526;p61">
            <a:hlinkClick r:id="rId4" action="ppaction://hlinksldjump"/>
            <a:extLst>
              <a:ext uri="{FF2B5EF4-FFF2-40B4-BE49-F238E27FC236}">
                <a16:creationId xmlns:a16="http://schemas.microsoft.com/office/drawing/2014/main" id="{E4AF60A2-0FC7-48DE-0E61-A401E1B64A93}"/>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3</a:t>
            </a:r>
            <a:endParaRPr sz="2500" dirty="0">
              <a:solidFill>
                <a:schemeClr val="lt1"/>
              </a:solidFill>
              <a:latin typeface="Teko"/>
              <a:ea typeface="Teko"/>
              <a:cs typeface="Teko"/>
              <a:sym typeface="Teko"/>
            </a:endParaRPr>
          </a:p>
        </p:txBody>
      </p:sp>
      <p:sp>
        <p:nvSpPr>
          <p:cNvPr id="7" name="Google Shape;1527;p61">
            <a:hlinkClick r:id="rId5" action="ppaction://hlinksldjump"/>
            <a:extLst>
              <a:ext uri="{FF2B5EF4-FFF2-40B4-BE49-F238E27FC236}">
                <a16:creationId xmlns:a16="http://schemas.microsoft.com/office/drawing/2014/main" id="{C2E35DD0-BA3F-9771-C93E-0F69748915E1}"/>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5"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8" name="Google Shape;1528;p61">
            <a:hlinkClick r:id="" action="ppaction://hlinkshowjump?jump=nextslide"/>
            <a:extLst>
              <a:ext uri="{FF2B5EF4-FFF2-40B4-BE49-F238E27FC236}">
                <a16:creationId xmlns:a16="http://schemas.microsoft.com/office/drawing/2014/main" id="{FEC3C34A-85E9-E682-DDFB-C76349511321}"/>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id="{07A3FF44-7526-37EB-E1DF-A8CFDA89C611}"/>
              </a:ext>
            </a:extLst>
          </p:cNvPr>
          <p:cNvSpPr txBox="1"/>
          <p:nvPr/>
        </p:nvSpPr>
        <p:spPr>
          <a:xfrm>
            <a:off x="717348" y="4199286"/>
            <a:ext cx="611283" cy="261610"/>
          </a:xfrm>
          <a:prstGeom prst="rect">
            <a:avLst/>
          </a:prstGeom>
          <a:noFill/>
        </p:spPr>
        <p:txBody>
          <a:bodyPr wrap="square" rtlCol="0">
            <a:spAutoFit/>
          </a:bodyPr>
          <a:lstStyle/>
          <a:p>
            <a:r>
              <a:rPr lang="en-US" sz="1050" dirty="0">
                <a:solidFill>
                  <a:schemeClr val="lt1"/>
                </a:solidFill>
                <a:latin typeface="Source Code Pro Light"/>
                <a:ea typeface="Source Code Pro Light"/>
                <a:sym typeface="Source Code Pro Light"/>
              </a:rPr>
              <a:t>NASA</a:t>
            </a:r>
          </a:p>
        </p:txBody>
      </p:sp>
      <p:pic>
        <p:nvPicPr>
          <p:cNvPr id="13" name="Picture 12" descr="A diagram of a grating system&#10;&#10;AI-generated content may be incorrect.">
            <a:extLst>
              <a:ext uri="{FF2B5EF4-FFF2-40B4-BE49-F238E27FC236}">
                <a16:creationId xmlns:a16="http://schemas.microsoft.com/office/drawing/2014/main" id="{1740FCF5-90C9-AB14-00BB-4E4E32D40078}"/>
              </a:ext>
            </a:extLst>
          </p:cNvPr>
          <p:cNvPicPr>
            <a:picLocks noChangeAspect="1"/>
          </p:cNvPicPr>
          <p:nvPr/>
        </p:nvPicPr>
        <p:blipFill>
          <a:blip r:embed="rId6"/>
          <a:stretch>
            <a:fillRect/>
          </a:stretch>
        </p:blipFill>
        <p:spPr>
          <a:xfrm>
            <a:off x="4788265" y="1617270"/>
            <a:ext cx="4254250" cy="1908958"/>
          </a:xfrm>
          <a:prstGeom prst="rect">
            <a:avLst/>
          </a:prstGeom>
        </p:spPr>
      </p:pic>
      <p:sp>
        <p:nvSpPr>
          <p:cNvPr id="14" name="TextBox 13">
            <a:extLst>
              <a:ext uri="{FF2B5EF4-FFF2-40B4-BE49-F238E27FC236}">
                <a16:creationId xmlns:a16="http://schemas.microsoft.com/office/drawing/2014/main" id="{683DFA77-3B61-2369-9F88-001338CBEE81}"/>
              </a:ext>
            </a:extLst>
          </p:cNvPr>
          <p:cNvSpPr txBox="1"/>
          <p:nvPr/>
        </p:nvSpPr>
        <p:spPr>
          <a:xfrm>
            <a:off x="7324972" y="3526228"/>
            <a:ext cx="1717543" cy="253916"/>
          </a:xfrm>
          <a:prstGeom prst="rect">
            <a:avLst/>
          </a:prstGeom>
          <a:noFill/>
        </p:spPr>
        <p:txBody>
          <a:bodyPr wrap="square" rtlCol="0">
            <a:spAutoFit/>
          </a:bodyPr>
          <a:lstStyle/>
          <a:p>
            <a:r>
              <a:rPr lang="en-US" sz="1050" dirty="0">
                <a:solidFill>
                  <a:schemeClr val="lt1"/>
                </a:solidFill>
                <a:latin typeface="Source Code Pro Light"/>
                <a:ea typeface="Source Code Pro Light"/>
                <a:sym typeface="Source Code Pro Light"/>
              </a:rPr>
              <a:t>Lecture 18, Slide 7</a:t>
            </a:r>
          </a:p>
        </p:txBody>
      </p:sp>
    </p:spTree>
    <p:extLst>
      <p:ext uri="{BB962C8B-B14F-4D97-AF65-F5344CB8AC3E}">
        <p14:creationId xmlns:p14="http://schemas.microsoft.com/office/powerpoint/2010/main" val="1564380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1">
          <a:extLst>
            <a:ext uri="{FF2B5EF4-FFF2-40B4-BE49-F238E27FC236}">
              <a16:creationId xmlns:a16="http://schemas.microsoft.com/office/drawing/2014/main" id="{C4748A86-8031-B62B-90F0-89055353DA89}"/>
            </a:ext>
          </a:extLst>
        </p:cNvPr>
        <p:cNvGrpSpPr/>
        <p:nvPr/>
      </p:nvGrpSpPr>
      <p:grpSpPr>
        <a:xfrm>
          <a:off x="0" y="0"/>
          <a:ext cx="0" cy="0"/>
          <a:chOff x="0" y="0"/>
          <a:chExt cx="0" cy="0"/>
        </a:xfrm>
      </p:grpSpPr>
      <p:sp>
        <p:nvSpPr>
          <p:cNvPr id="1525" name="Google Shape;1525;p61">
            <a:hlinkClick r:id="" action="ppaction://hlinkshowjump?jump=previousslide"/>
            <a:extLst>
              <a:ext uri="{FF2B5EF4-FFF2-40B4-BE49-F238E27FC236}">
                <a16:creationId xmlns:a16="http://schemas.microsoft.com/office/drawing/2014/main" id="{7BD26696-0636-A496-A857-08B7AF4855A7}"/>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61">
            <a:hlinkClick r:id="rId3" action="ppaction://hlinksldjump"/>
            <a:extLst>
              <a:ext uri="{FF2B5EF4-FFF2-40B4-BE49-F238E27FC236}">
                <a16:creationId xmlns:a16="http://schemas.microsoft.com/office/drawing/2014/main" id="{A4D618B6-EA6F-D5A2-6A59-63714218D0DD}"/>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dirty="0">
                <a:solidFill>
                  <a:schemeClr val="lt1"/>
                </a:solidFill>
                <a:latin typeface="Teko"/>
                <a:ea typeface="Teko"/>
                <a:cs typeface="Teko"/>
                <a:sym typeface="Teko"/>
              </a:rPr>
              <a:t>3</a:t>
            </a:r>
            <a:endParaRPr sz="2500" dirty="0">
              <a:solidFill>
                <a:schemeClr val="lt1"/>
              </a:solidFill>
              <a:latin typeface="Teko"/>
              <a:ea typeface="Teko"/>
              <a:cs typeface="Teko"/>
              <a:sym typeface="Teko"/>
            </a:endParaRPr>
          </a:p>
        </p:txBody>
      </p:sp>
      <p:sp>
        <p:nvSpPr>
          <p:cNvPr id="1527" name="Google Shape;1527;p61">
            <a:hlinkClick r:id="rId4" action="ppaction://hlinksldjump"/>
            <a:extLst>
              <a:ext uri="{FF2B5EF4-FFF2-40B4-BE49-F238E27FC236}">
                <a16:creationId xmlns:a16="http://schemas.microsoft.com/office/drawing/2014/main" id="{DC7C9A14-0D92-DF34-6C4A-A12D67B3D7F4}"/>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528" name="Google Shape;1528;p61">
            <a:hlinkClick r:id="" action="ppaction://hlinkshowjump?jump=nextslide"/>
            <a:extLst>
              <a:ext uri="{FF2B5EF4-FFF2-40B4-BE49-F238E27FC236}">
                <a16:creationId xmlns:a16="http://schemas.microsoft.com/office/drawing/2014/main" id="{5BD3A019-1432-61D0-0294-7AFD40CED4F2}"/>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Rectangle 4">
            <a:extLst>
              <a:ext uri="{FF2B5EF4-FFF2-40B4-BE49-F238E27FC236}">
                <a16:creationId xmlns:a16="http://schemas.microsoft.com/office/drawing/2014/main" id="{B6C29084-7B94-5CB6-4C05-0DEB3F8A474F}"/>
              </a:ext>
            </a:extLst>
          </p:cNvPr>
          <p:cNvSpPr>
            <a:spLocks noGrp="1" noChangeArrowheads="1"/>
          </p:cNvSpPr>
          <p:nvPr>
            <p:ph type="subTitle" idx="1"/>
          </p:nvPr>
        </p:nvSpPr>
        <p:spPr bwMode="auto">
          <a:xfrm>
            <a:off x="4884954" y="924228"/>
            <a:ext cx="379786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dirty="0"/>
              <a:t>For LRDs, this probes the </a:t>
            </a:r>
            <a:r>
              <a:rPr lang="en-US" b="1" dirty="0"/>
              <a:t>rest-near-IR (~1–3 </a:t>
            </a:r>
            <a:r>
              <a:rPr lang="el-GR" b="1" dirty="0"/>
              <a:t>μ</a:t>
            </a:r>
            <a:r>
              <a:rPr lang="en-US" b="1" dirty="0"/>
              <a:t>m)</a:t>
            </a:r>
            <a:r>
              <a:rPr lang="en-US" dirty="0"/>
              <a:t> at z ≈ 5–8.</a:t>
            </a:r>
          </a:p>
          <a:p>
            <a:pPr>
              <a:buFont typeface="Arial" panose="020B0604020202020204" pitchFamily="34" charset="0"/>
              <a:buChar char="•"/>
            </a:pPr>
            <a:r>
              <a:rPr lang="en-US" dirty="0"/>
              <a:t>This wavelength range is where:</a:t>
            </a:r>
          </a:p>
          <a:p>
            <a:pPr lvl="1">
              <a:buFont typeface="Arial" panose="020B0604020202020204" pitchFamily="34" charset="0"/>
              <a:buChar char="•"/>
            </a:pPr>
            <a:r>
              <a:rPr lang="en-US" b="1" dirty="0"/>
              <a:t>Hot dust emission</a:t>
            </a:r>
            <a:r>
              <a:rPr lang="en-US" dirty="0"/>
              <a:t> from AGN tori normally peaks.</a:t>
            </a:r>
          </a:p>
          <a:p>
            <a:pPr lvl="1">
              <a:buFont typeface="Arial" panose="020B0604020202020204" pitchFamily="34" charset="0"/>
              <a:buChar char="•"/>
            </a:pPr>
            <a:r>
              <a:rPr lang="en-US" b="1" dirty="0"/>
              <a:t>Evolved stellar populations</a:t>
            </a:r>
            <a:r>
              <a:rPr lang="en-US" dirty="0"/>
              <a:t> strongly affect the continuum.</a:t>
            </a:r>
          </a:p>
          <a:p>
            <a:pPr lvl="1">
              <a:buFont typeface="Arial" panose="020B0604020202020204" pitchFamily="34" charset="0"/>
              <a:buChar char="•"/>
            </a:pPr>
            <a:r>
              <a:rPr lang="en-US" dirty="0"/>
              <a:t>Differences between </a:t>
            </a:r>
            <a:r>
              <a:rPr lang="en-US" b="1" dirty="0"/>
              <a:t>starburst vs. AGN</a:t>
            </a:r>
            <a:r>
              <a:rPr lang="en-US" dirty="0"/>
              <a:t> become much more pronounced than in </a:t>
            </a:r>
            <a:r>
              <a:rPr lang="en-US" dirty="0" err="1"/>
              <a:t>NIRCam</a:t>
            </a:r>
            <a:r>
              <a:rPr lang="en-US" dirty="0"/>
              <a:t> bands.</a:t>
            </a:r>
          </a:p>
          <a:p>
            <a:pPr>
              <a:buFont typeface="Arial" panose="020B0604020202020204" pitchFamily="34" charset="0"/>
              <a:buChar char="•"/>
            </a:pPr>
            <a:r>
              <a:rPr lang="en-US" dirty="0"/>
              <a:t>Many LRDs show </a:t>
            </a:r>
            <a:r>
              <a:rPr lang="en-US" b="1" dirty="0"/>
              <a:t>weak or absent hot-dust emission</a:t>
            </a:r>
            <a:r>
              <a:rPr lang="en-US" dirty="0"/>
              <a:t>, even when they have broad lines.</a:t>
            </a:r>
          </a:p>
          <a:p>
            <a:pPr algn="just" fontAlgn="base">
              <a:buFont typeface="Arial" panose="020B0604020202020204" pitchFamily="34" charset="0"/>
              <a:buChar char="•"/>
            </a:pPr>
            <a:endParaRPr lang="en-US" dirty="0"/>
          </a:p>
        </p:txBody>
      </p:sp>
      <p:sp>
        <p:nvSpPr>
          <p:cNvPr id="11" name="Title 10">
            <a:extLst>
              <a:ext uri="{FF2B5EF4-FFF2-40B4-BE49-F238E27FC236}">
                <a16:creationId xmlns:a16="http://schemas.microsoft.com/office/drawing/2014/main" id="{AC1DFF31-74E2-2451-5DEB-9E37692910E6}"/>
              </a:ext>
            </a:extLst>
          </p:cNvPr>
          <p:cNvSpPr>
            <a:spLocks noGrp="1"/>
          </p:cNvSpPr>
          <p:nvPr>
            <p:ph type="title"/>
          </p:nvPr>
        </p:nvSpPr>
        <p:spPr>
          <a:xfrm>
            <a:off x="1710970" y="105278"/>
            <a:ext cx="5722059" cy="855900"/>
          </a:xfrm>
        </p:spPr>
        <p:txBody>
          <a:bodyPr/>
          <a:lstStyle/>
          <a:p>
            <a:pPr algn="ctr"/>
            <a:r>
              <a:rPr lang="en-US" dirty="0"/>
              <a:t>MIRI</a:t>
            </a:r>
          </a:p>
        </p:txBody>
      </p:sp>
      <p:pic>
        <p:nvPicPr>
          <p:cNvPr id="1026" name="Picture 2" descr="Mid-Infrared Instrument - Wikipedia">
            <a:extLst>
              <a:ext uri="{FF2B5EF4-FFF2-40B4-BE49-F238E27FC236}">
                <a16:creationId xmlns:a16="http://schemas.microsoft.com/office/drawing/2014/main" id="{9F891C04-9887-C843-AAD7-6B946DD89E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10" y="946317"/>
            <a:ext cx="4255162" cy="3689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906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9"/>
        <p:cNvGrpSpPr/>
        <p:nvPr/>
      </p:nvGrpSpPr>
      <p:grpSpPr>
        <a:xfrm>
          <a:off x="0" y="0"/>
          <a:ext cx="0" cy="0"/>
          <a:chOff x="0" y="0"/>
          <a:chExt cx="0" cy="0"/>
        </a:xfrm>
      </p:grpSpPr>
      <p:sp>
        <p:nvSpPr>
          <p:cNvPr id="1832" name="Google Shape;1832;p68"/>
          <p:cNvSpPr/>
          <p:nvPr/>
        </p:nvSpPr>
        <p:spPr>
          <a:xfrm>
            <a:off x="3341250" y="4550030"/>
            <a:ext cx="24615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68">
            <a:hlinkClick r:id="" action="ppaction://hlinkshowjump?jump=previousslide"/>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68">
            <a:hlinkClick r:id="rId3" action="ppaction://hlinksldjump"/>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3</a:t>
            </a:r>
            <a:endParaRPr sz="2500" dirty="0">
              <a:solidFill>
                <a:schemeClr val="lt1"/>
              </a:solidFill>
              <a:latin typeface="Teko"/>
              <a:ea typeface="Teko"/>
              <a:cs typeface="Teko"/>
              <a:sym typeface="Teko"/>
            </a:endParaRPr>
          </a:p>
        </p:txBody>
      </p:sp>
      <p:sp>
        <p:nvSpPr>
          <p:cNvPr id="1835" name="Google Shape;1835;p68">
            <a:hlinkClick r:id="rId4" action="ppaction://hlinksldjump"/>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836" name="Google Shape;1836;p68">
            <a:hlinkClick r:id="" action="ppaction://hlinkshowjump?jump=nextslide"/>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8" name="Picture 2" descr="Refer to caption">
            <a:extLst>
              <a:ext uri="{FF2B5EF4-FFF2-40B4-BE49-F238E27FC236}">
                <a16:creationId xmlns:a16="http://schemas.microsoft.com/office/drawing/2014/main" id="{F9FDEFAB-4351-EA43-DA07-B5DEBBFB05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55" t="6827" r="5566"/>
          <a:stretch>
            <a:fillRect/>
          </a:stretch>
        </p:blipFill>
        <p:spPr bwMode="auto">
          <a:xfrm>
            <a:off x="767860" y="543444"/>
            <a:ext cx="6348048" cy="3892092"/>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685;p65">
            <a:extLst>
              <a:ext uri="{FF2B5EF4-FFF2-40B4-BE49-F238E27FC236}">
                <a16:creationId xmlns:a16="http://schemas.microsoft.com/office/drawing/2014/main" id="{6D1093AD-59B1-4112-8AE6-3AE88450FDC7}"/>
              </a:ext>
            </a:extLst>
          </p:cNvPr>
          <p:cNvSpPr txBox="1">
            <a:spLocks/>
          </p:cNvSpPr>
          <p:nvPr/>
        </p:nvSpPr>
        <p:spPr>
          <a:xfrm>
            <a:off x="7202020" y="1633590"/>
            <a:ext cx="1260232" cy="855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800"/>
              <a:buFont typeface="Teko"/>
              <a:buNone/>
              <a:defRPr sz="3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2000" dirty="0"/>
              <a:t>- MIRI</a:t>
            </a:r>
          </a:p>
        </p:txBody>
      </p:sp>
      <p:sp>
        <p:nvSpPr>
          <p:cNvPr id="7" name="Google Shape;1685;p65">
            <a:extLst>
              <a:ext uri="{FF2B5EF4-FFF2-40B4-BE49-F238E27FC236}">
                <a16:creationId xmlns:a16="http://schemas.microsoft.com/office/drawing/2014/main" id="{17994DE6-F22D-6CA1-6F70-1EA4FB79DE4F}"/>
              </a:ext>
            </a:extLst>
          </p:cNvPr>
          <p:cNvSpPr txBox="1">
            <a:spLocks/>
          </p:cNvSpPr>
          <p:nvPr/>
        </p:nvSpPr>
        <p:spPr>
          <a:xfrm>
            <a:off x="7202020" y="777690"/>
            <a:ext cx="1260232" cy="855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800"/>
              <a:buFont typeface="Teko"/>
              <a:buNone/>
              <a:defRPr sz="3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2000" dirty="0"/>
              <a:t>- </a:t>
            </a:r>
            <a:r>
              <a:rPr lang="en-US" sz="2000" dirty="0" err="1"/>
              <a:t>NIRCam</a:t>
            </a:r>
            <a:endParaRPr lang="en-US" sz="2000" dirty="0"/>
          </a:p>
        </p:txBody>
      </p:sp>
      <p:sp>
        <p:nvSpPr>
          <p:cNvPr id="8" name="Google Shape;1685;p65">
            <a:extLst>
              <a:ext uri="{FF2B5EF4-FFF2-40B4-BE49-F238E27FC236}">
                <a16:creationId xmlns:a16="http://schemas.microsoft.com/office/drawing/2014/main" id="{D8D0847C-F756-9599-7D61-4063C5EF0AE4}"/>
              </a:ext>
            </a:extLst>
          </p:cNvPr>
          <p:cNvSpPr txBox="1">
            <a:spLocks/>
          </p:cNvSpPr>
          <p:nvPr/>
        </p:nvSpPr>
        <p:spPr>
          <a:xfrm>
            <a:off x="7202020" y="2259718"/>
            <a:ext cx="1789580" cy="855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800"/>
              <a:buFont typeface="Teko"/>
              <a:buNone/>
              <a:defRPr sz="3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2000" dirty="0"/>
              <a:t>- </a:t>
            </a:r>
            <a:r>
              <a:rPr lang="en-US" sz="2000" dirty="0" err="1"/>
              <a:t>NIRSpec</a:t>
            </a:r>
            <a:r>
              <a:rPr lang="en-US" sz="2000" dirty="0"/>
              <a:t> 1D Spectra</a:t>
            </a:r>
          </a:p>
        </p:txBody>
      </p:sp>
      <p:sp>
        <p:nvSpPr>
          <p:cNvPr id="9" name="Google Shape;1685;p65">
            <a:extLst>
              <a:ext uri="{FF2B5EF4-FFF2-40B4-BE49-F238E27FC236}">
                <a16:creationId xmlns:a16="http://schemas.microsoft.com/office/drawing/2014/main" id="{62E961ED-85D0-711F-59E9-CCDDAC292D95}"/>
              </a:ext>
            </a:extLst>
          </p:cNvPr>
          <p:cNvSpPr txBox="1">
            <a:spLocks/>
          </p:cNvSpPr>
          <p:nvPr/>
        </p:nvSpPr>
        <p:spPr>
          <a:xfrm>
            <a:off x="7202020" y="3115618"/>
            <a:ext cx="1789580" cy="8559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800"/>
              <a:buFont typeface="Teko"/>
              <a:buNone/>
              <a:defRPr sz="35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2000" dirty="0"/>
              <a:t>- </a:t>
            </a:r>
            <a:r>
              <a:rPr lang="en-US" sz="2000" dirty="0" err="1"/>
              <a:t>NIRSpec</a:t>
            </a:r>
            <a:r>
              <a:rPr lang="en-US" sz="2000" dirty="0"/>
              <a:t> 2D Spectra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2">
          <a:extLst>
            <a:ext uri="{FF2B5EF4-FFF2-40B4-BE49-F238E27FC236}">
              <a16:creationId xmlns:a16="http://schemas.microsoft.com/office/drawing/2014/main" id="{278F332C-A84F-B2FD-FA28-568A0E876572}"/>
            </a:ext>
          </a:extLst>
        </p:cNvPr>
        <p:cNvGrpSpPr/>
        <p:nvPr/>
      </p:nvGrpSpPr>
      <p:grpSpPr>
        <a:xfrm>
          <a:off x="0" y="0"/>
          <a:ext cx="0" cy="0"/>
          <a:chOff x="0" y="0"/>
          <a:chExt cx="0" cy="0"/>
        </a:xfrm>
      </p:grpSpPr>
      <p:sp>
        <p:nvSpPr>
          <p:cNvPr id="1393" name="Google Shape;1393;p58">
            <a:extLst>
              <a:ext uri="{FF2B5EF4-FFF2-40B4-BE49-F238E27FC236}">
                <a16:creationId xmlns:a16="http://schemas.microsoft.com/office/drawing/2014/main" id="{ECA7DE84-938C-5003-0995-F0CD55567C91}"/>
              </a:ext>
            </a:extLst>
          </p:cNvPr>
          <p:cNvSpPr txBox="1">
            <a:spLocks noGrp="1"/>
          </p:cNvSpPr>
          <p:nvPr>
            <p:ph type="title" idx="2"/>
          </p:nvPr>
        </p:nvSpPr>
        <p:spPr>
          <a:xfrm>
            <a:off x="4064725" y="2285700"/>
            <a:ext cx="4359300" cy="1243884"/>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Physical Interpretation</a:t>
            </a:r>
            <a:endParaRPr dirty="0"/>
          </a:p>
        </p:txBody>
      </p:sp>
      <p:sp>
        <p:nvSpPr>
          <p:cNvPr id="1395" name="Google Shape;1395;p58">
            <a:extLst>
              <a:ext uri="{FF2B5EF4-FFF2-40B4-BE49-F238E27FC236}">
                <a16:creationId xmlns:a16="http://schemas.microsoft.com/office/drawing/2014/main" id="{701C39B5-170C-4113-30B8-342F5C7C2DCF}"/>
              </a:ext>
            </a:extLst>
          </p:cNvPr>
          <p:cNvSpPr txBox="1">
            <a:spLocks noGrp="1"/>
          </p:cNvSpPr>
          <p:nvPr>
            <p:ph type="title"/>
          </p:nvPr>
        </p:nvSpPr>
        <p:spPr>
          <a:xfrm>
            <a:off x="4064725" y="1001700"/>
            <a:ext cx="1460176" cy="1110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1396" name="Google Shape;1396;p58">
            <a:hlinkClick r:id="" action="ppaction://hlinkshowjump?jump=previousslide"/>
            <a:extLst>
              <a:ext uri="{FF2B5EF4-FFF2-40B4-BE49-F238E27FC236}">
                <a16:creationId xmlns:a16="http://schemas.microsoft.com/office/drawing/2014/main" id="{8C417C0F-58F5-1155-0FBB-3C5CF3EF882F}"/>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8">
            <a:hlinkClick r:id="rId3" action="ppaction://hlinksldjump"/>
            <a:extLst>
              <a:ext uri="{FF2B5EF4-FFF2-40B4-BE49-F238E27FC236}">
                <a16:creationId xmlns:a16="http://schemas.microsoft.com/office/drawing/2014/main" id="{59818F77-8930-2370-4F9B-51B38D840465}"/>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dirty="0">
                <a:solidFill>
                  <a:schemeClr val="lt1"/>
                </a:solidFill>
                <a:uFill>
                  <a:noFill/>
                </a:uFill>
                <a:latin typeface="Teko"/>
                <a:ea typeface="Teko"/>
                <a:cs typeface="Teko"/>
                <a:sym typeface="Teko"/>
              </a:rPr>
              <a:t>4</a:t>
            </a:r>
            <a:endParaRPr sz="2500" dirty="0">
              <a:solidFill>
                <a:schemeClr val="lt1"/>
              </a:solidFill>
              <a:latin typeface="Teko"/>
              <a:ea typeface="Teko"/>
              <a:cs typeface="Teko"/>
              <a:sym typeface="Teko"/>
            </a:endParaRPr>
          </a:p>
        </p:txBody>
      </p:sp>
      <p:sp>
        <p:nvSpPr>
          <p:cNvPr id="1398" name="Google Shape;1398;p58">
            <a:hlinkClick r:id="rId4" action="ppaction://hlinksldjump"/>
            <a:extLst>
              <a:ext uri="{FF2B5EF4-FFF2-40B4-BE49-F238E27FC236}">
                <a16:creationId xmlns:a16="http://schemas.microsoft.com/office/drawing/2014/main" id="{5AFCAF20-4DCF-900E-70E9-238924DF05DB}"/>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399" name="Google Shape;1399;p58">
            <a:hlinkClick r:id="" action="ppaction://hlinkshowjump?jump=nextslide"/>
            <a:extLst>
              <a:ext uri="{FF2B5EF4-FFF2-40B4-BE49-F238E27FC236}">
                <a16:creationId xmlns:a16="http://schemas.microsoft.com/office/drawing/2014/main" id="{9B2118B1-C67E-DDD8-24BF-D97025F84865}"/>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0" name="Google Shape;1400;p58">
            <a:extLst>
              <a:ext uri="{FF2B5EF4-FFF2-40B4-BE49-F238E27FC236}">
                <a16:creationId xmlns:a16="http://schemas.microsoft.com/office/drawing/2014/main" id="{BD4FC68D-2B6F-9B92-CC63-3CF11F5EE5FD}"/>
              </a:ext>
            </a:extLst>
          </p:cNvPr>
          <p:cNvPicPr preferRelativeResize="0"/>
          <p:nvPr/>
        </p:nvPicPr>
        <p:blipFill rotWithShape="1">
          <a:blip r:embed="rId5">
            <a:alphaModFix/>
          </a:blip>
          <a:srcRect r="53585"/>
          <a:stretch/>
        </p:blipFill>
        <p:spPr>
          <a:xfrm>
            <a:off x="1137263" y="701338"/>
            <a:ext cx="2315026" cy="3740825"/>
          </a:xfrm>
          <a:prstGeom prst="rect">
            <a:avLst/>
          </a:prstGeom>
          <a:noFill/>
          <a:ln>
            <a:noFill/>
          </a:ln>
        </p:spPr>
      </p:pic>
    </p:spTree>
    <p:extLst>
      <p:ext uri="{BB962C8B-B14F-4D97-AF65-F5344CB8AC3E}">
        <p14:creationId xmlns:p14="http://schemas.microsoft.com/office/powerpoint/2010/main" val="655937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6" name="Picture 2" descr="Refer to caption">
            <a:extLst>
              <a:ext uri="{FF2B5EF4-FFF2-40B4-BE49-F238E27FC236}">
                <a16:creationId xmlns:a16="http://schemas.microsoft.com/office/drawing/2014/main" id="{337C4A5E-0A87-D25A-FC78-9E665B863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15" y="650149"/>
            <a:ext cx="8232369" cy="3843201"/>
          </a:xfrm>
          <a:prstGeom prst="rect">
            <a:avLst/>
          </a:prstGeom>
          <a:noFill/>
          <a:extLst>
            <a:ext uri="{909E8E84-426E-40DD-AFC4-6F175D3DCCD1}">
              <a14:hiddenFill xmlns:a14="http://schemas.microsoft.com/office/drawing/2010/main">
                <a:solidFill>
                  <a:srgbClr val="FFFFFF"/>
                </a:solidFill>
              </a14:hiddenFill>
            </a:ext>
          </a:extLst>
        </p:spPr>
      </p:pic>
      <p:sp>
        <p:nvSpPr>
          <p:cNvPr id="8" name="Down Arrow 7">
            <a:extLst>
              <a:ext uri="{FF2B5EF4-FFF2-40B4-BE49-F238E27FC236}">
                <a16:creationId xmlns:a16="http://schemas.microsoft.com/office/drawing/2014/main" id="{B38260A5-11BF-4E0C-9363-3AC720502CE4}"/>
              </a:ext>
            </a:extLst>
          </p:cNvPr>
          <p:cNvSpPr/>
          <p:nvPr/>
        </p:nvSpPr>
        <p:spPr>
          <a:xfrm rot="18420588">
            <a:off x="3676727" y="1759684"/>
            <a:ext cx="326255" cy="12160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a:extLst>
              <a:ext uri="{FF2B5EF4-FFF2-40B4-BE49-F238E27FC236}">
                <a16:creationId xmlns:a16="http://schemas.microsoft.com/office/drawing/2014/main" id="{520CBB42-32B3-3C98-AF98-F5936F2F0FD5}"/>
              </a:ext>
            </a:extLst>
          </p:cNvPr>
          <p:cNvSpPr/>
          <p:nvPr/>
        </p:nvSpPr>
        <p:spPr>
          <a:xfrm rot="2548500">
            <a:off x="6072706" y="988258"/>
            <a:ext cx="326255" cy="12160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2588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E021DE-578B-9CAB-009B-E5B41B7505C8}"/>
            </a:ext>
          </a:extLst>
        </p:cNvPr>
        <p:cNvGrpSpPr/>
        <p:nvPr/>
      </p:nvGrpSpPr>
      <p:grpSpPr>
        <a:xfrm>
          <a:off x="0" y="0"/>
          <a:ext cx="0" cy="0"/>
          <a:chOff x="0" y="0"/>
          <a:chExt cx="0" cy="0"/>
        </a:xfrm>
      </p:grpSpPr>
      <p:pic>
        <p:nvPicPr>
          <p:cNvPr id="6146" name="Picture 2" descr="Refer to caption">
            <a:extLst>
              <a:ext uri="{FF2B5EF4-FFF2-40B4-BE49-F238E27FC236}">
                <a16:creationId xmlns:a16="http://schemas.microsoft.com/office/drawing/2014/main" id="{911284E3-DD3C-CB1E-F807-9F5F2691C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15" y="650149"/>
            <a:ext cx="8232369" cy="3843201"/>
          </a:xfrm>
          <a:prstGeom prst="rect">
            <a:avLst/>
          </a:prstGeom>
          <a:noFill/>
          <a:extLst>
            <a:ext uri="{909E8E84-426E-40DD-AFC4-6F175D3DCCD1}">
              <a14:hiddenFill xmlns:a14="http://schemas.microsoft.com/office/drawing/2010/main">
                <a:solidFill>
                  <a:srgbClr val="FFFFFF"/>
                </a:solidFill>
              </a14:hiddenFill>
            </a:ext>
          </a:extLst>
        </p:spPr>
      </p:pic>
      <p:sp>
        <p:nvSpPr>
          <p:cNvPr id="8" name="Down Arrow 7">
            <a:extLst>
              <a:ext uri="{FF2B5EF4-FFF2-40B4-BE49-F238E27FC236}">
                <a16:creationId xmlns:a16="http://schemas.microsoft.com/office/drawing/2014/main" id="{13DF7493-3CFF-AA49-709C-3A94700D49FA}"/>
              </a:ext>
            </a:extLst>
          </p:cNvPr>
          <p:cNvSpPr/>
          <p:nvPr/>
        </p:nvSpPr>
        <p:spPr>
          <a:xfrm rot="18420588">
            <a:off x="3676727" y="1759684"/>
            <a:ext cx="326255" cy="12160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a:extLst>
              <a:ext uri="{FF2B5EF4-FFF2-40B4-BE49-F238E27FC236}">
                <a16:creationId xmlns:a16="http://schemas.microsoft.com/office/drawing/2014/main" id="{49DEE5D9-C37A-EC51-4D86-0C644A4D2ACF}"/>
              </a:ext>
            </a:extLst>
          </p:cNvPr>
          <p:cNvSpPr/>
          <p:nvPr/>
        </p:nvSpPr>
        <p:spPr>
          <a:xfrm rot="2548500">
            <a:off x="6072706" y="988258"/>
            <a:ext cx="326255" cy="12160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Refer to caption">
            <a:extLst>
              <a:ext uri="{FF2B5EF4-FFF2-40B4-BE49-F238E27FC236}">
                <a16:creationId xmlns:a16="http://schemas.microsoft.com/office/drawing/2014/main" id="{F1116867-6DDF-4482-B87F-3B442B8984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339" t="30301" r="43252" b="23159"/>
          <a:stretch>
            <a:fillRect/>
          </a:stretch>
        </p:blipFill>
        <p:spPr bwMode="auto">
          <a:xfrm>
            <a:off x="2306992" y="396983"/>
            <a:ext cx="3285091" cy="4349531"/>
          </a:xfrm>
          <a:prstGeom prst="rect">
            <a:avLst/>
          </a:prstGeom>
          <a:noFill/>
          <a:extLst>
            <a:ext uri="{909E8E84-426E-40DD-AFC4-6F175D3DCCD1}">
              <a14:hiddenFill xmlns:a14="http://schemas.microsoft.com/office/drawing/2010/main">
                <a:solidFill>
                  <a:srgbClr val="FFFFFF"/>
                </a:solidFill>
              </a14:hiddenFill>
            </a:ext>
          </a:extLst>
        </p:spPr>
      </p:pic>
      <p:sp>
        <p:nvSpPr>
          <p:cNvPr id="3" name="Down Arrow 2">
            <a:extLst>
              <a:ext uri="{FF2B5EF4-FFF2-40B4-BE49-F238E27FC236}">
                <a16:creationId xmlns:a16="http://schemas.microsoft.com/office/drawing/2014/main" id="{0F61C05C-0626-B377-4817-2E3E3C9B3A0F}"/>
              </a:ext>
            </a:extLst>
          </p:cNvPr>
          <p:cNvSpPr/>
          <p:nvPr/>
        </p:nvSpPr>
        <p:spPr>
          <a:xfrm rot="18420588">
            <a:off x="2163859" y="1303602"/>
            <a:ext cx="1211177" cy="23615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2249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B35268-3D1B-DF66-7422-A4D6D5571D4A}"/>
            </a:ext>
          </a:extLst>
        </p:cNvPr>
        <p:cNvGrpSpPr/>
        <p:nvPr/>
      </p:nvGrpSpPr>
      <p:grpSpPr>
        <a:xfrm>
          <a:off x="0" y="0"/>
          <a:ext cx="0" cy="0"/>
          <a:chOff x="0" y="0"/>
          <a:chExt cx="0" cy="0"/>
        </a:xfrm>
      </p:grpSpPr>
      <p:pic>
        <p:nvPicPr>
          <p:cNvPr id="6146" name="Picture 2" descr="Refer to caption">
            <a:extLst>
              <a:ext uri="{FF2B5EF4-FFF2-40B4-BE49-F238E27FC236}">
                <a16:creationId xmlns:a16="http://schemas.microsoft.com/office/drawing/2014/main" id="{7E5B9700-70DF-3D77-E6F0-35B709DD4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15" y="650149"/>
            <a:ext cx="8232369" cy="3843201"/>
          </a:xfrm>
          <a:prstGeom prst="rect">
            <a:avLst/>
          </a:prstGeom>
          <a:noFill/>
          <a:extLst>
            <a:ext uri="{909E8E84-426E-40DD-AFC4-6F175D3DCCD1}">
              <a14:hiddenFill xmlns:a14="http://schemas.microsoft.com/office/drawing/2010/main">
                <a:solidFill>
                  <a:srgbClr val="FFFFFF"/>
                </a:solidFill>
              </a14:hiddenFill>
            </a:ext>
          </a:extLst>
        </p:spPr>
      </p:pic>
      <p:sp>
        <p:nvSpPr>
          <p:cNvPr id="8" name="Down Arrow 7">
            <a:extLst>
              <a:ext uri="{FF2B5EF4-FFF2-40B4-BE49-F238E27FC236}">
                <a16:creationId xmlns:a16="http://schemas.microsoft.com/office/drawing/2014/main" id="{F577156A-E4D5-92E3-3DB5-F1B44CA2421B}"/>
              </a:ext>
            </a:extLst>
          </p:cNvPr>
          <p:cNvSpPr/>
          <p:nvPr/>
        </p:nvSpPr>
        <p:spPr>
          <a:xfrm rot="18420588">
            <a:off x="3676727" y="1759684"/>
            <a:ext cx="326255" cy="12160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Refer to caption">
            <a:extLst>
              <a:ext uri="{FF2B5EF4-FFF2-40B4-BE49-F238E27FC236}">
                <a16:creationId xmlns:a16="http://schemas.microsoft.com/office/drawing/2014/main" id="{C531605E-BDD4-6532-4A05-F0932B80EC4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611" t="19447" r="27980" b="34013"/>
          <a:stretch>
            <a:fillRect/>
          </a:stretch>
        </p:blipFill>
        <p:spPr bwMode="auto">
          <a:xfrm>
            <a:off x="3798417" y="496996"/>
            <a:ext cx="3285091" cy="4349531"/>
          </a:xfrm>
          <a:prstGeom prst="rect">
            <a:avLst/>
          </a:prstGeom>
          <a:noFill/>
          <a:extLst>
            <a:ext uri="{909E8E84-426E-40DD-AFC4-6F175D3DCCD1}">
              <a14:hiddenFill xmlns:a14="http://schemas.microsoft.com/office/drawing/2010/main">
                <a:solidFill>
                  <a:srgbClr val="FFFFFF"/>
                </a:solidFill>
              </a14:hiddenFill>
            </a:ext>
          </a:extLst>
        </p:spPr>
      </p:pic>
      <p:sp>
        <p:nvSpPr>
          <p:cNvPr id="9" name="Down Arrow 8">
            <a:extLst>
              <a:ext uri="{FF2B5EF4-FFF2-40B4-BE49-F238E27FC236}">
                <a16:creationId xmlns:a16="http://schemas.microsoft.com/office/drawing/2014/main" id="{827B6B8F-F63D-2548-1A5A-B52BD2DDC2A1}"/>
              </a:ext>
            </a:extLst>
          </p:cNvPr>
          <p:cNvSpPr/>
          <p:nvPr/>
        </p:nvSpPr>
        <p:spPr>
          <a:xfrm rot="2548500">
            <a:off x="5859606" y="678264"/>
            <a:ext cx="1434571" cy="23099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5016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521">
          <a:extLst>
            <a:ext uri="{FF2B5EF4-FFF2-40B4-BE49-F238E27FC236}">
              <a16:creationId xmlns:a16="http://schemas.microsoft.com/office/drawing/2014/main" id="{104FF063-B12E-573E-D0C2-E555EED27F0D}"/>
            </a:ext>
          </a:extLst>
        </p:cNvPr>
        <p:cNvGrpSpPr/>
        <p:nvPr/>
      </p:nvGrpSpPr>
      <p:grpSpPr>
        <a:xfrm>
          <a:off x="0" y="0"/>
          <a:ext cx="0" cy="0"/>
          <a:chOff x="0" y="0"/>
          <a:chExt cx="0" cy="0"/>
        </a:xfrm>
      </p:grpSpPr>
      <p:sp>
        <p:nvSpPr>
          <p:cNvPr id="1525" name="Google Shape;1525;p61">
            <a:hlinkClick r:id="" action="ppaction://hlinkshowjump?jump=previousslide"/>
            <a:extLst>
              <a:ext uri="{FF2B5EF4-FFF2-40B4-BE49-F238E27FC236}">
                <a16:creationId xmlns:a16="http://schemas.microsoft.com/office/drawing/2014/main" id="{C5B67DA0-19EB-92A6-F2EC-C56118D872F3}"/>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61">
            <a:hlinkClick r:id="rId3" action="ppaction://hlinksldjump"/>
            <a:extLst>
              <a:ext uri="{FF2B5EF4-FFF2-40B4-BE49-F238E27FC236}">
                <a16:creationId xmlns:a16="http://schemas.microsoft.com/office/drawing/2014/main" id="{2547E968-5479-2EF4-9F9C-3CA7385AC991}"/>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dirty="0">
                <a:solidFill>
                  <a:schemeClr val="lt1"/>
                </a:solidFill>
                <a:latin typeface="Teko"/>
                <a:ea typeface="Teko"/>
                <a:cs typeface="Teko"/>
                <a:sym typeface="Teko"/>
              </a:rPr>
              <a:t>4</a:t>
            </a:r>
            <a:endParaRPr sz="2500" dirty="0">
              <a:solidFill>
                <a:schemeClr val="lt1"/>
              </a:solidFill>
              <a:latin typeface="Teko"/>
              <a:ea typeface="Teko"/>
              <a:cs typeface="Teko"/>
              <a:sym typeface="Teko"/>
            </a:endParaRPr>
          </a:p>
        </p:txBody>
      </p:sp>
      <p:sp>
        <p:nvSpPr>
          <p:cNvPr id="1527" name="Google Shape;1527;p61">
            <a:hlinkClick r:id="rId4" action="ppaction://hlinksldjump"/>
            <a:extLst>
              <a:ext uri="{FF2B5EF4-FFF2-40B4-BE49-F238E27FC236}">
                <a16:creationId xmlns:a16="http://schemas.microsoft.com/office/drawing/2014/main" id="{413874A0-7C87-DCA4-0025-B57F251B5A3B}"/>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4"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1528" name="Google Shape;1528;p61">
            <a:hlinkClick r:id="" action="ppaction://hlinkshowjump?jump=nextslide"/>
            <a:extLst>
              <a:ext uri="{FF2B5EF4-FFF2-40B4-BE49-F238E27FC236}">
                <a16:creationId xmlns:a16="http://schemas.microsoft.com/office/drawing/2014/main" id="{E631E8F6-CB08-D99A-CADB-CA52B2C2B705}"/>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Rectangle 4">
            <a:extLst>
              <a:ext uri="{FF2B5EF4-FFF2-40B4-BE49-F238E27FC236}">
                <a16:creationId xmlns:a16="http://schemas.microsoft.com/office/drawing/2014/main" id="{89059091-A707-4D95-94D9-4AD6E740E921}"/>
              </a:ext>
            </a:extLst>
          </p:cNvPr>
          <p:cNvSpPr>
            <a:spLocks noGrp="1" noChangeArrowheads="1"/>
          </p:cNvSpPr>
          <p:nvPr>
            <p:ph type="subTitle" idx="1"/>
          </p:nvPr>
        </p:nvSpPr>
        <p:spPr bwMode="auto">
          <a:xfrm>
            <a:off x="881331" y="1462837"/>
            <a:ext cx="7381338"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buFont typeface="Arial" panose="020B0604020202020204" pitchFamily="34" charset="0"/>
              <a:buChar char="•"/>
            </a:pPr>
            <a:r>
              <a:rPr lang="en-US" dirty="0"/>
              <a:t>Broad lines: strong AGN evidence</a:t>
            </a:r>
          </a:p>
          <a:p>
            <a:pPr fontAlgn="base">
              <a:buFont typeface="Arial" panose="020B0604020202020204" pitchFamily="34" charset="0"/>
              <a:buChar char="•"/>
            </a:pPr>
            <a:r>
              <a:rPr lang="en-US" dirty="0"/>
              <a:t>Narrow-line LRDs exist and may be: </a:t>
            </a:r>
          </a:p>
          <a:p>
            <a:pPr lvl="1" fontAlgn="base">
              <a:buFont typeface="Arial" panose="020B0604020202020204" pitchFamily="34" charset="0"/>
              <a:buChar char="•"/>
            </a:pPr>
            <a:r>
              <a:rPr lang="en-US" dirty="0"/>
              <a:t>Compact star-forming galaxies </a:t>
            </a:r>
          </a:p>
          <a:p>
            <a:pPr lvl="1" fontAlgn="base">
              <a:buFont typeface="Arial" panose="020B0604020202020204" pitchFamily="34" charset="0"/>
              <a:buChar char="•"/>
            </a:pPr>
            <a:r>
              <a:rPr lang="en-US" dirty="0"/>
              <a:t>Low-mass AGN </a:t>
            </a:r>
          </a:p>
          <a:p>
            <a:pPr fontAlgn="base">
              <a:buFont typeface="Arial" panose="020B0604020202020204" pitchFamily="34" charset="0"/>
              <a:buChar char="•"/>
            </a:pPr>
            <a:r>
              <a:rPr lang="en-US" dirty="0"/>
              <a:t>V-shaped SED explanation: </a:t>
            </a:r>
          </a:p>
          <a:p>
            <a:pPr lvl="1" fontAlgn="base">
              <a:buFont typeface="Arial" panose="020B0604020202020204" pitchFamily="34" charset="0"/>
              <a:buChar char="•"/>
            </a:pPr>
            <a:r>
              <a:rPr lang="en-US" dirty="0"/>
              <a:t>Dust attenuation geometry </a:t>
            </a:r>
          </a:p>
          <a:p>
            <a:pPr lvl="1" fontAlgn="base">
              <a:buFont typeface="Arial" panose="020B0604020202020204" pitchFamily="34" charset="0"/>
              <a:buChar char="•"/>
            </a:pPr>
            <a:r>
              <a:rPr lang="en-US" dirty="0"/>
              <a:t>Scattered AGN continuum </a:t>
            </a:r>
          </a:p>
          <a:p>
            <a:pPr lvl="1" fontAlgn="base">
              <a:buFont typeface="Arial" panose="020B0604020202020204" pitchFamily="34" charset="0"/>
              <a:buChar char="•"/>
            </a:pPr>
            <a:r>
              <a:rPr lang="en-US" dirty="0"/>
              <a:t>Low-metallicity starburst + patchy dust </a:t>
            </a:r>
          </a:p>
          <a:p>
            <a:pPr lvl="1" fontAlgn="base">
              <a:buFont typeface="Arial" panose="020B0604020202020204" pitchFamily="34" charset="0"/>
              <a:buChar char="•"/>
            </a:pPr>
            <a:r>
              <a:rPr lang="en-US" dirty="0"/>
              <a:t>Intrinsic AGN two-component disk </a:t>
            </a:r>
          </a:p>
          <a:p>
            <a:pPr lvl="1" fontAlgn="base">
              <a:buFont typeface="Arial" panose="020B0604020202020204" pitchFamily="34" charset="0"/>
              <a:buChar char="•"/>
            </a:pPr>
            <a:r>
              <a:rPr lang="en-US" dirty="0"/>
              <a:t>Cannot be reproduced by standard galaxy-only or AGN-only templates. </a:t>
            </a:r>
            <a:br>
              <a:rPr lang="en-US" dirty="0"/>
            </a:br>
            <a:endParaRPr lang="en-US" dirty="0"/>
          </a:p>
          <a:p>
            <a:pPr fontAlgn="base">
              <a:buFont typeface="Arial" panose="020B0604020202020204" pitchFamily="34" charset="0"/>
              <a:buChar char="•"/>
            </a:pPr>
            <a:endParaRPr lang="en-US" dirty="0"/>
          </a:p>
        </p:txBody>
      </p:sp>
      <p:sp>
        <p:nvSpPr>
          <p:cNvPr id="11" name="Title 10">
            <a:extLst>
              <a:ext uri="{FF2B5EF4-FFF2-40B4-BE49-F238E27FC236}">
                <a16:creationId xmlns:a16="http://schemas.microsoft.com/office/drawing/2014/main" id="{665FE0F9-2F7D-ADD7-9870-9C6D0AF74B13}"/>
              </a:ext>
            </a:extLst>
          </p:cNvPr>
          <p:cNvSpPr>
            <a:spLocks noGrp="1"/>
          </p:cNvSpPr>
          <p:nvPr>
            <p:ph type="title"/>
          </p:nvPr>
        </p:nvSpPr>
        <p:spPr>
          <a:xfrm>
            <a:off x="881331" y="283773"/>
            <a:ext cx="7092658" cy="855900"/>
          </a:xfrm>
        </p:spPr>
        <p:txBody>
          <a:bodyPr/>
          <a:lstStyle/>
          <a:p>
            <a:r>
              <a:rPr lang="en-US" dirty="0"/>
              <a:t>Current theories</a:t>
            </a:r>
          </a:p>
        </p:txBody>
      </p:sp>
    </p:spTree>
    <p:extLst>
      <p:ext uri="{BB962C8B-B14F-4D97-AF65-F5344CB8AC3E}">
        <p14:creationId xmlns:p14="http://schemas.microsoft.com/office/powerpoint/2010/main" val="2697162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28">
          <a:extLst>
            <a:ext uri="{FF2B5EF4-FFF2-40B4-BE49-F238E27FC236}">
              <a16:creationId xmlns:a16="http://schemas.microsoft.com/office/drawing/2014/main" id="{546E5641-5C1A-5ED5-0341-A32CB8BC5823}"/>
            </a:ext>
          </a:extLst>
        </p:cNvPr>
        <p:cNvGrpSpPr/>
        <p:nvPr/>
      </p:nvGrpSpPr>
      <p:grpSpPr>
        <a:xfrm>
          <a:off x="0" y="0"/>
          <a:ext cx="0" cy="0"/>
          <a:chOff x="0" y="0"/>
          <a:chExt cx="0" cy="0"/>
        </a:xfrm>
      </p:grpSpPr>
      <p:sp>
        <p:nvSpPr>
          <p:cNvPr id="2629" name="Google Shape;2629;p84">
            <a:extLst>
              <a:ext uri="{FF2B5EF4-FFF2-40B4-BE49-F238E27FC236}">
                <a16:creationId xmlns:a16="http://schemas.microsoft.com/office/drawing/2014/main" id="{5E80FA10-04F7-2E1F-0413-708915ACAC51}"/>
              </a:ext>
            </a:extLst>
          </p:cNvPr>
          <p:cNvSpPr txBox="1">
            <a:spLocks noGrp="1"/>
          </p:cNvSpPr>
          <p:nvPr>
            <p:ph type="title" idx="9"/>
          </p:nvPr>
        </p:nvSpPr>
        <p:spPr>
          <a:xfrm>
            <a:off x="6019850" y="3239989"/>
            <a:ext cx="2279700" cy="42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Binary Black Holes</a:t>
            </a:r>
            <a:endParaRPr dirty="0"/>
          </a:p>
        </p:txBody>
      </p:sp>
      <p:sp>
        <p:nvSpPr>
          <p:cNvPr id="2630" name="Google Shape;2630;p84">
            <a:extLst>
              <a:ext uri="{FF2B5EF4-FFF2-40B4-BE49-F238E27FC236}">
                <a16:creationId xmlns:a16="http://schemas.microsoft.com/office/drawing/2014/main" id="{4953917F-9E62-63A9-FBA7-2F910B6900CF}"/>
              </a:ext>
            </a:extLst>
          </p:cNvPr>
          <p:cNvSpPr txBox="1">
            <a:spLocks noGrp="1"/>
          </p:cNvSpPr>
          <p:nvPr>
            <p:ph type="title" idx="3"/>
          </p:nvPr>
        </p:nvSpPr>
        <p:spPr>
          <a:xfrm>
            <a:off x="3359232" y="1514154"/>
            <a:ext cx="2425386" cy="42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Dense Gas + AGN Model</a:t>
            </a:r>
            <a:endParaRPr dirty="0"/>
          </a:p>
        </p:txBody>
      </p:sp>
      <p:sp>
        <p:nvSpPr>
          <p:cNvPr id="2631" name="Google Shape;2631;p84">
            <a:extLst>
              <a:ext uri="{FF2B5EF4-FFF2-40B4-BE49-F238E27FC236}">
                <a16:creationId xmlns:a16="http://schemas.microsoft.com/office/drawing/2014/main" id="{F48E4A5E-9136-9AA2-397C-84906F735D3A}"/>
              </a:ext>
            </a:extLst>
          </p:cNvPr>
          <p:cNvSpPr txBox="1">
            <a:spLocks noGrp="1"/>
          </p:cNvSpPr>
          <p:nvPr>
            <p:ph type="title" idx="4"/>
          </p:nvPr>
        </p:nvSpPr>
        <p:spPr>
          <a:xfrm>
            <a:off x="6019850" y="1514154"/>
            <a:ext cx="2279700" cy="4242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dirty="0"/>
              <a:t>Compact Starbursts</a:t>
            </a:r>
            <a:endParaRPr dirty="0"/>
          </a:p>
        </p:txBody>
      </p:sp>
      <p:sp>
        <p:nvSpPr>
          <p:cNvPr id="2632" name="Google Shape;2632;p84">
            <a:extLst>
              <a:ext uri="{FF2B5EF4-FFF2-40B4-BE49-F238E27FC236}">
                <a16:creationId xmlns:a16="http://schemas.microsoft.com/office/drawing/2014/main" id="{7CEB0389-089F-65C4-A8FA-9F6A128F4B63}"/>
              </a:ext>
            </a:extLst>
          </p:cNvPr>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Current Models</a:t>
            </a:r>
            <a:endParaRPr dirty="0"/>
          </a:p>
        </p:txBody>
      </p:sp>
      <p:sp>
        <p:nvSpPr>
          <p:cNvPr id="2633" name="Google Shape;2633;p84">
            <a:extLst>
              <a:ext uri="{FF2B5EF4-FFF2-40B4-BE49-F238E27FC236}">
                <a16:creationId xmlns:a16="http://schemas.microsoft.com/office/drawing/2014/main" id="{72D7DF56-D390-E5DD-8AC2-2482854856ED}"/>
              </a:ext>
            </a:extLst>
          </p:cNvPr>
          <p:cNvSpPr txBox="1">
            <a:spLocks noGrp="1"/>
          </p:cNvSpPr>
          <p:nvPr>
            <p:ph type="title" idx="2"/>
          </p:nvPr>
        </p:nvSpPr>
        <p:spPr>
          <a:xfrm>
            <a:off x="815400" y="1514179"/>
            <a:ext cx="2279700" cy="42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AGN Dominated</a:t>
            </a:r>
            <a:endParaRPr dirty="0"/>
          </a:p>
        </p:txBody>
      </p:sp>
      <p:sp>
        <p:nvSpPr>
          <p:cNvPr id="2634" name="Google Shape;2634;p84">
            <a:extLst>
              <a:ext uri="{FF2B5EF4-FFF2-40B4-BE49-F238E27FC236}">
                <a16:creationId xmlns:a16="http://schemas.microsoft.com/office/drawing/2014/main" id="{D4B1D5F1-B73B-97F3-62EA-150D4EC0B43B}"/>
              </a:ext>
            </a:extLst>
          </p:cNvPr>
          <p:cNvSpPr txBox="1">
            <a:spLocks noGrp="1"/>
          </p:cNvSpPr>
          <p:nvPr>
            <p:ph type="subTitle" idx="1"/>
          </p:nvPr>
        </p:nvSpPr>
        <p:spPr>
          <a:xfrm>
            <a:off x="815550" y="2042871"/>
            <a:ext cx="2279700" cy="1010705"/>
          </a:xfrm>
          <a:prstGeom prst="rect">
            <a:avLst/>
          </a:prstGeom>
        </p:spPr>
        <p:txBody>
          <a:bodyPr spcFirstLastPara="1" wrap="square" lIns="91425" tIns="91425" rIns="91425" bIns="91425" anchor="t" anchorCtr="0">
            <a:noAutofit/>
          </a:bodyPr>
          <a:lstStyle/>
          <a:p>
            <a:pPr marL="0" lvl="0" indent="0"/>
            <a:r>
              <a:rPr lang="en-US" dirty="0"/>
              <a:t>Broad lines; sometimes weak hot dust, possible torus-free AGN</a:t>
            </a:r>
            <a:endParaRPr dirty="0"/>
          </a:p>
        </p:txBody>
      </p:sp>
      <p:sp>
        <p:nvSpPr>
          <p:cNvPr id="2635" name="Google Shape;2635;p84">
            <a:extLst>
              <a:ext uri="{FF2B5EF4-FFF2-40B4-BE49-F238E27FC236}">
                <a16:creationId xmlns:a16="http://schemas.microsoft.com/office/drawing/2014/main" id="{91E2DBD5-38CF-5DFA-C85D-89BF63358FB8}"/>
              </a:ext>
            </a:extLst>
          </p:cNvPr>
          <p:cNvSpPr txBox="1">
            <a:spLocks noGrp="1"/>
          </p:cNvSpPr>
          <p:nvPr>
            <p:ph type="subTitle" idx="5"/>
          </p:nvPr>
        </p:nvSpPr>
        <p:spPr>
          <a:xfrm>
            <a:off x="2869021" y="2108497"/>
            <a:ext cx="3405808" cy="673200"/>
          </a:xfrm>
          <a:prstGeom prst="rect">
            <a:avLst/>
          </a:prstGeom>
        </p:spPr>
        <p:txBody>
          <a:bodyPr spcFirstLastPara="1" wrap="square" lIns="91425" tIns="91425" rIns="91425" bIns="91425" anchor="t" anchorCtr="0">
            <a:noAutofit/>
          </a:bodyPr>
          <a:lstStyle/>
          <a:p>
            <a:pPr marL="114300" indent="0" fontAlgn="base"/>
            <a:r>
              <a:rPr lang="en-US" dirty="0"/>
              <a:t>Hot dense gas fits Balmer breaks. Needs extra thermal component for MIRI</a:t>
            </a:r>
          </a:p>
        </p:txBody>
      </p:sp>
      <p:sp>
        <p:nvSpPr>
          <p:cNvPr id="2636" name="Google Shape;2636;p84">
            <a:extLst>
              <a:ext uri="{FF2B5EF4-FFF2-40B4-BE49-F238E27FC236}">
                <a16:creationId xmlns:a16="http://schemas.microsoft.com/office/drawing/2014/main" id="{030E05E9-EF06-65F7-1B43-F9960FB8107E}"/>
              </a:ext>
            </a:extLst>
          </p:cNvPr>
          <p:cNvSpPr txBox="1">
            <a:spLocks noGrp="1"/>
          </p:cNvSpPr>
          <p:nvPr>
            <p:ph type="subTitle" idx="6"/>
          </p:nvPr>
        </p:nvSpPr>
        <p:spPr>
          <a:xfrm>
            <a:off x="6019850" y="2042879"/>
            <a:ext cx="2279700" cy="673200"/>
          </a:xfrm>
          <a:prstGeom prst="rect">
            <a:avLst/>
          </a:prstGeom>
        </p:spPr>
        <p:txBody>
          <a:bodyPr spcFirstLastPara="1" wrap="square" lIns="91425" tIns="91425" rIns="91425" bIns="91425" anchor="t" anchorCtr="0">
            <a:noAutofit/>
          </a:bodyPr>
          <a:lstStyle/>
          <a:p>
            <a:pPr marL="0" lvl="0" indent="0"/>
            <a:r>
              <a:rPr lang="en-US" dirty="0"/>
              <a:t>Low-metallicity, patchy dust; can mimic red colors</a:t>
            </a:r>
            <a:endParaRPr dirty="0"/>
          </a:p>
        </p:txBody>
      </p:sp>
      <p:sp>
        <p:nvSpPr>
          <p:cNvPr id="2637" name="Google Shape;2637;p84">
            <a:extLst>
              <a:ext uri="{FF2B5EF4-FFF2-40B4-BE49-F238E27FC236}">
                <a16:creationId xmlns:a16="http://schemas.microsoft.com/office/drawing/2014/main" id="{C8C5318F-1EEF-5088-8A3F-42169BF7DE2A}"/>
              </a:ext>
            </a:extLst>
          </p:cNvPr>
          <p:cNvSpPr txBox="1">
            <a:spLocks noGrp="1"/>
          </p:cNvSpPr>
          <p:nvPr>
            <p:ph type="title" idx="7"/>
          </p:nvPr>
        </p:nvSpPr>
        <p:spPr>
          <a:xfrm>
            <a:off x="815400" y="3240014"/>
            <a:ext cx="2279700" cy="4242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dirty="0"/>
              <a:t>Low-Mass AGN</a:t>
            </a:r>
            <a:endParaRPr dirty="0"/>
          </a:p>
        </p:txBody>
      </p:sp>
      <p:sp>
        <p:nvSpPr>
          <p:cNvPr id="2638" name="Google Shape;2638;p84">
            <a:extLst>
              <a:ext uri="{FF2B5EF4-FFF2-40B4-BE49-F238E27FC236}">
                <a16:creationId xmlns:a16="http://schemas.microsoft.com/office/drawing/2014/main" id="{F7A9F590-F5AB-BA26-E4AE-DC18456AA6BE}"/>
              </a:ext>
            </a:extLst>
          </p:cNvPr>
          <p:cNvSpPr txBox="1">
            <a:spLocks noGrp="1"/>
          </p:cNvSpPr>
          <p:nvPr>
            <p:ph type="title" idx="8"/>
          </p:nvPr>
        </p:nvSpPr>
        <p:spPr>
          <a:xfrm>
            <a:off x="3432075" y="3239989"/>
            <a:ext cx="2279700" cy="42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Raman Scattering</a:t>
            </a:r>
            <a:endParaRPr dirty="0"/>
          </a:p>
        </p:txBody>
      </p:sp>
      <p:sp>
        <p:nvSpPr>
          <p:cNvPr id="2639" name="Google Shape;2639;p84">
            <a:extLst>
              <a:ext uri="{FF2B5EF4-FFF2-40B4-BE49-F238E27FC236}">
                <a16:creationId xmlns:a16="http://schemas.microsoft.com/office/drawing/2014/main" id="{0CDD0EB1-84CD-9AA1-A5D6-8666D0D3D98F}"/>
              </a:ext>
            </a:extLst>
          </p:cNvPr>
          <p:cNvSpPr txBox="1">
            <a:spLocks noGrp="1"/>
          </p:cNvSpPr>
          <p:nvPr>
            <p:ph type="subTitle" idx="13"/>
          </p:nvPr>
        </p:nvSpPr>
        <p:spPr>
          <a:xfrm>
            <a:off x="815550" y="3768707"/>
            <a:ext cx="2279700" cy="798732"/>
          </a:xfrm>
          <a:prstGeom prst="rect">
            <a:avLst/>
          </a:prstGeom>
        </p:spPr>
        <p:txBody>
          <a:bodyPr spcFirstLastPara="1" wrap="square" lIns="91425" tIns="91425" rIns="91425" bIns="91425" anchor="t" anchorCtr="0">
            <a:noAutofit/>
          </a:bodyPr>
          <a:lstStyle/>
          <a:p>
            <a:pPr marL="0" lvl="0" indent="0"/>
            <a:r>
              <a:rPr lang="en-US" dirty="0"/>
              <a:t>Narrow lines; black hole masses 10⁵–10⁶ M</a:t>
            </a:r>
            <a:r>
              <a:rPr lang="en-US" baseline="-25000" dirty="0"/>
              <a:t>⊙</a:t>
            </a:r>
            <a:endParaRPr baseline="-25000" dirty="0"/>
          </a:p>
        </p:txBody>
      </p:sp>
      <p:sp>
        <p:nvSpPr>
          <p:cNvPr id="2640" name="Google Shape;2640;p84">
            <a:extLst>
              <a:ext uri="{FF2B5EF4-FFF2-40B4-BE49-F238E27FC236}">
                <a16:creationId xmlns:a16="http://schemas.microsoft.com/office/drawing/2014/main" id="{47DFFBDD-1384-619F-7E10-BD5EF6F82E20}"/>
              </a:ext>
            </a:extLst>
          </p:cNvPr>
          <p:cNvSpPr txBox="1">
            <a:spLocks noGrp="1"/>
          </p:cNvSpPr>
          <p:nvPr>
            <p:ph type="subTitle" idx="14"/>
          </p:nvPr>
        </p:nvSpPr>
        <p:spPr>
          <a:xfrm>
            <a:off x="3432213" y="3768714"/>
            <a:ext cx="2279700" cy="67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More exotic theory</a:t>
            </a:r>
            <a:endParaRPr dirty="0"/>
          </a:p>
        </p:txBody>
      </p:sp>
      <p:sp>
        <p:nvSpPr>
          <p:cNvPr id="2641" name="Google Shape;2641;p84">
            <a:extLst>
              <a:ext uri="{FF2B5EF4-FFF2-40B4-BE49-F238E27FC236}">
                <a16:creationId xmlns:a16="http://schemas.microsoft.com/office/drawing/2014/main" id="{AF9F52D8-1367-BAE2-76EB-81E2DC5D01AE}"/>
              </a:ext>
            </a:extLst>
          </p:cNvPr>
          <p:cNvSpPr txBox="1">
            <a:spLocks noGrp="1"/>
          </p:cNvSpPr>
          <p:nvPr>
            <p:ph type="subTitle" idx="15"/>
          </p:nvPr>
        </p:nvSpPr>
        <p:spPr>
          <a:xfrm>
            <a:off x="6019850" y="3768714"/>
            <a:ext cx="2279700" cy="673200"/>
          </a:xfrm>
          <a:prstGeom prst="rect">
            <a:avLst/>
          </a:prstGeom>
        </p:spPr>
        <p:txBody>
          <a:bodyPr spcFirstLastPara="1" wrap="square" lIns="91425" tIns="91425" rIns="91425" bIns="91425" anchor="t" anchorCtr="0">
            <a:noAutofit/>
          </a:bodyPr>
          <a:lstStyle/>
          <a:p>
            <a:pPr marL="0" lvl="0" indent="0"/>
            <a:r>
              <a:rPr lang="en-US" dirty="0"/>
              <a:t>More exotic theory</a:t>
            </a:r>
          </a:p>
        </p:txBody>
      </p:sp>
      <p:sp>
        <p:nvSpPr>
          <p:cNvPr id="2642" name="Google Shape;2642;p84">
            <a:extLst>
              <a:ext uri="{FF2B5EF4-FFF2-40B4-BE49-F238E27FC236}">
                <a16:creationId xmlns:a16="http://schemas.microsoft.com/office/drawing/2014/main" id="{5F33A70C-055F-0B86-B7B7-05A9B8443D99}"/>
              </a:ext>
            </a:extLst>
          </p:cNvPr>
          <p:cNvSpPr/>
          <p:nvPr/>
        </p:nvSpPr>
        <p:spPr>
          <a:xfrm>
            <a:off x="1563750" y="2020667"/>
            <a:ext cx="7833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84">
            <a:extLst>
              <a:ext uri="{FF2B5EF4-FFF2-40B4-BE49-F238E27FC236}">
                <a16:creationId xmlns:a16="http://schemas.microsoft.com/office/drawing/2014/main" id="{13ECC4B1-85DF-C29B-21AD-088DB7985A08}"/>
              </a:ext>
            </a:extLst>
          </p:cNvPr>
          <p:cNvSpPr/>
          <p:nvPr/>
        </p:nvSpPr>
        <p:spPr>
          <a:xfrm>
            <a:off x="4180413" y="2020667"/>
            <a:ext cx="7833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84">
            <a:extLst>
              <a:ext uri="{FF2B5EF4-FFF2-40B4-BE49-F238E27FC236}">
                <a16:creationId xmlns:a16="http://schemas.microsoft.com/office/drawing/2014/main" id="{7AB281C0-D168-0617-E545-0312AEE85F62}"/>
              </a:ext>
            </a:extLst>
          </p:cNvPr>
          <p:cNvSpPr/>
          <p:nvPr/>
        </p:nvSpPr>
        <p:spPr>
          <a:xfrm>
            <a:off x="6768050" y="2020667"/>
            <a:ext cx="7833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84">
            <a:extLst>
              <a:ext uri="{FF2B5EF4-FFF2-40B4-BE49-F238E27FC236}">
                <a16:creationId xmlns:a16="http://schemas.microsoft.com/office/drawing/2014/main" id="{44AC0125-6E5F-E241-E493-993D2CCEF281}"/>
              </a:ext>
            </a:extLst>
          </p:cNvPr>
          <p:cNvSpPr/>
          <p:nvPr/>
        </p:nvSpPr>
        <p:spPr>
          <a:xfrm>
            <a:off x="1563750" y="3738852"/>
            <a:ext cx="7833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84">
            <a:extLst>
              <a:ext uri="{FF2B5EF4-FFF2-40B4-BE49-F238E27FC236}">
                <a16:creationId xmlns:a16="http://schemas.microsoft.com/office/drawing/2014/main" id="{CAB17102-4C30-4D96-3A84-2332ACE51142}"/>
              </a:ext>
            </a:extLst>
          </p:cNvPr>
          <p:cNvSpPr/>
          <p:nvPr/>
        </p:nvSpPr>
        <p:spPr>
          <a:xfrm>
            <a:off x="4180413" y="3738852"/>
            <a:ext cx="7833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84">
            <a:extLst>
              <a:ext uri="{FF2B5EF4-FFF2-40B4-BE49-F238E27FC236}">
                <a16:creationId xmlns:a16="http://schemas.microsoft.com/office/drawing/2014/main" id="{1CB845F0-70EF-BF44-EAD1-AAC325CAB46B}"/>
              </a:ext>
            </a:extLst>
          </p:cNvPr>
          <p:cNvSpPr/>
          <p:nvPr/>
        </p:nvSpPr>
        <p:spPr>
          <a:xfrm>
            <a:off x="6768050" y="3738852"/>
            <a:ext cx="783300" cy="45900"/>
          </a:xfrm>
          <a:prstGeom prst="rect">
            <a:avLst/>
          </a:prstGeom>
          <a:gradFill>
            <a:gsLst>
              <a:gs pos="0">
                <a:srgbClr val="F48208"/>
              </a:gs>
              <a:gs pos="100000">
                <a:srgbClr val="703E08"/>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84">
            <a:hlinkClick r:id="" action="ppaction://hlinkshowjump?jump=previousslide"/>
            <a:extLst>
              <a:ext uri="{FF2B5EF4-FFF2-40B4-BE49-F238E27FC236}">
                <a16:creationId xmlns:a16="http://schemas.microsoft.com/office/drawing/2014/main" id="{3B704B26-9291-2B50-F6CC-CDA124267CC6}"/>
              </a:ext>
            </a:extLst>
          </p:cNvPr>
          <p:cNvSpPr/>
          <p:nvPr/>
        </p:nvSpPr>
        <p:spPr>
          <a:xfrm rot="2700000">
            <a:off x="242640" y="19519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84">
            <a:hlinkClick r:id="" action="ppaction://noaction"/>
            <a:extLst>
              <a:ext uri="{FF2B5EF4-FFF2-40B4-BE49-F238E27FC236}">
                <a16:creationId xmlns:a16="http://schemas.microsoft.com/office/drawing/2014/main" id="{F116BC14-3809-8F45-55F2-8FCBEC54562F}"/>
              </a:ext>
            </a:extLst>
          </p:cNvPr>
          <p:cNvSpPr/>
          <p:nvPr/>
        </p:nvSpPr>
        <p:spPr>
          <a:xfrm>
            <a:off x="194250" y="2619642"/>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 action="ppaction://noaction">
                  <a:extLst>
                    <a:ext uri="{A12FA001-AC4F-418D-AE19-62706E023703}">
                      <ahyp:hlinkClr xmlns:ahyp="http://schemas.microsoft.com/office/drawing/2018/hyperlinkcolor" val="tx"/>
                    </a:ext>
                  </a:extLst>
                </a:hlinkClick>
              </a:rPr>
              <a:t>2</a:t>
            </a:r>
            <a:endParaRPr sz="2500">
              <a:solidFill>
                <a:schemeClr val="lt1"/>
              </a:solidFill>
              <a:latin typeface="Teko"/>
              <a:ea typeface="Teko"/>
              <a:cs typeface="Teko"/>
              <a:sym typeface="Teko"/>
            </a:endParaRPr>
          </a:p>
        </p:txBody>
      </p:sp>
      <p:sp>
        <p:nvSpPr>
          <p:cNvPr id="2650" name="Google Shape;2650;p84">
            <a:hlinkClick r:id="rId3" action="ppaction://hlinksldjump"/>
            <a:extLst>
              <a:ext uri="{FF2B5EF4-FFF2-40B4-BE49-F238E27FC236}">
                <a16:creationId xmlns:a16="http://schemas.microsoft.com/office/drawing/2014/main" id="{83012300-241E-1DBF-E66F-C5EAD2ECE571}"/>
              </a:ext>
            </a:extLst>
          </p:cNvPr>
          <p:cNvSpPr/>
          <p:nvPr/>
        </p:nvSpPr>
        <p:spPr>
          <a:xfrm>
            <a:off x="190588" y="2161967"/>
            <a:ext cx="335100" cy="342600"/>
          </a:xfrm>
          <a:prstGeom prst="frame">
            <a:avLst>
              <a:gd name="adj1" fmla="val 6852"/>
            </a:avLst>
          </a:prstGeom>
          <a:gradFill>
            <a:gsLst>
              <a:gs pos="0">
                <a:srgbClr val="B45F06"/>
              </a:gs>
              <a:gs pos="100000">
                <a:srgbClr val="F1C232"/>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lt1"/>
                </a:solidFill>
                <a:uFill>
                  <a:noFill/>
                </a:uFill>
                <a:latin typeface="Teko"/>
                <a:ea typeface="Teko"/>
                <a:cs typeface="Teko"/>
                <a:sym typeface="Teko"/>
                <a:hlinkClick r:id="rId3" action="ppaction://hlinksldjump">
                  <a:extLst>
                    <a:ext uri="{A12FA001-AC4F-418D-AE19-62706E023703}">
                      <ahyp:hlinkClr xmlns:ahyp="http://schemas.microsoft.com/office/drawing/2018/hyperlinkcolor" val="tx"/>
                    </a:ext>
                  </a:extLst>
                </a:hlinkClick>
              </a:rPr>
              <a:t>T</a:t>
            </a:r>
            <a:endParaRPr sz="2500">
              <a:solidFill>
                <a:schemeClr val="lt1"/>
              </a:solidFill>
              <a:latin typeface="Teko"/>
              <a:ea typeface="Teko"/>
              <a:cs typeface="Teko"/>
              <a:sym typeface="Teko"/>
            </a:endParaRPr>
          </a:p>
        </p:txBody>
      </p:sp>
      <p:sp>
        <p:nvSpPr>
          <p:cNvPr id="2651" name="Google Shape;2651;p84">
            <a:hlinkClick r:id="" action="ppaction://hlinkshowjump?jump=nextslide"/>
            <a:extLst>
              <a:ext uri="{FF2B5EF4-FFF2-40B4-BE49-F238E27FC236}">
                <a16:creationId xmlns:a16="http://schemas.microsoft.com/office/drawing/2014/main" id="{3F62098B-D1AE-7A7B-F88E-0C930F18C9CB}"/>
              </a:ext>
            </a:extLst>
          </p:cNvPr>
          <p:cNvSpPr/>
          <p:nvPr/>
        </p:nvSpPr>
        <p:spPr>
          <a:xfrm rot="-8100000">
            <a:off x="242640" y="2957803"/>
            <a:ext cx="233770" cy="233770"/>
          </a:xfrm>
          <a:prstGeom prst="halfFrame">
            <a:avLst>
              <a:gd name="adj1" fmla="val 11354"/>
              <a:gd name="adj2" fmla="val 10736"/>
            </a:avLst>
          </a:prstGeom>
          <a:gradFill>
            <a:gsLst>
              <a:gs pos="0">
                <a:srgbClr val="B45F06"/>
              </a:gs>
              <a:gs pos="100000">
                <a:schemeClr val="lt1"/>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8004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21">
          <a:extLst>
            <a:ext uri="{FF2B5EF4-FFF2-40B4-BE49-F238E27FC236}">
              <a16:creationId xmlns:a16="http://schemas.microsoft.com/office/drawing/2014/main" id="{68F8B970-0A9C-DD1F-31E2-1A5771C5EF4F}"/>
            </a:ext>
          </a:extLst>
        </p:cNvPr>
        <p:cNvGrpSpPr/>
        <p:nvPr/>
      </p:nvGrpSpPr>
      <p:grpSpPr>
        <a:xfrm>
          <a:off x="0" y="0"/>
          <a:ext cx="0" cy="0"/>
          <a:chOff x="0" y="0"/>
          <a:chExt cx="0" cy="0"/>
        </a:xfrm>
      </p:grpSpPr>
      <p:sp>
        <p:nvSpPr>
          <p:cNvPr id="7" name="Rectangle 4">
            <a:extLst>
              <a:ext uri="{FF2B5EF4-FFF2-40B4-BE49-F238E27FC236}">
                <a16:creationId xmlns:a16="http://schemas.microsoft.com/office/drawing/2014/main" id="{7A278603-B142-D92E-8637-0DEDD7097C22}"/>
              </a:ext>
            </a:extLst>
          </p:cNvPr>
          <p:cNvSpPr>
            <a:spLocks noGrp="1" noChangeArrowheads="1"/>
          </p:cNvSpPr>
          <p:nvPr>
            <p:ph type="subTitle" idx="1"/>
          </p:nvPr>
        </p:nvSpPr>
        <p:spPr bwMode="auto">
          <a:xfrm>
            <a:off x="767031" y="1031950"/>
            <a:ext cx="8068419"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err="1"/>
              <a:t>Hviding</a:t>
            </a:r>
            <a:r>
              <a:rPr lang="en-US" dirty="0"/>
              <a:t>, R. E., et al. (2025). RUBIES: A Spectroscopic Census of Little Red Dots; All V-Shaped Point Sources Have Broad Lines. </a:t>
            </a:r>
            <a:r>
              <a:rPr lang="en-US" i="1" dirty="0"/>
              <a:t>Astronomy &amp; Astrophysics</a:t>
            </a:r>
            <a:r>
              <a:rPr lang="en-US" dirty="0"/>
              <a:t>, </a:t>
            </a:r>
            <a:r>
              <a:rPr lang="en-US" i="1" dirty="0"/>
              <a:t>702</a:t>
            </a:r>
            <a:r>
              <a:rPr lang="en-US" dirty="0"/>
              <a:t>, A57. </a:t>
            </a:r>
            <a:r>
              <a:rPr lang="en-US" dirty="0">
                <a:hlinkClick r:id="rId3"/>
              </a:rPr>
              <a:t>https://doi.org/10.1051/0004-6361/202555816</a:t>
            </a:r>
            <a:endParaRPr lang="en-US" dirty="0"/>
          </a:p>
          <a:p>
            <a:r>
              <a:rPr lang="en-US" dirty="0" err="1"/>
              <a:t>Kocevski</a:t>
            </a:r>
            <a:r>
              <a:rPr lang="en-US" dirty="0"/>
              <a:t>, D. et al. (2025). </a:t>
            </a:r>
            <a:r>
              <a:rPr lang="en-US" i="1" dirty="0"/>
              <a:t>The Rise of Faint, Red AGN at $z&gt;4$: A Sample of Little Red Dots in the JWST Extragalactic Legacy Fields</a:t>
            </a:r>
            <a:r>
              <a:rPr lang="en-US" dirty="0"/>
              <a:t> (No. arXiv:2404.03576). </a:t>
            </a:r>
            <a:r>
              <a:rPr lang="en-US" dirty="0" err="1"/>
              <a:t>arXiv</a:t>
            </a:r>
            <a:r>
              <a:rPr lang="en-US" dirty="0"/>
              <a:t>. </a:t>
            </a:r>
            <a:r>
              <a:rPr lang="en-US" dirty="0">
                <a:hlinkClick r:id="rId4"/>
              </a:rPr>
              <a:t>https://doi.org/10.48550/arXiv.2404.03576</a:t>
            </a:r>
            <a:endParaRPr lang="en-US" dirty="0"/>
          </a:p>
          <a:p>
            <a:r>
              <a:rPr lang="en-US" dirty="0"/>
              <a:t>Ronayne, K., et al. (2025). </a:t>
            </a:r>
            <a:r>
              <a:rPr lang="en-US" i="1" dirty="0"/>
              <a:t>MEGA: Spectrophotometric SED Fitting of Little Red Dots Detected in JWST MIRI</a:t>
            </a:r>
            <a:r>
              <a:rPr lang="en-US" dirty="0"/>
              <a:t> (No. arXiv:2508.20177). </a:t>
            </a:r>
            <a:r>
              <a:rPr lang="en-US" dirty="0" err="1"/>
              <a:t>arXiv</a:t>
            </a:r>
            <a:r>
              <a:rPr lang="en-US" dirty="0"/>
              <a:t>. </a:t>
            </a:r>
            <a:r>
              <a:rPr lang="en-US" dirty="0">
                <a:hlinkClick r:id="rId5"/>
              </a:rPr>
              <a:t>https://doi.org/10.48550/arXiv.2508.20177</a:t>
            </a:r>
            <a:endParaRPr lang="en-US" dirty="0"/>
          </a:p>
          <a:p>
            <a:r>
              <a:rPr lang="en-US" dirty="0"/>
              <a:t>Wang, B., et al. (2025). RUBIES: JWST/</a:t>
            </a:r>
            <a:r>
              <a:rPr lang="en-US" dirty="0" err="1"/>
              <a:t>NIRSpec</a:t>
            </a:r>
            <a:r>
              <a:rPr lang="en-US" dirty="0"/>
              <a:t> Confirmation of an Infrared-luminous, Broad-line Little Red Dot with an Ionized Outflow. </a:t>
            </a:r>
            <a:r>
              <a:rPr lang="en-US" i="1" dirty="0"/>
              <a:t>The Astrophysical Journal</a:t>
            </a:r>
            <a:r>
              <a:rPr lang="en-US" dirty="0"/>
              <a:t>, </a:t>
            </a:r>
            <a:r>
              <a:rPr lang="en-US" i="1" dirty="0"/>
              <a:t>984</a:t>
            </a:r>
            <a:r>
              <a:rPr lang="en-US" dirty="0"/>
              <a:t>(2), 121. </a:t>
            </a:r>
            <a:r>
              <a:rPr lang="en-US" dirty="0">
                <a:hlinkClick r:id="rId6"/>
              </a:rPr>
              <a:t>https://doi.org/10.3847/1538-4357/adc1ca</a:t>
            </a:r>
            <a:endParaRPr lang="en-US" dirty="0"/>
          </a:p>
          <a:p>
            <a:r>
              <a:rPr lang="en-US" dirty="0"/>
              <a:t>Zhang, Z., Jiang, L., Liu, W., Ho, L. C., &amp; </a:t>
            </a:r>
            <a:r>
              <a:rPr lang="en-US" dirty="0" err="1"/>
              <a:t>Inayoshi</a:t>
            </a:r>
            <a:r>
              <a:rPr lang="en-US" dirty="0"/>
              <a:t>, K. (2025). </a:t>
            </a:r>
            <a:r>
              <a:rPr lang="en-US" i="1" dirty="0"/>
              <a:t>JWST Insights into Narrow-line Little Red Dots</a:t>
            </a:r>
            <a:r>
              <a:rPr lang="en-US" dirty="0"/>
              <a:t> (No. arXiv:2506.04350). </a:t>
            </a:r>
            <a:r>
              <a:rPr lang="en-US" dirty="0" err="1"/>
              <a:t>arXiv</a:t>
            </a:r>
            <a:r>
              <a:rPr lang="en-US" dirty="0"/>
              <a:t>. </a:t>
            </a:r>
            <a:r>
              <a:rPr lang="en-US" dirty="0">
                <a:hlinkClick r:id="rId7"/>
              </a:rPr>
              <a:t>https://doi.org/10.48550/arXiv.2506.04350</a:t>
            </a:r>
            <a:endParaRPr lang="en-US" dirty="0"/>
          </a:p>
          <a:p>
            <a:pPr algn="just" fontAlgn="base">
              <a:buFont typeface="Arial" panose="020B0604020202020204" pitchFamily="34" charset="0"/>
              <a:buChar char="•"/>
            </a:pPr>
            <a:endParaRPr lang="en-US" dirty="0"/>
          </a:p>
        </p:txBody>
      </p:sp>
      <p:sp>
        <p:nvSpPr>
          <p:cNvPr id="11" name="Title 10">
            <a:extLst>
              <a:ext uri="{FF2B5EF4-FFF2-40B4-BE49-F238E27FC236}">
                <a16:creationId xmlns:a16="http://schemas.microsoft.com/office/drawing/2014/main" id="{D48EA693-65A9-AFE4-FABC-6C74CA182A64}"/>
              </a:ext>
            </a:extLst>
          </p:cNvPr>
          <p:cNvSpPr>
            <a:spLocks noGrp="1"/>
          </p:cNvSpPr>
          <p:nvPr>
            <p:ph type="title"/>
          </p:nvPr>
        </p:nvSpPr>
        <p:spPr>
          <a:xfrm>
            <a:off x="881331" y="283773"/>
            <a:ext cx="7092658" cy="855900"/>
          </a:xfrm>
        </p:spPr>
        <p:txBody>
          <a:bodyPr/>
          <a:lstStyle/>
          <a:p>
            <a:r>
              <a:rPr lang="en-US" dirty="0"/>
              <a:t>Bibliography</a:t>
            </a:r>
          </a:p>
        </p:txBody>
      </p:sp>
    </p:spTree>
    <p:extLst>
      <p:ext uri="{BB962C8B-B14F-4D97-AF65-F5344CB8AC3E}">
        <p14:creationId xmlns:p14="http://schemas.microsoft.com/office/powerpoint/2010/main" val="1640706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37E5-93E0-070C-D32E-ACA87A846360}"/>
              </a:ext>
            </a:extLst>
          </p:cNvPr>
          <p:cNvSpPr>
            <a:spLocks noGrp="1"/>
          </p:cNvSpPr>
          <p:nvPr>
            <p:ph type="title"/>
          </p:nvPr>
        </p:nvSpPr>
        <p:spPr/>
        <p:txBody>
          <a:bodyPr/>
          <a:lstStyle/>
          <a:p>
            <a:r>
              <a:rPr lang="en-US" dirty="0"/>
              <a:t>Thank you!</a:t>
            </a:r>
          </a:p>
        </p:txBody>
      </p:sp>
      <p:sp>
        <p:nvSpPr>
          <p:cNvPr id="3" name="Subtitle 2">
            <a:extLst>
              <a:ext uri="{FF2B5EF4-FFF2-40B4-BE49-F238E27FC236}">
                <a16:creationId xmlns:a16="http://schemas.microsoft.com/office/drawing/2014/main" id="{1AD1FCEF-BBA7-CC05-A8BC-AFD9E7A7F2AB}"/>
              </a:ext>
            </a:extLst>
          </p:cNvPr>
          <p:cNvSpPr>
            <a:spLocks noGrp="1"/>
          </p:cNvSpPr>
          <p:nvPr>
            <p:ph type="subTitle" idx="1"/>
          </p:nvPr>
        </p:nvSpPr>
        <p:spPr/>
        <p:txBody>
          <a:bodyPr/>
          <a:lstStyle/>
          <a:p>
            <a:r>
              <a:rPr lang="en-US" sz="4000" dirty="0"/>
              <a:t>Questions?</a:t>
            </a:r>
          </a:p>
        </p:txBody>
      </p:sp>
    </p:spTree>
    <p:extLst>
      <p:ext uri="{BB962C8B-B14F-4D97-AF65-F5344CB8AC3E}">
        <p14:creationId xmlns:p14="http://schemas.microsoft.com/office/powerpoint/2010/main" val="506181509"/>
      </p:ext>
    </p:extLst>
  </p:cSld>
  <p:clrMapOvr>
    <a:masterClrMapping/>
  </p:clrMapOvr>
</p:sld>
</file>

<file path=ppt/theme/theme1.xml><?xml version="1.0" encoding="utf-8"?>
<a:theme xmlns:a="http://schemas.openxmlformats.org/drawingml/2006/main" name="Astrophysics Lesson for College by Slidesgo">
  <a:themeElements>
    <a:clrScheme name="Simple Light">
      <a:dk1>
        <a:srgbClr val="1E1F24"/>
      </a:dk1>
      <a:lt1>
        <a:srgbClr val="F1C232"/>
      </a:lt1>
      <a:dk2>
        <a:srgbClr val="1E1F24"/>
      </a:dk2>
      <a:lt2>
        <a:srgbClr val="FFFFFF"/>
      </a:lt2>
      <a:accent1>
        <a:srgbClr val="FFAB4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1027</TotalTime>
  <Words>1656</Words>
  <Application>Microsoft Macintosh PowerPoint</Application>
  <PresentationFormat>On-screen Show (16:9)</PresentationFormat>
  <Paragraphs>160</Paragraphs>
  <Slides>21</Slides>
  <Notes>20</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Source Code Pro ExtraLight</vt:lpstr>
      <vt:lpstr>Teko</vt:lpstr>
      <vt:lpstr>Source Code Pro Light</vt:lpstr>
      <vt:lpstr>Courier New</vt:lpstr>
      <vt:lpstr>Teko Medium</vt:lpstr>
      <vt:lpstr>Arial</vt:lpstr>
      <vt:lpstr>Cambria Math</vt:lpstr>
      <vt:lpstr>Astrophysics Lesson for College by Slidesgo</vt:lpstr>
      <vt:lpstr>Spectroscopic Identification of Little Red Dots</vt:lpstr>
      <vt:lpstr>OUTLINE</vt:lpstr>
      <vt:lpstr>What are Little Red Dots?</vt:lpstr>
      <vt:lpstr>Features</vt:lpstr>
      <vt:lpstr>PowerPoint Presentation</vt:lpstr>
      <vt:lpstr>Use of Spectroscopy</vt:lpstr>
      <vt:lpstr>Typical LRD</vt:lpstr>
      <vt:lpstr>1</vt:lpstr>
      <vt:lpstr>NIRSpec + MIRI</vt:lpstr>
      <vt:lpstr>NIRSpec</vt:lpstr>
      <vt:lpstr>PowerPoint Presentation</vt:lpstr>
      <vt:lpstr>MIRI</vt:lpstr>
      <vt:lpstr>PowerPoint Presentation</vt:lpstr>
      <vt:lpstr>Physical Interpretation</vt:lpstr>
      <vt:lpstr>PowerPoint Presentation</vt:lpstr>
      <vt:lpstr>PowerPoint Presentation</vt:lpstr>
      <vt:lpstr>PowerPoint Presentation</vt:lpstr>
      <vt:lpstr>Current theories</vt:lpstr>
      <vt:lpstr>Binary Black Holes</vt:lpstr>
      <vt:lpstr>Bibliography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Abdessalam, Nayera Marie - (nmabdessalam)</cp:lastModifiedBy>
  <cp:revision>3</cp:revision>
  <dcterms:modified xsi:type="dcterms:W3CDTF">2025-12-02T18:47:59Z</dcterms:modified>
</cp:coreProperties>
</file>