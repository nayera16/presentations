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608d7fa9e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608d7fa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608d7fa9e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608d7fa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608d7fa9e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608d7fa9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node.j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University Management System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5: Nayera, Will, Rees, Claire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Summary</a:t>
            </a:r>
            <a:endParaRPr/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Modules: Users, Courses, Enrollment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Backend: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en" sz="1600">
                <a:solidFill>
                  <a:schemeClr val="dk2"/>
                </a:solidFill>
              </a:rPr>
              <a:t> with Express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Frontend: HTML, CSS, JavaScript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DataBase: MongoDB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 - Nayera 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00300" y="1315494"/>
            <a:ext cx="6321600" cy="12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MongoDB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Modified existing data storage and recall into MongoDB for users and courses modules</a:t>
            </a:r>
            <a:endParaRPr sz="1600"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2529000" y="2474556"/>
            <a:ext cx="6321600" cy="21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Style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Updated Home Page to accurately describe our 3 modules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Updated navigation bar for consistency across student vs admin pages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Added an updated header / style.css to all pages 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 - Will 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400250" y="1100050"/>
            <a:ext cx="6411000" cy="12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Enrollment Frontend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Created UI for the Enroll page to display all courses with an Enroll button for each course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Implemented client-side JS using Fetch to call the enroll route and show status messages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Wired nav links with sendReq() so student pages load correctly and keep track of the current user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Helped refine the My Courses page layout and drop button behavior from the student perspective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 - Rees 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2400300" y="1362900"/>
            <a:ext cx="6321600" cy="12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Enrollment</a:t>
            </a:r>
            <a:r>
              <a:rPr b="1" lang="en" sz="2100">
                <a:solidFill>
                  <a:schemeClr val="dk1"/>
                </a:solidFill>
              </a:rPr>
              <a:t> System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Set up mongoDB to store courses and enrollments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Built 3 backend routes: enroll, drop, and my courses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My courses page for students to see enrolled courses and drop them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2400250" y="48512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Contributions - Claire 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2400250" y="1011025"/>
            <a:ext cx="5982900" cy="25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Courses Module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Created UI for the manage courses page and view page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Added edit and delete course routes to server 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Using MongoDB and our courses collection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Implemented client-side JS code to dynamically update tables and forms in view and manage pages </a:t>
            </a:r>
            <a:endParaRPr sz="1600"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2348300" y="3459275"/>
            <a:ext cx="5982900" cy="8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Testing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Tested courses, enrollment, and user modules to ensure proper behavior and interaction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400247" y="1211350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Sometimes you are writing or testing code but the UI for that code may not be ready yet, making it difficult to test whether your backend code works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time </a:t>
            </a:r>
            <a:r>
              <a:rPr lang="en" sz="1600"/>
              <a:t>constraint</a:t>
            </a:r>
            <a:r>
              <a:rPr lang="en" sz="1600"/>
              <a:t> on the project made it challenging to perfect UI details</a:t>
            </a:r>
            <a:endParaRPr sz="1600"/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Demo Time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