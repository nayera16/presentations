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4"/>
  </p:sldMasterIdLst>
  <p:notesMasterIdLst>
    <p:notesMasterId r:id="rId18"/>
  </p:notesMasterIdLst>
  <p:handoutMasterIdLst>
    <p:handoutMasterId r:id="rId19"/>
  </p:handoutMasterIdLst>
  <p:sldIdLst>
    <p:sldId id="320" r:id="rId5"/>
    <p:sldId id="259" r:id="rId6"/>
    <p:sldId id="341" r:id="rId7"/>
    <p:sldId id="344" r:id="rId8"/>
    <p:sldId id="340" r:id="rId9"/>
    <p:sldId id="343" r:id="rId10"/>
    <p:sldId id="342" r:id="rId11"/>
    <p:sldId id="346" r:id="rId12"/>
    <p:sldId id="345" r:id="rId13"/>
    <p:sldId id="281" r:id="rId14"/>
    <p:sldId id="335" r:id="rId15"/>
    <p:sldId id="329" r:id="rId16"/>
    <p:sldId id="264" r:id="rId17"/>
  </p:sldIdLst>
  <p:sldSz cx="9144000" cy="6858000" type="screen4x3"/>
  <p:notesSz cx="7010400" cy="9236075"/>
  <p:defaultTextStyle>
    <a:defPPr>
      <a:defRPr lang="en-US"/>
    </a:defPPr>
    <a:lvl1pPr algn="l" rtl="0" fontAlgn="base">
      <a:spcBef>
        <a:spcPct val="0"/>
      </a:spcBef>
      <a:spcAft>
        <a:spcPct val="0"/>
      </a:spcAft>
      <a:defRPr kern="1200">
        <a:solidFill>
          <a:schemeClr val="tx1"/>
        </a:solidFill>
        <a:latin typeface="Arial" charset="0"/>
        <a:ea typeface="+mn-ea"/>
        <a:cs typeface="+mn-cs"/>
      </a:defRPr>
    </a:lvl1pPr>
    <a:lvl2pPr marL="457200" algn="l" rtl="0" fontAlgn="base">
      <a:spcBef>
        <a:spcPct val="0"/>
      </a:spcBef>
      <a:spcAft>
        <a:spcPct val="0"/>
      </a:spcAft>
      <a:defRPr kern="1200">
        <a:solidFill>
          <a:schemeClr val="tx1"/>
        </a:solidFill>
        <a:latin typeface="Arial" charset="0"/>
        <a:ea typeface="+mn-ea"/>
        <a:cs typeface="+mn-cs"/>
      </a:defRPr>
    </a:lvl2pPr>
    <a:lvl3pPr marL="914400" algn="l" rtl="0" fontAlgn="base">
      <a:spcBef>
        <a:spcPct val="0"/>
      </a:spcBef>
      <a:spcAft>
        <a:spcPct val="0"/>
      </a:spcAft>
      <a:defRPr kern="1200">
        <a:solidFill>
          <a:schemeClr val="tx1"/>
        </a:solidFill>
        <a:latin typeface="Arial" charset="0"/>
        <a:ea typeface="+mn-ea"/>
        <a:cs typeface="+mn-cs"/>
      </a:defRPr>
    </a:lvl3pPr>
    <a:lvl4pPr marL="1371600" algn="l" rtl="0" fontAlgn="base">
      <a:spcBef>
        <a:spcPct val="0"/>
      </a:spcBef>
      <a:spcAft>
        <a:spcPct val="0"/>
      </a:spcAft>
      <a:defRPr kern="1200">
        <a:solidFill>
          <a:schemeClr val="tx1"/>
        </a:solidFill>
        <a:latin typeface="Arial" charset="0"/>
        <a:ea typeface="+mn-ea"/>
        <a:cs typeface="+mn-cs"/>
      </a:defRPr>
    </a:lvl4pPr>
    <a:lvl5pPr marL="1828800" algn="l" rtl="0" fontAlgn="base">
      <a:spcBef>
        <a:spcPct val="0"/>
      </a:spcBef>
      <a:spcAft>
        <a:spcPct val="0"/>
      </a:spcAft>
      <a:defRPr kern="1200">
        <a:solidFill>
          <a:schemeClr val="tx1"/>
        </a:solidFill>
        <a:latin typeface="Arial" charset="0"/>
        <a:ea typeface="+mn-ea"/>
        <a:cs typeface="+mn-cs"/>
      </a:defRPr>
    </a:lvl5pPr>
    <a:lvl6pPr marL="2286000" algn="l" defTabSz="914400" rtl="0" eaLnBrk="1" latinLnBrk="0" hangingPunct="1">
      <a:defRPr kern="1200">
        <a:solidFill>
          <a:schemeClr val="tx1"/>
        </a:solidFill>
        <a:latin typeface="Arial" charset="0"/>
        <a:ea typeface="+mn-ea"/>
        <a:cs typeface="+mn-cs"/>
      </a:defRPr>
    </a:lvl6pPr>
    <a:lvl7pPr marL="2743200" algn="l" defTabSz="914400" rtl="0" eaLnBrk="1" latinLnBrk="0" hangingPunct="1">
      <a:defRPr kern="1200">
        <a:solidFill>
          <a:schemeClr val="tx1"/>
        </a:solidFill>
        <a:latin typeface="Arial" charset="0"/>
        <a:ea typeface="+mn-ea"/>
        <a:cs typeface="+mn-cs"/>
      </a:defRPr>
    </a:lvl7pPr>
    <a:lvl8pPr marL="3200400" algn="l" defTabSz="914400" rtl="0" eaLnBrk="1" latinLnBrk="0" hangingPunct="1">
      <a:defRPr kern="1200">
        <a:solidFill>
          <a:schemeClr val="tx1"/>
        </a:solidFill>
        <a:latin typeface="Arial" charset="0"/>
        <a:ea typeface="+mn-ea"/>
        <a:cs typeface="+mn-cs"/>
      </a:defRPr>
    </a:lvl8pPr>
    <a:lvl9pPr marL="3657600" algn="l" defTabSz="914400" rtl="0" eaLnBrk="1" latinLnBrk="0" hangingPunct="1">
      <a:defRPr kern="1200">
        <a:solidFill>
          <a:schemeClr val="tx1"/>
        </a:solidFill>
        <a:latin typeface="Arial"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DEA98"/>
    <a:srgbClr val="0C223A"/>
    <a:srgbClr val="0B1E35"/>
    <a:srgbClr val="103056"/>
    <a:srgbClr val="050A0F"/>
    <a:srgbClr val="FFFFFF"/>
    <a:srgbClr val="2E09C9"/>
    <a:srgbClr val="777777"/>
    <a:srgbClr val="FF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1684338-0F1A-DD45-98DA-F34949D3F676}" v="715" dt="2026-05-05T18:22:24.11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22913"/>
    <p:restoredTop sz="82668" autoAdjust="0"/>
  </p:normalViewPr>
  <p:slideViewPr>
    <p:cSldViewPr>
      <p:cViewPr varScale="1">
        <p:scale>
          <a:sx n="88" d="100"/>
          <a:sy n="88" d="100"/>
        </p:scale>
        <p:origin x="1232" y="176"/>
      </p:cViewPr>
      <p:guideLst>
        <p:guide orient="horz" pos="2160"/>
        <p:guide pos="2880"/>
      </p:guideLst>
    </p:cSldViewPr>
  </p:slideViewPr>
  <p:notesTextViewPr>
    <p:cViewPr>
      <p:scale>
        <a:sx n="114" d="100"/>
        <a:sy n="114" d="100"/>
      </p:scale>
      <p:origin x="0" y="0"/>
    </p:cViewPr>
  </p:notesTextViewPr>
  <p:sorterViewPr>
    <p:cViewPr>
      <p:scale>
        <a:sx n="100" d="100"/>
        <a:sy n="100" d="100"/>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notesMaster" Target="notesMasters/notesMaster1.xml"/><Relationship Id="rId3" Type="http://schemas.openxmlformats.org/officeDocument/2006/relationships/customXml" Target="../customXml/item3.xml"/><Relationship Id="rId21" Type="http://schemas.openxmlformats.org/officeDocument/2006/relationships/viewProps" Target="viewProps.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presProps" Target="pres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microsoft.com/office/2016/11/relationships/changesInfo" Target="changesInfos/changesInfo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handoutMaster" Target="handoutMasters/handoutMaster1.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bdessalam, Nayera Marie - (nmabdessalam)" userId="S::nmabdessalam@arizona.edu::37feefe1-b2e7-4b6d-b06c-d49b9c66d65b" providerId="AD" clId="Web-{B19155F6-B10A-95A3-B955-0128E5D58EDD}"/>
    <pc:docChg chg="addSld delSld modSld sldOrd">
      <pc:chgData name="Abdessalam, Nayera Marie - (nmabdessalam)" userId="S::nmabdessalam@arizona.edu::37feefe1-b2e7-4b6d-b06c-d49b9c66d65b" providerId="AD" clId="Web-{B19155F6-B10A-95A3-B955-0128E5D58EDD}" dt="2026-05-04T03:13:49.926" v="89"/>
      <pc:docMkLst>
        <pc:docMk/>
      </pc:docMkLst>
      <pc:sldChg chg="ord">
        <pc:chgData name="Abdessalam, Nayera Marie - (nmabdessalam)" userId="S::nmabdessalam@arizona.edu::37feefe1-b2e7-4b6d-b06c-d49b9c66d65b" providerId="AD" clId="Web-{B19155F6-B10A-95A3-B955-0128E5D58EDD}" dt="2026-05-04T02:49:46.008" v="31"/>
        <pc:sldMkLst>
          <pc:docMk/>
          <pc:sldMk cId="0" sldId="264"/>
        </pc:sldMkLst>
      </pc:sldChg>
      <pc:sldChg chg="modSp">
        <pc:chgData name="Abdessalam, Nayera Marie - (nmabdessalam)" userId="S::nmabdessalam@arizona.edu::37feefe1-b2e7-4b6d-b06c-d49b9c66d65b" providerId="AD" clId="Web-{B19155F6-B10A-95A3-B955-0128E5D58EDD}" dt="2026-05-03T23:27:33.059" v="30" actId="20577"/>
        <pc:sldMkLst>
          <pc:docMk/>
          <pc:sldMk cId="1003101105" sldId="320"/>
        </pc:sldMkLst>
        <pc:spChg chg="mod">
          <ac:chgData name="Abdessalam, Nayera Marie - (nmabdessalam)" userId="S::nmabdessalam@arizona.edu::37feefe1-b2e7-4b6d-b06c-d49b9c66d65b" providerId="AD" clId="Web-{B19155F6-B10A-95A3-B955-0128E5D58EDD}" dt="2026-05-03T23:27:33.059" v="30" actId="20577"/>
          <ac:spMkLst>
            <pc:docMk/>
            <pc:sldMk cId="1003101105" sldId="320"/>
            <ac:spMk id="4" creationId="{D172D288-96B4-3D47-142F-613F0C2A0A33}"/>
          </ac:spMkLst>
        </pc:spChg>
      </pc:sldChg>
      <pc:sldChg chg="addSp delSp modSp ord">
        <pc:chgData name="Abdessalam, Nayera Marie - (nmabdessalam)" userId="S::nmabdessalam@arizona.edu::37feefe1-b2e7-4b6d-b06c-d49b9c66d65b" providerId="AD" clId="Web-{B19155F6-B10A-95A3-B955-0128E5D58EDD}" dt="2026-05-04T03:13:02.847" v="88"/>
        <pc:sldMkLst>
          <pc:docMk/>
          <pc:sldMk cId="1432421047" sldId="341"/>
        </pc:sldMkLst>
        <pc:spChg chg="add del mod">
          <ac:chgData name="Abdessalam, Nayera Marie - (nmabdessalam)" userId="S::nmabdessalam@arizona.edu::37feefe1-b2e7-4b6d-b06c-d49b9c66d65b" providerId="AD" clId="Web-{B19155F6-B10A-95A3-B955-0128E5D58EDD}" dt="2026-05-04T03:08:06.760" v="77"/>
          <ac:spMkLst>
            <pc:docMk/>
            <pc:sldMk cId="1432421047" sldId="341"/>
            <ac:spMk id="4" creationId="{EBAD902E-57CB-B2DF-A052-67947D0669B6}"/>
          </ac:spMkLst>
        </pc:spChg>
        <pc:spChg chg="add del mod">
          <ac:chgData name="Abdessalam, Nayera Marie - (nmabdessalam)" userId="S::nmabdessalam@arizona.edu::37feefe1-b2e7-4b6d-b06c-d49b9c66d65b" providerId="AD" clId="Web-{B19155F6-B10A-95A3-B955-0128E5D58EDD}" dt="2026-05-04T02:52:32.576" v="72"/>
          <ac:spMkLst>
            <pc:docMk/>
            <pc:sldMk cId="1432421047" sldId="341"/>
            <ac:spMk id="27" creationId="{D0F728C3-2D1E-B144-616F-86AB514EE5B2}"/>
          </ac:spMkLst>
        </pc:spChg>
        <pc:spChg chg="mod">
          <ac:chgData name="Abdessalam, Nayera Marie - (nmabdessalam)" userId="S::nmabdessalam@arizona.edu::37feefe1-b2e7-4b6d-b06c-d49b9c66d65b" providerId="AD" clId="Web-{B19155F6-B10A-95A3-B955-0128E5D58EDD}" dt="2026-05-04T02:51:35.496" v="51" actId="20577"/>
          <ac:spMkLst>
            <pc:docMk/>
            <pc:sldMk cId="1432421047" sldId="341"/>
            <ac:spMk id="18434" creationId="{41BAE0AF-D3EF-4443-59B8-676D5E6178DE}"/>
          </ac:spMkLst>
        </pc:spChg>
        <pc:spChg chg="add del mod">
          <ac:chgData name="Abdessalam, Nayera Marie - (nmabdessalam)" userId="S::nmabdessalam@arizona.edu::37feefe1-b2e7-4b6d-b06c-d49b9c66d65b" providerId="AD" clId="Web-{B19155F6-B10A-95A3-B955-0128E5D58EDD}" dt="2026-05-04T03:08:03.979" v="76"/>
          <ac:spMkLst>
            <pc:docMk/>
            <pc:sldMk cId="1432421047" sldId="341"/>
            <ac:spMk id="18435" creationId="{2FBD7397-6629-5CB9-A79F-1A841F4A7BD7}"/>
          </ac:spMkLst>
        </pc:spChg>
        <pc:grpChg chg="del mod">
          <ac:chgData name="Abdessalam, Nayera Marie - (nmabdessalam)" userId="S::nmabdessalam@arizona.edu::37feefe1-b2e7-4b6d-b06c-d49b9c66d65b" providerId="AD" clId="Web-{B19155F6-B10A-95A3-B955-0128E5D58EDD}" dt="2026-05-04T02:50:24.369" v="33"/>
          <ac:grpSpMkLst>
            <pc:docMk/>
            <pc:sldMk cId="1432421047" sldId="341"/>
            <ac:grpSpMk id="3" creationId="{5D75C496-8959-E345-6A5E-E57024767FFF}"/>
          </ac:grpSpMkLst>
        </pc:grpChg>
        <pc:grpChg chg="add mod">
          <ac:chgData name="Abdessalam, Nayera Marie - (nmabdessalam)" userId="S::nmabdessalam@arizona.edu::37feefe1-b2e7-4b6d-b06c-d49b9c66d65b" providerId="AD" clId="Web-{B19155F6-B10A-95A3-B955-0128E5D58EDD}" dt="2026-05-04T03:08:14.198" v="79" actId="1076"/>
          <ac:grpSpMkLst>
            <pc:docMk/>
            <pc:sldMk cId="1432421047" sldId="341"/>
            <ac:grpSpMk id="24" creationId="{D73900AE-5101-6503-095B-6E6C74A945E0}"/>
          </ac:grpSpMkLst>
        </pc:grpChg>
        <pc:grpChg chg="mod">
          <ac:chgData name="Abdessalam, Nayera Marie - (nmabdessalam)" userId="S::nmabdessalam@arizona.edu::37feefe1-b2e7-4b6d-b06c-d49b9c66d65b" providerId="AD" clId="Web-{B19155F6-B10A-95A3-B955-0128E5D58EDD}" dt="2026-05-04T02:50:29.604" v="35" actId="1076"/>
          <ac:grpSpMkLst>
            <pc:docMk/>
            <pc:sldMk cId="1432421047" sldId="341"/>
            <ac:grpSpMk id="25" creationId="{16F8C0CD-876D-FB73-D378-78A7FCC8904E}"/>
          </ac:grpSpMkLst>
        </pc:grpChg>
        <pc:picChg chg="mod">
          <ac:chgData name="Abdessalam, Nayera Marie - (nmabdessalam)" userId="S::nmabdessalam@arizona.edu::37feefe1-b2e7-4b6d-b06c-d49b9c66d65b" providerId="AD" clId="Web-{B19155F6-B10A-95A3-B955-0128E5D58EDD}" dt="2026-05-04T03:13:02.847" v="88"/>
          <ac:picMkLst>
            <pc:docMk/>
            <pc:sldMk cId="1432421047" sldId="341"/>
            <ac:picMk id="13" creationId="{D85EC4BA-2D98-1639-CB4B-9FDDD2278AFD}"/>
          </ac:picMkLst>
        </pc:picChg>
      </pc:sldChg>
      <pc:sldChg chg="addSp delSp modSp add replId">
        <pc:chgData name="Abdessalam, Nayera Marie - (nmabdessalam)" userId="S::nmabdessalam@arizona.edu::37feefe1-b2e7-4b6d-b06c-d49b9c66d65b" providerId="AD" clId="Web-{B19155F6-B10A-95A3-B955-0128E5D58EDD}" dt="2026-05-04T03:13:49.926" v="89"/>
        <pc:sldMkLst>
          <pc:docMk/>
          <pc:sldMk cId="371633896" sldId="344"/>
        </pc:sldMkLst>
        <pc:spChg chg="ord">
          <ac:chgData name="Abdessalam, Nayera Marie - (nmabdessalam)" userId="S::nmabdessalam@arizona.edu::37feefe1-b2e7-4b6d-b06c-d49b9c66d65b" providerId="AD" clId="Web-{B19155F6-B10A-95A3-B955-0128E5D58EDD}" dt="2026-05-04T03:13:49.926" v="89"/>
          <ac:spMkLst>
            <pc:docMk/>
            <pc:sldMk cId="371633896" sldId="344"/>
            <ac:spMk id="2" creationId="{E6F02745-1EC1-E143-D041-47F8D72D90A1}"/>
          </ac:spMkLst>
        </pc:spChg>
        <pc:spChg chg="mod">
          <ac:chgData name="Abdessalam, Nayera Marie - (nmabdessalam)" userId="S::nmabdessalam@arizona.edu::37feefe1-b2e7-4b6d-b06c-d49b9c66d65b" providerId="AD" clId="Web-{B19155F6-B10A-95A3-B955-0128E5D58EDD}" dt="2026-05-04T03:13:49.926" v="89"/>
          <ac:spMkLst>
            <pc:docMk/>
            <pc:sldMk cId="371633896" sldId="344"/>
            <ac:spMk id="18434" creationId="{616C7AEA-682B-269E-9B10-86A3576F715C}"/>
          </ac:spMkLst>
        </pc:spChg>
        <pc:spChg chg="del mod">
          <ac:chgData name="Abdessalam, Nayera Marie - (nmabdessalam)" userId="S::nmabdessalam@arizona.edu::37feefe1-b2e7-4b6d-b06c-d49b9c66d65b" providerId="AD" clId="Web-{B19155F6-B10A-95A3-B955-0128E5D58EDD}" dt="2026-05-04T03:13:49.926" v="89"/>
          <ac:spMkLst>
            <pc:docMk/>
            <pc:sldMk cId="371633896" sldId="344"/>
            <ac:spMk id="18435" creationId="{DDD1ECAD-CE87-1AE6-1498-F06BDD6989E2}"/>
          </ac:spMkLst>
        </pc:spChg>
        <pc:grpChg chg="del">
          <ac:chgData name="Abdessalam, Nayera Marie - (nmabdessalam)" userId="S::nmabdessalam@arizona.edu::37feefe1-b2e7-4b6d-b06c-d49b9c66d65b" providerId="AD" clId="Web-{B19155F6-B10A-95A3-B955-0128E5D58EDD}" dt="2026-05-04T03:08:21.308" v="80"/>
          <ac:grpSpMkLst>
            <pc:docMk/>
            <pc:sldMk cId="371633896" sldId="344"/>
            <ac:grpSpMk id="11" creationId="{A2A2AFA4-0B8B-C3D1-74E7-0E074BC69141}"/>
          </ac:grpSpMkLst>
        </pc:grpChg>
        <pc:grpChg chg="del">
          <ac:chgData name="Abdessalam, Nayera Marie - (nmabdessalam)" userId="S::nmabdessalam@arizona.edu::37feefe1-b2e7-4b6d-b06c-d49b9c66d65b" providerId="AD" clId="Web-{B19155F6-B10A-95A3-B955-0128E5D58EDD}" dt="2026-05-04T03:08:33.996" v="81"/>
          <ac:grpSpMkLst>
            <pc:docMk/>
            <pc:sldMk cId="371633896" sldId="344"/>
            <ac:grpSpMk id="24" creationId="{DF1725F8-5A8C-B407-2FA5-1683F8D97F95}"/>
          </ac:grpSpMkLst>
        </pc:grpChg>
        <pc:graphicFrameChg chg="add">
          <ac:chgData name="Abdessalam, Nayera Marie - (nmabdessalam)" userId="S::nmabdessalam@arizona.edu::37feefe1-b2e7-4b6d-b06c-d49b9c66d65b" providerId="AD" clId="Web-{B19155F6-B10A-95A3-B955-0128E5D58EDD}" dt="2026-05-04T03:13:49.926" v="89"/>
          <ac:graphicFrameMkLst>
            <pc:docMk/>
            <pc:sldMk cId="371633896" sldId="344"/>
            <ac:graphicFrameMk id="18437" creationId="{3F357269-8806-A923-9522-5099C0FCAEC8}"/>
          </ac:graphicFrameMkLst>
        </pc:graphicFrameChg>
        <pc:picChg chg="del">
          <ac:chgData name="Abdessalam, Nayera Marie - (nmabdessalam)" userId="S::nmabdessalam@arizona.edu::37feefe1-b2e7-4b6d-b06c-d49b9c66d65b" providerId="AD" clId="Web-{B19155F6-B10A-95A3-B955-0128E5D58EDD}" dt="2026-05-04T03:08:21.308" v="80"/>
          <ac:picMkLst>
            <pc:docMk/>
            <pc:sldMk cId="371633896" sldId="344"/>
            <ac:picMk id="13" creationId="{68CC13B5-BB7F-0A5C-98BC-2AA4516C92E1}"/>
          </ac:picMkLst>
        </pc:picChg>
      </pc:sldChg>
      <pc:sldChg chg="addSp delSp modSp new del ord">
        <pc:chgData name="Abdessalam, Nayera Marie - (nmabdessalam)" userId="S::nmabdessalam@arizona.edu::37feefe1-b2e7-4b6d-b06c-d49b9c66d65b" providerId="AD" clId="Web-{B19155F6-B10A-95A3-B955-0128E5D58EDD}" dt="2026-05-04T03:07:54.291" v="74"/>
        <pc:sldMkLst>
          <pc:docMk/>
          <pc:sldMk cId="1768827828" sldId="344"/>
        </pc:sldMkLst>
        <pc:spChg chg="mod">
          <ac:chgData name="Abdessalam, Nayera Marie - (nmabdessalam)" userId="S::nmabdessalam@arizona.edu::37feefe1-b2e7-4b6d-b06c-d49b9c66d65b" providerId="AD" clId="Web-{B19155F6-B10A-95A3-B955-0128E5D58EDD}" dt="2026-05-04T02:52:29.982" v="66" actId="20577"/>
          <ac:spMkLst>
            <pc:docMk/>
            <pc:sldMk cId="1768827828" sldId="344"/>
            <ac:spMk id="2" creationId="{203EC62D-8747-91B7-E530-13E64E7B9615}"/>
          </ac:spMkLst>
        </pc:spChg>
        <pc:spChg chg="mod">
          <ac:chgData name="Abdessalam, Nayera Marie - (nmabdessalam)" userId="S::nmabdessalam@arizona.edu::37feefe1-b2e7-4b6d-b06c-d49b9c66d65b" providerId="AD" clId="Web-{B19155F6-B10A-95A3-B955-0128E5D58EDD}" dt="2026-05-04T02:52:30.013" v="67" actId="20577"/>
          <ac:spMkLst>
            <pc:docMk/>
            <pc:sldMk cId="1768827828" sldId="344"/>
            <ac:spMk id="3" creationId="{1F3A6EF5-963E-7956-ACFD-45C6C2CCEB92}"/>
          </ac:spMkLst>
        </pc:spChg>
        <pc:spChg chg="add del mod">
          <ac:chgData name="Abdessalam, Nayera Marie - (nmabdessalam)" userId="S::nmabdessalam@arizona.edu::37feefe1-b2e7-4b6d-b06c-d49b9c66d65b" providerId="AD" clId="Web-{B19155F6-B10A-95A3-B955-0128E5D58EDD}" dt="2026-05-04T02:52:30.357" v="71"/>
          <ac:spMkLst>
            <pc:docMk/>
            <pc:sldMk cId="1768827828" sldId="344"/>
            <ac:spMk id="4" creationId="{2FBD7397-6629-5CB9-A79F-1A841F4A7BD7}"/>
          </ac:spMkLst>
        </pc:spChg>
      </pc:sldChg>
    </pc:docChg>
  </pc:docChgLst>
  <pc:docChgLst>
    <pc:chgData name="Abdessalam, Nayera Marie - (nmabdessalam)" userId="37feefe1-b2e7-4b6d-b06c-d49b9c66d65b" providerId="ADAL" clId="{08F63BB5-3FB4-50F4-A162-BE02B58AB22D}"/>
    <pc:docChg chg="undo custSel addSld modSld">
      <pc:chgData name="Abdessalam, Nayera Marie - (nmabdessalam)" userId="37feefe1-b2e7-4b6d-b06c-d49b9c66d65b" providerId="ADAL" clId="{08F63BB5-3FB4-50F4-A162-BE02B58AB22D}" dt="2026-05-05T18:22:24.113" v="1705" actId="14100"/>
      <pc:docMkLst>
        <pc:docMk/>
      </pc:docMkLst>
      <pc:sldChg chg="modSp mod">
        <pc:chgData name="Abdessalam, Nayera Marie - (nmabdessalam)" userId="37feefe1-b2e7-4b6d-b06c-d49b9c66d65b" providerId="ADAL" clId="{08F63BB5-3FB4-50F4-A162-BE02B58AB22D}" dt="2026-05-04T04:48:04.592" v="319" actId="20577"/>
        <pc:sldMkLst>
          <pc:docMk/>
          <pc:sldMk cId="0" sldId="259"/>
        </pc:sldMkLst>
        <pc:spChg chg="mod">
          <ac:chgData name="Abdessalam, Nayera Marie - (nmabdessalam)" userId="37feefe1-b2e7-4b6d-b06c-d49b9c66d65b" providerId="ADAL" clId="{08F63BB5-3FB4-50F4-A162-BE02B58AB22D}" dt="2026-05-04T04:48:04.592" v="319" actId="20577"/>
          <ac:spMkLst>
            <pc:docMk/>
            <pc:sldMk cId="0" sldId="259"/>
            <ac:spMk id="11" creationId="{7E1969FA-6BA2-D7C0-0206-051FF258811B}"/>
          </ac:spMkLst>
        </pc:spChg>
      </pc:sldChg>
      <pc:sldChg chg="modSp mod">
        <pc:chgData name="Abdessalam, Nayera Marie - (nmabdessalam)" userId="37feefe1-b2e7-4b6d-b06c-d49b9c66d65b" providerId="ADAL" clId="{08F63BB5-3FB4-50F4-A162-BE02B58AB22D}" dt="2026-05-05T16:41:57.792" v="1696" actId="20577"/>
        <pc:sldMkLst>
          <pc:docMk/>
          <pc:sldMk cId="0" sldId="264"/>
        </pc:sldMkLst>
        <pc:spChg chg="mod">
          <ac:chgData name="Abdessalam, Nayera Marie - (nmabdessalam)" userId="37feefe1-b2e7-4b6d-b06c-d49b9c66d65b" providerId="ADAL" clId="{08F63BB5-3FB4-50F4-A162-BE02B58AB22D}" dt="2026-05-05T16:41:57.792" v="1696" actId="20577"/>
          <ac:spMkLst>
            <pc:docMk/>
            <pc:sldMk cId="0" sldId="264"/>
            <ac:spMk id="18434" creationId="{00000000-0000-0000-0000-000000000000}"/>
          </ac:spMkLst>
        </pc:spChg>
      </pc:sldChg>
      <pc:sldChg chg="modSp mod">
        <pc:chgData name="Abdessalam, Nayera Marie - (nmabdessalam)" userId="37feefe1-b2e7-4b6d-b06c-d49b9c66d65b" providerId="ADAL" clId="{08F63BB5-3FB4-50F4-A162-BE02B58AB22D}" dt="2026-05-05T18:22:24.113" v="1705" actId="14100"/>
        <pc:sldMkLst>
          <pc:docMk/>
          <pc:sldMk cId="0" sldId="281"/>
        </pc:sldMkLst>
        <pc:spChg chg="mod">
          <ac:chgData name="Abdessalam, Nayera Marie - (nmabdessalam)" userId="37feefe1-b2e7-4b6d-b06c-d49b9c66d65b" providerId="ADAL" clId="{08F63BB5-3FB4-50F4-A162-BE02B58AB22D}" dt="2026-05-05T18:22:24.113" v="1705" actId="14100"/>
          <ac:spMkLst>
            <pc:docMk/>
            <pc:sldMk cId="0" sldId="281"/>
            <ac:spMk id="43011" creationId="{00000000-0000-0000-0000-000000000000}"/>
          </ac:spMkLst>
        </pc:spChg>
      </pc:sldChg>
      <pc:sldChg chg="modSp mod">
        <pc:chgData name="Abdessalam, Nayera Marie - (nmabdessalam)" userId="37feefe1-b2e7-4b6d-b06c-d49b9c66d65b" providerId="ADAL" clId="{08F63BB5-3FB4-50F4-A162-BE02B58AB22D}" dt="2026-05-04T04:38:40.956" v="308" actId="20577"/>
        <pc:sldMkLst>
          <pc:docMk/>
          <pc:sldMk cId="1003101105" sldId="320"/>
        </pc:sldMkLst>
        <pc:spChg chg="mod">
          <ac:chgData name="Abdessalam, Nayera Marie - (nmabdessalam)" userId="37feefe1-b2e7-4b6d-b06c-d49b9c66d65b" providerId="ADAL" clId="{08F63BB5-3FB4-50F4-A162-BE02B58AB22D}" dt="2026-05-04T04:38:40.956" v="308" actId="20577"/>
          <ac:spMkLst>
            <pc:docMk/>
            <pc:sldMk cId="1003101105" sldId="320"/>
            <ac:spMk id="2051" creationId="{00000000-0000-0000-0000-000000000000}"/>
          </ac:spMkLst>
        </pc:spChg>
      </pc:sldChg>
      <pc:sldChg chg="modSp mod">
        <pc:chgData name="Abdessalam, Nayera Marie - (nmabdessalam)" userId="37feefe1-b2e7-4b6d-b06c-d49b9c66d65b" providerId="ADAL" clId="{08F63BB5-3FB4-50F4-A162-BE02B58AB22D}" dt="2026-05-04T04:48:22.050" v="321" actId="20577"/>
        <pc:sldMkLst>
          <pc:docMk/>
          <pc:sldMk cId="1629599761" sldId="329"/>
        </pc:sldMkLst>
        <pc:spChg chg="mod">
          <ac:chgData name="Abdessalam, Nayera Marie - (nmabdessalam)" userId="37feefe1-b2e7-4b6d-b06c-d49b9c66d65b" providerId="ADAL" clId="{08F63BB5-3FB4-50F4-A162-BE02B58AB22D}" dt="2026-05-04T04:48:22.050" v="321" actId="20577"/>
          <ac:spMkLst>
            <pc:docMk/>
            <pc:sldMk cId="1629599761" sldId="329"/>
            <ac:spMk id="6" creationId="{90094222-3840-E8E8-B0B5-3F3B7DC64D73}"/>
          </ac:spMkLst>
        </pc:spChg>
      </pc:sldChg>
      <pc:sldChg chg="addSp delSp modSp mod">
        <pc:chgData name="Abdessalam, Nayera Marie - (nmabdessalam)" userId="37feefe1-b2e7-4b6d-b06c-d49b9c66d65b" providerId="ADAL" clId="{08F63BB5-3FB4-50F4-A162-BE02B58AB22D}" dt="2026-05-05T03:13:30.641" v="1320" actId="20577"/>
        <pc:sldMkLst>
          <pc:docMk/>
          <pc:sldMk cId="3167879105" sldId="340"/>
        </pc:sldMkLst>
        <pc:spChg chg="mod">
          <ac:chgData name="Abdessalam, Nayera Marie - (nmabdessalam)" userId="37feefe1-b2e7-4b6d-b06c-d49b9c66d65b" providerId="ADAL" clId="{08F63BB5-3FB4-50F4-A162-BE02B58AB22D}" dt="2026-05-04T04:48:12.307" v="320" actId="20577"/>
          <ac:spMkLst>
            <pc:docMk/>
            <pc:sldMk cId="3167879105" sldId="340"/>
            <ac:spMk id="3" creationId="{0A7B2ABC-D1DE-B420-D549-FCBA3BDF4B27}"/>
          </ac:spMkLst>
        </pc:spChg>
        <pc:spChg chg="del mod">
          <ac:chgData name="Abdessalam, Nayera Marie - (nmabdessalam)" userId="37feefe1-b2e7-4b6d-b06c-d49b9c66d65b" providerId="ADAL" clId="{08F63BB5-3FB4-50F4-A162-BE02B58AB22D}" dt="2026-05-04T05:06:18.764" v="626" actId="478"/>
          <ac:spMkLst>
            <pc:docMk/>
            <pc:sldMk cId="3167879105" sldId="340"/>
            <ac:spMk id="7" creationId="{1E2B1259-4917-2BFC-41DD-541A8F5B9AE6}"/>
          </ac:spMkLst>
        </pc:spChg>
        <pc:spChg chg="add mod">
          <ac:chgData name="Abdessalam, Nayera Marie - (nmabdessalam)" userId="37feefe1-b2e7-4b6d-b06c-d49b9c66d65b" providerId="ADAL" clId="{08F63BB5-3FB4-50F4-A162-BE02B58AB22D}" dt="2026-05-04T05:14:15.154" v="704" actId="14100"/>
          <ac:spMkLst>
            <pc:docMk/>
            <pc:sldMk cId="3167879105" sldId="340"/>
            <ac:spMk id="12" creationId="{0FB0229D-1384-5842-3920-B6C98C82F0C0}"/>
          </ac:spMkLst>
        </pc:spChg>
        <pc:spChg chg="add mod">
          <ac:chgData name="Abdessalam, Nayera Marie - (nmabdessalam)" userId="37feefe1-b2e7-4b6d-b06c-d49b9c66d65b" providerId="ADAL" clId="{08F63BB5-3FB4-50F4-A162-BE02B58AB22D}" dt="2026-05-04T05:53:46.216" v="804" actId="1076"/>
          <ac:spMkLst>
            <pc:docMk/>
            <pc:sldMk cId="3167879105" sldId="340"/>
            <ac:spMk id="13" creationId="{AB9A6181-B287-7537-BC76-08A9D1029C71}"/>
          </ac:spMkLst>
        </pc:spChg>
        <pc:spChg chg="add mod">
          <ac:chgData name="Abdessalam, Nayera Marie - (nmabdessalam)" userId="37feefe1-b2e7-4b6d-b06c-d49b9c66d65b" providerId="ADAL" clId="{08F63BB5-3FB4-50F4-A162-BE02B58AB22D}" dt="2026-05-04T05:14:45.457" v="719" actId="1076"/>
          <ac:spMkLst>
            <pc:docMk/>
            <pc:sldMk cId="3167879105" sldId="340"/>
            <ac:spMk id="15" creationId="{D4C0424B-4F49-8B32-7F82-914200FA5C86}"/>
          </ac:spMkLst>
        </pc:spChg>
        <pc:spChg chg="add mod">
          <ac:chgData name="Abdessalam, Nayera Marie - (nmabdessalam)" userId="37feefe1-b2e7-4b6d-b06c-d49b9c66d65b" providerId="ADAL" clId="{08F63BB5-3FB4-50F4-A162-BE02B58AB22D}" dt="2026-05-04T05:54:39.233" v="813" actId="14100"/>
          <ac:spMkLst>
            <pc:docMk/>
            <pc:sldMk cId="3167879105" sldId="340"/>
            <ac:spMk id="16" creationId="{C12410F9-68D0-7403-7C0E-1551000CA90D}"/>
          </ac:spMkLst>
        </pc:spChg>
        <pc:spChg chg="add mod">
          <ac:chgData name="Abdessalam, Nayera Marie - (nmabdessalam)" userId="37feefe1-b2e7-4b6d-b06c-d49b9c66d65b" providerId="ADAL" clId="{08F63BB5-3FB4-50F4-A162-BE02B58AB22D}" dt="2026-05-04T05:54:28.633" v="810" actId="1076"/>
          <ac:spMkLst>
            <pc:docMk/>
            <pc:sldMk cId="3167879105" sldId="340"/>
            <ac:spMk id="17" creationId="{B25E82B7-DD51-56FD-E7AE-4D5C13991254}"/>
          </ac:spMkLst>
        </pc:spChg>
        <pc:spChg chg="add del mod">
          <ac:chgData name="Abdessalam, Nayera Marie - (nmabdessalam)" userId="37feefe1-b2e7-4b6d-b06c-d49b9c66d65b" providerId="ADAL" clId="{08F63BB5-3FB4-50F4-A162-BE02B58AB22D}" dt="2026-05-04T05:19:51.281" v="792" actId="478"/>
          <ac:spMkLst>
            <pc:docMk/>
            <pc:sldMk cId="3167879105" sldId="340"/>
            <ac:spMk id="18" creationId="{689C8E20-8354-D52F-03A4-2A4155B828AE}"/>
          </ac:spMkLst>
        </pc:spChg>
        <pc:spChg chg="add mod">
          <ac:chgData name="Abdessalam, Nayera Marie - (nmabdessalam)" userId="37feefe1-b2e7-4b6d-b06c-d49b9c66d65b" providerId="ADAL" clId="{08F63BB5-3FB4-50F4-A162-BE02B58AB22D}" dt="2026-05-04T05:54:02.317" v="807" actId="1076"/>
          <ac:spMkLst>
            <pc:docMk/>
            <pc:sldMk cId="3167879105" sldId="340"/>
            <ac:spMk id="19" creationId="{7732998C-08FE-C0AC-4596-C76CB96BD47E}"/>
          </ac:spMkLst>
        </pc:spChg>
        <pc:spChg chg="mod">
          <ac:chgData name="Abdessalam, Nayera Marie - (nmabdessalam)" userId="37feefe1-b2e7-4b6d-b06c-d49b9c66d65b" providerId="ADAL" clId="{08F63BB5-3FB4-50F4-A162-BE02B58AB22D}" dt="2026-05-05T03:13:30.641" v="1320" actId="20577"/>
          <ac:spMkLst>
            <pc:docMk/>
            <pc:sldMk cId="3167879105" sldId="340"/>
            <ac:spMk id="18435" creationId="{88F1219D-0902-9331-3A34-AF8B151D1AA2}"/>
          </ac:spMkLst>
        </pc:spChg>
        <pc:grpChg chg="del">
          <ac:chgData name="Abdessalam, Nayera Marie - (nmabdessalam)" userId="37feefe1-b2e7-4b6d-b06c-d49b9c66d65b" providerId="ADAL" clId="{08F63BB5-3FB4-50F4-A162-BE02B58AB22D}" dt="2026-05-04T05:04:17.598" v="570" actId="478"/>
          <ac:grpSpMkLst>
            <pc:docMk/>
            <pc:sldMk cId="3167879105" sldId="340"/>
            <ac:grpSpMk id="8" creationId="{E8D625C2-30DE-5DC6-90D1-45637C51EE68}"/>
          </ac:grpSpMkLst>
        </pc:grpChg>
        <pc:grpChg chg="add mod">
          <ac:chgData name="Abdessalam, Nayera Marie - (nmabdessalam)" userId="37feefe1-b2e7-4b6d-b06c-d49b9c66d65b" providerId="ADAL" clId="{08F63BB5-3FB4-50F4-A162-BE02B58AB22D}" dt="2026-05-04T05:10:06.840" v="648" actId="1076"/>
          <ac:grpSpMkLst>
            <pc:docMk/>
            <pc:sldMk cId="3167879105" sldId="340"/>
            <ac:grpSpMk id="9" creationId="{98FACE97-8344-D138-9457-5834FBA3E25E}"/>
          </ac:grpSpMkLst>
        </pc:grpChg>
        <pc:grpChg chg="add mod">
          <ac:chgData name="Abdessalam, Nayera Marie - (nmabdessalam)" userId="37feefe1-b2e7-4b6d-b06c-d49b9c66d65b" providerId="ADAL" clId="{08F63BB5-3FB4-50F4-A162-BE02B58AB22D}" dt="2026-05-04T05:11:16.239" v="673" actId="1076"/>
          <ac:grpSpMkLst>
            <pc:docMk/>
            <pc:sldMk cId="3167879105" sldId="340"/>
            <ac:grpSpMk id="11" creationId="{530792A3-1B89-BC1D-361A-10EA15BB09EE}"/>
          </ac:grpSpMkLst>
        </pc:grpChg>
        <pc:grpChg chg="add mod">
          <ac:chgData name="Abdessalam, Nayera Marie - (nmabdessalam)" userId="37feefe1-b2e7-4b6d-b06c-d49b9c66d65b" providerId="ADAL" clId="{08F63BB5-3FB4-50F4-A162-BE02B58AB22D}" dt="2026-05-04T05:18:27.546" v="774" actId="1076"/>
          <ac:grpSpMkLst>
            <pc:docMk/>
            <pc:sldMk cId="3167879105" sldId="340"/>
            <ac:grpSpMk id="14" creationId="{96B228BD-A062-FE0F-F387-1E4B295E6FC3}"/>
          </ac:grpSpMkLst>
        </pc:grpChg>
        <pc:picChg chg="add mod modCrop">
          <ac:chgData name="Abdessalam, Nayera Marie - (nmabdessalam)" userId="37feefe1-b2e7-4b6d-b06c-d49b9c66d65b" providerId="ADAL" clId="{08F63BB5-3FB4-50F4-A162-BE02B58AB22D}" dt="2026-05-04T05:09:36.623" v="638" actId="1076"/>
          <ac:picMkLst>
            <pc:docMk/>
            <pc:sldMk cId="3167879105" sldId="340"/>
            <ac:picMk id="5" creationId="{1277D373-30CE-744B-6722-90884D862B6F}"/>
          </ac:picMkLst>
        </pc:picChg>
        <pc:picChg chg="add mod modCrop">
          <ac:chgData name="Abdessalam, Nayera Marie - (nmabdessalam)" userId="37feefe1-b2e7-4b6d-b06c-d49b9c66d65b" providerId="ADAL" clId="{08F63BB5-3FB4-50F4-A162-BE02B58AB22D}" dt="2026-05-04T05:09:59.272" v="646" actId="1076"/>
          <ac:picMkLst>
            <pc:docMk/>
            <pc:sldMk cId="3167879105" sldId="340"/>
            <ac:picMk id="6" creationId="{9BDB8086-0FD9-BA1A-87B8-F316C1E8EC3C}"/>
          </ac:picMkLst>
        </pc:picChg>
        <pc:picChg chg="add mod modCrop">
          <ac:chgData name="Abdessalam, Nayera Marie - (nmabdessalam)" userId="37feefe1-b2e7-4b6d-b06c-d49b9c66d65b" providerId="ADAL" clId="{08F63BB5-3FB4-50F4-A162-BE02B58AB22D}" dt="2026-05-04T05:10:36.423" v="657" actId="1076"/>
          <ac:picMkLst>
            <pc:docMk/>
            <pc:sldMk cId="3167879105" sldId="340"/>
            <ac:picMk id="10" creationId="{4A05010D-B872-6257-5E95-B7DEA7EFD39E}"/>
          </ac:picMkLst>
        </pc:picChg>
        <pc:cxnChg chg="add mod">
          <ac:chgData name="Abdessalam, Nayera Marie - (nmabdessalam)" userId="37feefe1-b2e7-4b6d-b06c-d49b9c66d65b" providerId="ADAL" clId="{08F63BB5-3FB4-50F4-A162-BE02B58AB22D}" dt="2026-05-04T05:54:14.017" v="809" actId="14100"/>
          <ac:cxnSpMkLst>
            <pc:docMk/>
            <pc:sldMk cId="3167879105" sldId="340"/>
            <ac:cxnSpMk id="21" creationId="{E4D4C037-949C-61DB-E3D9-30B0037DC1AF}"/>
          </ac:cxnSpMkLst>
        </pc:cxnChg>
      </pc:sldChg>
      <pc:sldChg chg="addSp delSp modSp mod">
        <pc:chgData name="Abdessalam, Nayera Marie - (nmabdessalam)" userId="37feefe1-b2e7-4b6d-b06c-d49b9c66d65b" providerId="ADAL" clId="{08F63BB5-3FB4-50F4-A162-BE02B58AB22D}" dt="2026-05-05T05:24:05.664" v="1656" actId="1076"/>
        <pc:sldMkLst>
          <pc:docMk/>
          <pc:sldMk cId="1432421047" sldId="341"/>
        </pc:sldMkLst>
        <pc:spChg chg="mod">
          <ac:chgData name="Abdessalam, Nayera Marie - (nmabdessalam)" userId="37feefe1-b2e7-4b6d-b06c-d49b9c66d65b" providerId="ADAL" clId="{08F63BB5-3FB4-50F4-A162-BE02B58AB22D}" dt="2026-05-05T05:23:44.973" v="1650" actId="108"/>
          <ac:spMkLst>
            <pc:docMk/>
            <pc:sldMk cId="1432421047" sldId="341"/>
            <ac:spMk id="2" creationId="{62C8102A-F149-91DE-9A11-21F27BF0C070}"/>
          </ac:spMkLst>
        </pc:spChg>
        <pc:spChg chg="add del mod">
          <ac:chgData name="Abdessalam, Nayera Marie - (nmabdessalam)" userId="37feefe1-b2e7-4b6d-b06c-d49b9c66d65b" providerId="ADAL" clId="{08F63BB5-3FB4-50F4-A162-BE02B58AB22D}" dt="2026-05-05T04:23:07.565" v="1643" actId="1076"/>
          <ac:spMkLst>
            <pc:docMk/>
            <pc:sldMk cId="1432421047" sldId="341"/>
            <ac:spMk id="3" creationId="{DA94EF53-CA99-88E7-4DC4-5146D7A5F48B}"/>
          </ac:spMkLst>
        </pc:spChg>
        <pc:spChg chg="add del mod">
          <ac:chgData name="Abdessalam, Nayera Marie - (nmabdessalam)" userId="37feefe1-b2e7-4b6d-b06c-d49b9c66d65b" providerId="ADAL" clId="{08F63BB5-3FB4-50F4-A162-BE02B58AB22D}" dt="2026-05-04T03:18:29.125" v="76" actId="478"/>
          <ac:spMkLst>
            <pc:docMk/>
            <pc:sldMk cId="1432421047" sldId="341"/>
            <ac:spMk id="4" creationId="{220E8D2C-601A-1E51-4EED-37F39E5451A7}"/>
          </ac:spMkLst>
        </pc:spChg>
        <pc:spChg chg="add mod">
          <ac:chgData name="Abdessalam, Nayera Marie - (nmabdessalam)" userId="37feefe1-b2e7-4b6d-b06c-d49b9c66d65b" providerId="ADAL" clId="{08F63BB5-3FB4-50F4-A162-BE02B58AB22D}" dt="2026-05-05T04:23:07.565" v="1643" actId="1076"/>
          <ac:spMkLst>
            <pc:docMk/>
            <pc:sldMk cId="1432421047" sldId="341"/>
            <ac:spMk id="5" creationId="{B64394F0-C511-379A-0FBE-72476CE05688}"/>
          </ac:spMkLst>
        </pc:spChg>
        <pc:spChg chg="mod">
          <ac:chgData name="Abdessalam, Nayera Marie - (nmabdessalam)" userId="37feefe1-b2e7-4b6d-b06c-d49b9c66d65b" providerId="ADAL" clId="{08F63BB5-3FB4-50F4-A162-BE02B58AB22D}" dt="2026-05-05T04:23:07.565" v="1643" actId="1076"/>
          <ac:spMkLst>
            <pc:docMk/>
            <pc:sldMk cId="1432421047" sldId="341"/>
            <ac:spMk id="6" creationId="{4AF9AAF4-C3D7-022B-0830-25631877EE4C}"/>
          </ac:spMkLst>
        </pc:spChg>
        <pc:spChg chg="add del mod">
          <ac:chgData name="Abdessalam, Nayera Marie - (nmabdessalam)" userId="37feefe1-b2e7-4b6d-b06c-d49b9c66d65b" providerId="ADAL" clId="{08F63BB5-3FB4-50F4-A162-BE02B58AB22D}" dt="2026-05-04T04:47:41.951" v="315"/>
          <ac:spMkLst>
            <pc:docMk/>
            <pc:sldMk cId="1432421047" sldId="341"/>
            <ac:spMk id="7" creationId="{40BE47E2-6BFF-3CEE-5B62-0DBF234BA271}"/>
          </ac:spMkLst>
        </pc:spChg>
        <pc:spChg chg="add mod">
          <ac:chgData name="Abdessalam, Nayera Marie - (nmabdessalam)" userId="37feefe1-b2e7-4b6d-b06c-d49b9c66d65b" providerId="ADAL" clId="{08F63BB5-3FB4-50F4-A162-BE02B58AB22D}" dt="2026-05-05T05:24:05.664" v="1656" actId="1076"/>
          <ac:spMkLst>
            <pc:docMk/>
            <pc:sldMk cId="1432421047" sldId="341"/>
            <ac:spMk id="8" creationId="{ECB33720-DD61-7B73-44F5-32E146683167}"/>
          </ac:spMkLst>
        </pc:spChg>
        <pc:spChg chg="add del mod">
          <ac:chgData name="Abdessalam, Nayera Marie - (nmabdessalam)" userId="37feefe1-b2e7-4b6d-b06c-d49b9c66d65b" providerId="ADAL" clId="{08F63BB5-3FB4-50F4-A162-BE02B58AB22D}" dt="2026-05-04T05:03:28.314" v="567"/>
          <ac:spMkLst>
            <pc:docMk/>
            <pc:sldMk cId="1432421047" sldId="341"/>
            <ac:spMk id="9" creationId="{E1CBCE15-4981-A690-2C46-8B477095EB05}"/>
          </ac:spMkLst>
        </pc:spChg>
        <pc:spChg chg="mod">
          <ac:chgData name="Abdessalam, Nayera Marie - (nmabdessalam)" userId="37feefe1-b2e7-4b6d-b06c-d49b9c66d65b" providerId="ADAL" clId="{08F63BB5-3FB4-50F4-A162-BE02B58AB22D}" dt="2026-05-05T04:23:07.565" v="1643" actId="1076"/>
          <ac:spMkLst>
            <pc:docMk/>
            <pc:sldMk cId="1432421047" sldId="341"/>
            <ac:spMk id="19" creationId="{20C93A09-E83A-E64F-C000-CF7249C3394A}"/>
          </ac:spMkLst>
        </pc:spChg>
        <pc:spChg chg="mod">
          <ac:chgData name="Abdessalam, Nayera Marie - (nmabdessalam)" userId="37feefe1-b2e7-4b6d-b06c-d49b9c66d65b" providerId="ADAL" clId="{08F63BB5-3FB4-50F4-A162-BE02B58AB22D}" dt="2026-05-05T04:23:07.565" v="1643" actId="1076"/>
          <ac:spMkLst>
            <pc:docMk/>
            <pc:sldMk cId="1432421047" sldId="341"/>
            <ac:spMk id="20" creationId="{F66A95D4-D89C-8F3F-1FCE-904AC3752F0F}"/>
          </ac:spMkLst>
        </pc:spChg>
        <pc:spChg chg="mod">
          <ac:chgData name="Abdessalam, Nayera Marie - (nmabdessalam)" userId="37feefe1-b2e7-4b6d-b06c-d49b9c66d65b" providerId="ADAL" clId="{08F63BB5-3FB4-50F4-A162-BE02B58AB22D}" dt="2026-05-05T04:23:07.565" v="1643" actId="1076"/>
          <ac:spMkLst>
            <pc:docMk/>
            <pc:sldMk cId="1432421047" sldId="341"/>
            <ac:spMk id="21" creationId="{17A15869-5799-8D41-8826-5E552FE060DF}"/>
          </ac:spMkLst>
        </pc:spChg>
        <pc:spChg chg="mod">
          <ac:chgData name="Abdessalam, Nayera Marie - (nmabdessalam)" userId="37feefe1-b2e7-4b6d-b06c-d49b9c66d65b" providerId="ADAL" clId="{08F63BB5-3FB4-50F4-A162-BE02B58AB22D}" dt="2026-05-05T04:23:07.565" v="1643" actId="1076"/>
          <ac:spMkLst>
            <pc:docMk/>
            <pc:sldMk cId="1432421047" sldId="341"/>
            <ac:spMk id="22" creationId="{D85D5413-E8C1-F2F1-C5C3-E62139EF1E6C}"/>
          </ac:spMkLst>
        </pc:spChg>
        <pc:spChg chg="mod">
          <ac:chgData name="Abdessalam, Nayera Marie - (nmabdessalam)" userId="37feefe1-b2e7-4b6d-b06c-d49b9c66d65b" providerId="ADAL" clId="{08F63BB5-3FB4-50F4-A162-BE02B58AB22D}" dt="2026-05-05T04:23:07.565" v="1643" actId="1076"/>
          <ac:spMkLst>
            <pc:docMk/>
            <pc:sldMk cId="1432421047" sldId="341"/>
            <ac:spMk id="23" creationId="{7BFDDC85-19C4-2976-7B0B-3BBC02F07948}"/>
          </ac:spMkLst>
        </pc:spChg>
        <pc:spChg chg="mod">
          <ac:chgData name="Abdessalam, Nayera Marie - (nmabdessalam)" userId="37feefe1-b2e7-4b6d-b06c-d49b9c66d65b" providerId="ADAL" clId="{08F63BB5-3FB4-50F4-A162-BE02B58AB22D}" dt="2026-05-05T04:22:08.832" v="1631" actId="120"/>
          <ac:spMkLst>
            <pc:docMk/>
            <pc:sldMk cId="1432421047" sldId="341"/>
            <ac:spMk id="18434" creationId="{41BAE0AF-D3EF-4443-59B8-676D5E6178DE}"/>
          </ac:spMkLst>
        </pc:spChg>
        <pc:grpChg chg="add">
          <ac:chgData name="Abdessalam, Nayera Marie - (nmabdessalam)" userId="37feefe1-b2e7-4b6d-b06c-d49b9c66d65b" providerId="ADAL" clId="{08F63BB5-3FB4-50F4-A162-BE02B58AB22D}" dt="2026-05-04T04:47:22.398" v="311" actId="164"/>
          <ac:grpSpMkLst>
            <pc:docMk/>
            <pc:sldMk cId="1432421047" sldId="341"/>
            <ac:grpSpMk id="4" creationId="{BB87ABB6-61EC-BF35-3C9D-501618C541CB}"/>
          </ac:grpSpMkLst>
        </pc:grpChg>
        <pc:picChg chg="mod">
          <ac:chgData name="Abdessalam, Nayera Marie - (nmabdessalam)" userId="37feefe1-b2e7-4b6d-b06c-d49b9c66d65b" providerId="ADAL" clId="{08F63BB5-3FB4-50F4-A162-BE02B58AB22D}" dt="2026-05-04T05:02:58.923" v="561" actId="1076"/>
          <ac:picMkLst>
            <pc:docMk/>
            <pc:sldMk cId="1432421047" sldId="341"/>
            <ac:picMk id="13" creationId="{D85EC4BA-2D98-1639-CB4B-9FDDD2278AFD}"/>
          </ac:picMkLst>
        </pc:picChg>
        <pc:picChg chg="mod">
          <ac:chgData name="Abdessalam, Nayera Marie - (nmabdessalam)" userId="37feefe1-b2e7-4b6d-b06c-d49b9c66d65b" providerId="ADAL" clId="{08F63BB5-3FB4-50F4-A162-BE02B58AB22D}" dt="2026-05-05T04:23:07.565" v="1643" actId="1076"/>
          <ac:picMkLst>
            <pc:docMk/>
            <pc:sldMk cId="1432421047" sldId="341"/>
            <ac:picMk id="15" creationId="{ED5537BA-E8D7-5524-1430-21BEDA536962}"/>
          </ac:picMkLst>
        </pc:picChg>
        <pc:picChg chg="mod">
          <ac:chgData name="Abdessalam, Nayera Marie - (nmabdessalam)" userId="37feefe1-b2e7-4b6d-b06c-d49b9c66d65b" providerId="ADAL" clId="{08F63BB5-3FB4-50F4-A162-BE02B58AB22D}" dt="2026-05-05T04:23:07.565" v="1643" actId="1076"/>
          <ac:picMkLst>
            <pc:docMk/>
            <pc:sldMk cId="1432421047" sldId="341"/>
            <ac:picMk id="17" creationId="{295CB7F2-663C-7F5A-996C-C80DDB9D5668}"/>
          </ac:picMkLst>
        </pc:picChg>
        <pc:picChg chg="mod">
          <ac:chgData name="Abdessalam, Nayera Marie - (nmabdessalam)" userId="37feefe1-b2e7-4b6d-b06c-d49b9c66d65b" providerId="ADAL" clId="{08F63BB5-3FB4-50F4-A162-BE02B58AB22D}" dt="2026-05-04T04:47:11.965" v="310" actId="1076"/>
          <ac:picMkLst>
            <pc:docMk/>
            <pc:sldMk cId="1432421047" sldId="341"/>
            <ac:picMk id="18" creationId="{CAB20347-5829-5DB7-EF8E-47638FB2C0EF}"/>
          </ac:picMkLst>
        </pc:picChg>
      </pc:sldChg>
      <pc:sldChg chg="addSp delSp modSp mod modNotesTx">
        <pc:chgData name="Abdessalam, Nayera Marie - (nmabdessalam)" userId="37feefe1-b2e7-4b6d-b06c-d49b9c66d65b" providerId="ADAL" clId="{08F63BB5-3FB4-50F4-A162-BE02B58AB22D}" dt="2026-05-05T18:21:39.367" v="1703" actId="58"/>
        <pc:sldMkLst>
          <pc:docMk/>
          <pc:sldMk cId="2077051530" sldId="342"/>
        </pc:sldMkLst>
        <pc:spChg chg="add mod">
          <ac:chgData name="Abdessalam, Nayera Marie - (nmabdessalam)" userId="37feefe1-b2e7-4b6d-b06c-d49b9c66d65b" providerId="ADAL" clId="{08F63BB5-3FB4-50F4-A162-BE02B58AB22D}" dt="2026-05-05T18:21:28.203" v="1701" actId="58"/>
          <ac:spMkLst>
            <pc:docMk/>
            <pc:sldMk cId="2077051530" sldId="342"/>
            <ac:spMk id="3" creationId="{5EC8EE84-9DD3-1635-BE70-40656FB1C278}"/>
          </ac:spMkLst>
        </pc:spChg>
        <pc:spChg chg="add mod">
          <ac:chgData name="Abdessalam, Nayera Marie - (nmabdessalam)" userId="37feefe1-b2e7-4b6d-b06c-d49b9c66d65b" providerId="ADAL" clId="{08F63BB5-3FB4-50F4-A162-BE02B58AB22D}" dt="2026-05-05T18:21:39.367" v="1703" actId="58"/>
          <ac:spMkLst>
            <pc:docMk/>
            <pc:sldMk cId="2077051530" sldId="342"/>
            <ac:spMk id="4" creationId="{0BC34EF2-F768-61A1-D686-72BBF6E8869B}"/>
          </ac:spMkLst>
        </pc:spChg>
        <pc:spChg chg="add mod">
          <ac:chgData name="Abdessalam, Nayera Marie - (nmabdessalam)" userId="37feefe1-b2e7-4b6d-b06c-d49b9c66d65b" providerId="ADAL" clId="{08F63BB5-3FB4-50F4-A162-BE02B58AB22D}" dt="2026-05-05T04:21:07.590" v="1603" actId="1037"/>
          <ac:spMkLst>
            <pc:docMk/>
            <pc:sldMk cId="2077051530" sldId="342"/>
            <ac:spMk id="6" creationId="{63A8933B-4A7C-6199-1CFB-EBA461216F88}"/>
          </ac:spMkLst>
        </pc:spChg>
        <pc:spChg chg="add del mod">
          <ac:chgData name="Abdessalam, Nayera Marie - (nmabdessalam)" userId="37feefe1-b2e7-4b6d-b06c-d49b9c66d65b" providerId="ADAL" clId="{08F63BB5-3FB4-50F4-A162-BE02B58AB22D}" dt="2026-05-05T16:41:17.419" v="1685" actId="478"/>
          <ac:spMkLst>
            <pc:docMk/>
            <pc:sldMk cId="2077051530" sldId="342"/>
            <ac:spMk id="7" creationId="{83CEC7EA-F632-3F2F-2B6A-AADE48ABE666}"/>
          </ac:spMkLst>
        </pc:spChg>
        <pc:spChg chg="del">
          <ac:chgData name="Abdessalam, Nayera Marie - (nmabdessalam)" userId="37feefe1-b2e7-4b6d-b06c-d49b9c66d65b" providerId="ADAL" clId="{08F63BB5-3FB4-50F4-A162-BE02B58AB22D}" dt="2026-05-04T05:55:17.463" v="816" actId="478"/>
          <ac:spMkLst>
            <pc:docMk/>
            <pc:sldMk cId="2077051530" sldId="342"/>
            <ac:spMk id="7" creationId="{FAC00E87-F2A0-A4D7-222C-1482B8DA0E35}"/>
          </ac:spMkLst>
        </pc:spChg>
        <pc:spChg chg="add del mod">
          <ac:chgData name="Abdessalam, Nayera Marie - (nmabdessalam)" userId="37feefe1-b2e7-4b6d-b06c-d49b9c66d65b" providerId="ADAL" clId="{08F63BB5-3FB4-50F4-A162-BE02B58AB22D}" dt="2026-05-05T03:33:49.665" v="1409" actId="21"/>
          <ac:spMkLst>
            <pc:docMk/>
            <pc:sldMk cId="2077051530" sldId="342"/>
            <ac:spMk id="9" creationId="{6919C204-3F47-FA5A-EB67-5B24CB162787}"/>
          </ac:spMkLst>
        </pc:spChg>
        <pc:spChg chg="mod">
          <ac:chgData name="Abdessalam, Nayera Marie - (nmabdessalam)" userId="37feefe1-b2e7-4b6d-b06c-d49b9c66d65b" providerId="ADAL" clId="{08F63BB5-3FB4-50F4-A162-BE02B58AB22D}" dt="2026-05-04T05:56:29.869" v="827" actId="121"/>
          <ac:spMkLst>
            <pc:docMk/>
            <pc:sldMk cId="2077051530" sldId="342"/>
            <ac:spMk id="18434" creationId="{CADEBA4D-B0DA-052D-DFE3-C726F395947D}"/>
          </ac:spMkLst>
        </pc:spChg>
        <pc:picChg chg="del">
          <ac:chgData name="Abdessalam, Nayera Marie - (nmabdessalam)" userId="37feefe1-b2e7-4b6d-b06c-d49b9c66d65b" providerId="ADAL" clId="{08F63BB5-3FB4-50F4-A162-BE02B58AB22D}" dt="2026-05-04T05:55:19.478" v="817" actId="478"/>
          <ac:picMkLst>
            <pc:docMk/>
            <pc:sldMk cId="2077051530" sldId="342"/>
            <ac:picMk id="3" creationId="{731C28A3-02B2-DA00-57F6-9F7AD42DF8A2}"/>
          </ac:picMkLst>
        </pc:picChg>
        <pc:picChg chg="add mod">
          <ac:chgData name="Abdessalam, Nayera Marie - (nmabdessalam)" userId="37feefe1-b2e7-4b6d-b06c-d49b9c66d65b" providerId="ADAL" clId="{08F63BB5-3FB4-50F4-A162-BE02B58AB22D}" dt="2026-05-05T04:19:44.498" v="1542" actId="1076"/>
          <ac:picMkLst>
            <pc:docMk/>
            <pc:sldMk cId="2077051530" sldId="342"/>
            <ac:picMk id="5" creationId="{58674DBC-A620-8D91-409D-A1C170984025}"/>
          </ac:picMkLst>
        </pc:picChg>
        <pc:picChg chg="add del mod modCrop">
          <ac:chgData name="Abdessalam, Nayera Marie - (nmabdessalam)" userId="37feefe1-b2e7-4b6d-b06c-d49b9c66d65b" providerId="ADAL" clId="{08F63BB5-3FB4-50F4-A162-BE02B58AB22D}" dt="2026-05-05T16:41:17.419" v="1685" actId="478"/>
          <ac:picMkLst>
            <pc:docMk/>
            <pc:sldMk cId="2077051530" sldId="342"/>
            <ac:picMk id="8" creationId="{E11BEC08-119D-DC77-5FB5-C1DCC08C10D5}"/>
          </ac:picMkLst>
        </pc:picChg>
      </pc:sldChg>
      <pc:sldChg chg="addSp modSp mod">
        <pc:chgData name="Abdessalam, Nayera Marie - (nmabdessalam)" userId="37feefe1-b2e7-4b6d-b06c-d49b9c66d65b" providerId="ADAL" clId="{08F63BB5-3FB4-50F4-A162-BE02B58AB22D}" dt="2026-05-05T15:40:51.899" v="1681" actId="1076"/>
        <pc:sldMkLst>
          <pc:docMk/>
          <pc:sldMk cId="894198924" sldId="343"/>
        </pc:sldMkLst>
        <pc:spChg chg="add mod">
          <ac:chgData name="Abdessalam, Nayera Marie - (nmabdessalam)" userId="37feefe1-b2e7-4b6d-b06c-d49b9c66d65b" providerId="ADAL" clId="{08F63BB5-3FB4-50F4-A162-BE02B58AB22D}" dt="2026-05-05T15:40:51.899" v="1681" actId="1076"/>
          <ac:spMkLst>
            <pc:docMk/>
            <pc:sldMk cId="894198924" sldId="343"/>
            <ac:spMk id="3" creationId="{77F80437-2D57-73B3-7515-9954B2CDC3CA}"/>
          </ac:spMkLst>
        </pc:spChg>
      </pc:sldChg>
      <pc:sldChg chg="addSp delSp modSp mod">
        <pc:chgData name="Abdessalam, Nayera Marie - (nmabdessalam)" userId="37feefe1-b2e7-4b6d-b06c-d49b9c66d65b" providerId="ADAL" clId="{08F63BB5-3FB4-50F4-A162-BE02B58AB22D}" dt="2026-05-05T03:37:39.714" v="1457" actId="1076"/>
        <pc:sldMkLst>
          <pc:docMk/>
          <pc:sldMk cId="371633896" sldId="344"/>
        </pc:sldMkLst>
        <pc:spChg chg="mod">
          <ac:chgData name="Abdessalam, Nayera Marie - (nmabdessalam)" userId="37feefe1-b2e7-4b6d-b06c-d49b9c66d65b" providerId="ADAL" clId="{08F63BB5-3FB4-50F4-A162-BE02B58AB22D}" dt="2026-05-04T16:59:40.820" v="1266" actId="18245"/>
          <ac:spMkLst>
            <pc:docMk/>
            <pc:sldMk cId="371633896" sldId="344"/>
            <ac:spMk id="4" creationId="{5FE8A989-B600-F96A-2C17-044485FB4775}"/>
          </ac:spMkLst>
        </pc:spChg>
        <pc:spChg chg="mod">
          <ac:chgData name="Abdessalam, Nayera Marie - (nmabdessalam)" userId="37feefe1-b2e7-4b6d-b06c-d49b9c66d65b" providerId="ADAL" clId="{08F63BB5-3FB4-50F4-A162-BE02B58AB22D}" dt="2026-05-04T17:00:03.491" v="1268" actId="207"/>
          <ac:spMkLst>
            <pc:docMk/>
            <pc:sldMk cId="371633896" sldId="344"/>
            <ac:spMk id="5" creationId="{E2D64E16-55AA-39BF-1357-DBA1C2258BD4}"/>
          </ac:spMkLst>
        </pc:spChg>
        <pc:spChg chg="mod">
          <ac:chgData name="Abdessalam, Nayera Marie - (nmabdessalam)" userId="37feefe1-b2e7-4b6d-b06c-d49b9c66d65b" providerId="ADAL" clId="{08F63BB5-3FB4-50F4-A162-BE02B58AB22D}" dt="2026-05-05T03:37:39.714" v="1457" actId="1076"/>
          <ac:spMkLst>
            <pc:docMk/>
            <pc:sldMk cId="371633896" sldId="344"/>
            <ac:spMk id="6" creationId="{5B6F7A5D-DAA8-93D0-D7A9-02A7F83AB823}"/>
          </ac:spMkLst>
        </pc:spChg>
        <pc:spChg chg="mod">
          <ac:chgData name="Abdessalam, Nayera Marie - (nmabdessalam)" userId="37feefe1-b2e7-4b6d-b06c-d49b9c66d65b" providerId="ADAL" clId="{08F63BB5-3FB4-50F4-A162-BE02B58AB22D}" dt="2026-05-04T17:00:56.783" v="1280" actId="207"/>
          <ac:spMkLst>
            <pc:docMk/>
            <pc:sldMk cId="371633896" sldId="344"/>
            <ac:spMk id="7" creationId="{E9A18546-7E4B-534D-17BB-0E1546C88726}"/>
          </ac:spMkLst>
        </pc:spChg>
        <pc:spChg chg="mod">
          <ac:chgData name="Abdessalam, Nayera Marie - (nmabdessalam)" userId="37feefe1-b2e7-4b6d-b06c-d49b9c66d65b" providerId="ADAL" clId="{08F63BB5-3FB4-50F4-A162-BE02B58AB22D}" dt="2026-05-04T17:01:02.329" v="1282" actId="207"/>
          <ac:spMkLst>
            <pc:docMk/>
            <pc:sldMk cId="371633896" sldId="344"/>
            <ac:spMk id="8" creationId="{076164E0-A3A0-ED90-0425-3728FA29CCF7}"/>
          </ac:spMkLst>
        </pc:spChg>
        <pc:spChg chg="mod">
          <ac:chgData name="Abdessalam, Nayera Marie - (nmabdessalam)" userId="37feefe1-b2e7-4b6d-b06c-d49b9c66d65b" providerId="ADAL" clId="{08F63BB5-3FB4-50F4-A162-BE02B58AB22D}" dt="2026-05-04T16:59:40.820" v="1266" actId="18245"/>
          <ac:spMkLst>
            <pc:docMk/>
            <pc:sldMk cId="371633896" sldId="344"/>
            <ac:spMk id="9" creationId="{D1229691-4C0B-3821-B285-059CC3362C84}"/>
          </ac:spMkLst>
        </pc:spChg>
        <pc:spChg chg="mod">
          <ac:chgData name="Abdessalam, Nayera Marie - (nmabdessalam)" userId="37feefe1-b2e7-4b6d-b06c-d49b9c66d65b" providerId="ADAL" clId="{08F63BB5-3FB4-50F4-A162-BE02B58AB22D}" dt="2026-05-04T17:01:05.346" v="1284" actId="207"/>
          <ac:spMkLst>
            <pc:docMk/>
            <pc:sldMk cId="371633896" sldId="344"/>
            <ac:spMk id="10" creationId="{544AE809-0706-1E38-537A-3BF7967CDA93}"/>
          </ac:spMkLst>
        </pc:spChg>
        <pc:spChg chg="mod">
          <ac:chgData name="Abdessalam, Nayera Marie - (nmabdessalam)" userId="37feefe1-b2e7-4b6d-b06c-d49b9c66d65b" providerId="ADAL" clId="{08F63BB5-3FB4-50F4-A162-BE02B58AB22D}" dt="2026-05-04T17:01:08.181" v="1285" actId="207"/>
          <ac:spMkLst>
            <pc:docMk/>
            <pc:sldMk cId="371633896" sldId="344"/>
            <ac:spMk id="11" creationId="{DF495ADE-557B-E60C-05D7-A1939538EC53}"/>
          </ac:spMkLst>
        </pc:spChg>
        <pc:spChg chg="mod">
          <ac:chgData name="Abdessalam, Nayera Marie - (nmabdessalam)" userId="37feefe1-b2e7-4b6d-b06c-d49b9c66d65b" providerId="ADAL" clId="{08F63BB5-3FB4-50F4-A162-BE02B58AB22D}" dt="2026-05-04T16:59:40.820" v="1266" actId="18245"/>
          <ac:spMkLst>
            <pc:docMk/>
            <pc:sldMk cId="371633896" sldId="344"/>
            <ac:spMk id="12" creationId="{A882959D-0C18-C4F2-0C40-8BCA57C456C3}"/>
          </ac:spMkLst>
        </pc:spChg>
        <pc:grpChg chg="mod">
          <ac:chgData name="Abdessalam, Nayera Marie - (nmabdessalam)" userId="37feefe1-b2e7-4b6d-b06c-d49b9c66d65b" providerId="ADAL" clId="{08F63BB5-3FB4-50F4-A162-BE02B58AB22D}" dt="2026-05-04T17:00:41.734" v="1278" actId="1076"/>
          <ac:grpSpMkLst>
            <pc:docMk/>
            <pc:sldMk cId="371633896" sldId="344"/>
            <ac:grpSpMk id="3" creationId="{6371D15B-6F1E-DA57-1B9B-ED8D08419790}"/>
          </ac:grpSpMkLst>
        </pc:grpChg>
        <pc:graphicFrameChg chg="del mod modGraphic">
          <ac:chgData name="Abdessalam, Nayera Marie - (nmabdessalam)" userId="37feefe1-b2e7-4b6d-b06c-d49b9c66d65b" providerId="ADAL" clId="{08F63BB5-3FB4-50F4-A162-BE02B58AB22D}" dt="2026-05-04T16:59:40.820" v="1266" actId="18245"/>
          <ac:graphicFrameMkLst>
            <pc:docMk/>
            <pc:sldMk cId="371633896" sldId="344"/>
            <ac:graphicFrameMk id="18437" creationId="{3F357269-8806-A923-9522-5099C0FCAEC8}"/>
          </ac:graphicFrameMkLst>
        </pc:graphicFrameChg>
        <pc:picChg chg="add mod">
          <ac:chgData name="Abdessalam, Nayera Marie - (nmabdessalam)" userId="37feefe1-b2e7-4b6d-b06c-d49b9c66d65b" providerId="ADAL" clId="{08F63BB5-3FB4-50F4-A162-BE02B58AB22D}" dt="2026-05-04T17:00:50.479" v="1279" actId="1076"/>
          <ac:picMkLst>
            <pc:docMk/>
            <pc:sldMk cId="371633896" sldId="344"/>
            <ac:picMk id="14" creationId="{7BF9E5B5-7EFF-780C-DC80-C0E91AAB4E87}"/>
          </ac:picMkLst>
        </pc:picChg>
        <pc:picChg chg="add mod">
          <ac:chgData name="Abdessalam, Nayera Marie - (nmabdessalam)" userId="37feefe1-b2e7-4b6d-b06c-d49b9c66d65b" providerId="ADAL" clId="{08F63BB5-3FB4-50F4-A162-BE02B58AB22D}" dt="2026-05-04T17:01:34.809" v="1294" actId="1076"/>
          <ac:picMkLst>
            <pc:docMk/>
            <pc:sldMk cId="371633896" sldId="344"/>
            <ac:picMk id="16" creationId="{2522834C-3A35-14FD-2B5A-D5CFE135126D}"/>
          </ac:picMkLst>
        </pc:picChg>
        <pc:picChg chg="add mod">
          <ac:chgData name="Abdessalam, Nayera Marie - (nmabdessalam)" userId="37feefe1-b2e7-4b6d-b06c-d49b9c66d65b" providerId="ADAL" clId="{08F63BB5-3FB4-50F4-A162-BE02B58AB22D}" dt="2026-05-04T17:03:49.865" v="1302" actId="1076"/>
          <ac:picMkLst>
            <pc:docMk/>
            <pc:sldMk cId="371633896" sldId="344"/>
            <ac:picMk id="18" creationId="{476862F9-4EBB-C1F7-0A34-3C743E81821B}"/>
          </ac:picMkLst>
        </pc:picChg>
      </pc:sldChg>
      <pc:sldChg chg="addSp delSp modSp add mod modNotesTx">
        <pc:chgData name="Abdessalam, Nayera Marie - (nmabdessalam)" userId="37feefe1-b2e7-4b6d-b06c-d49b9c66d65b" providerId="ADAL" clId="{08F63BB5-3FB4-50F4-A162-BE02B58AB22D}" dt="2026-05-05T18:22:01.583" v="1704" actId="58"/>
        <pc:sldMkLst>
          <pc:docMk/>
          <pc:sldMk cId="1153123747" sldId="345"/>
        </pc:sldMkLst>
        <pc:spChg chg="add del mod">
          <ac:chgData name="Abdessalam, Nayera Marie - (nmabdessalam)" userId="37feefe1-b2e7-4b6d-b06c-d49b9c66d65b" providerId="ADAL" clId="{08F63BB5-3FB4-50F4-A162-BE02B58AB22D}" dt="2026-05-04T06:07:35.925" v="841" actId="478"/>
          <ac:spMkLst>
            <pc:docMk/>
            <pc:sldMk cId="1153123747" sldId="345"/>
            <ac:spMk id="3" creationId="{0236DA4D-6B58-1742-AD66-1838477364C0}"/>
          </ac:spMkLst>
        </pc:spChg>
        <pc:spChg chg="add del mod">
          <ac:chgData name="Abdessalam, Nayera Marie - (nmabdessalam)" userId="37feefe1-b2e7-4b6d-b06c-d49b9c66d65b" providerId="ADAL" clId="{08F63BB5-3FB4-50F4-A162-BE02B58AB22D}" dt="2026-05-05T03:37:02.942" v="1448" actId="21"/>
          <ac:spMkLst>
            <pc:docMk/>
            <pc:sldMk cId="1153123747" sldId="345"/>
            <ac:spMk id="3" creationId="{1887EF3F-0817-F7F7-B2BB-E6B1CCEF0B25}"/>
          </ac:spMkLst>
        </pc:spChg>
        <pc:spChg chg="add mod">
          <ac:chgData name="Abdessalam, Nayera Marie - (nmabdessalam)" userId="37feefe1-b2e7-4b6d-b06c-d49b9c66d65b" providerId="ADAL" clId="{08F63BB5-3FB4-50F4-A162-BE02B58AB22D}" dt="2026-05-05T18:20:54.919" v="1699" actId="57"/>
          <ac:spMkLst>
            <pc:docMk/>
            <pc:sldMk cId="1153123747" sldId="345"/>
            <ac:spMk id="5" creationId="{88241940-BF4F-C31D-1D25-6D0437927852}"/>
          </ac:spMkLst>
        </pc:spChg>
        <pc:spChg chg="add del mod">
          <ac:chgData name="Abdessalam, Nayera Marie - (nmabdessalam)" userId="37feefe1-b2e7-4b6d-b06c-d49b9c66d65b" providerId="ADAL" clId="{08F63BB5-3FB4-50F4-A162-BE02B58AB22D}" dt="2026-05-05T03:36:23.193" v="1430" actId="478"/>
          <ac:spMkLst>
            <pc:docMk/>
            <pc:sldMk cId="1153123747" sldId="345"/>
            <ac:spMk id="6" creationId="{35A73ACD-6268-4FDA-1835-9E877A391D7C}"/>
          </ac:spMkLst>
        </pc:spChg>
        <pc:spChg chg="add del mod">
          <ac:chgData name="Abdessalam, Nayera Marie - (nmabdessalam)" userId="37feefe1-b2e7-4b6d-b06c-d49b9c66d65b" providerId="ADAL" clId="{08F63BB5-3FB4-50F4-A162-BE02B58AB22D}" dt="2026-05-05T03:37:02.942" v="1448" actId="21"/>
          <ac:spMkLst>
            <pc:docMk/>
            <pc:sldMk cId="1153123747" sldId="345"/>
            <ac:spMk id="7" creationId="{ADAF3410-00A7-1AAA-8217-4E3C0177D885}"/>
          </ac:spMkLst>
        </pc:spChg>
        <pc:spChg chg="add del mod">
          <ac:chgData name="Abdessalam, Nayera Marie - (nmabdessalam)" userId="37feefe1-b2e7-4b6d-b06c-d49b9c66d65b" providerId="ADAL" clId="{08F63BB5-3FB4-50F4-A162-BE02B58AB22D}" dt="2026-05-05T04:13:39.890" v="1469" actId="478"/>
          <ac:spMkLst>
            <pc:docMk/>
            <pc:sldMk cId="1153123747" sldId="345"/>
            <ac:spMk id="8" creationId="{0F1DD9E9-1BF2-51CF-FE2B-3FB4520BBE43}"/>
          </ac:spMkLst>
        </pc:spChg>
        <pc:spChg chg="add mod">
          <ac:chgData name="Abdessalam, Nayera Marie - (nmabdessalam)" userId="37feefe1-b2e7-4b6d-b06c-d49b9c66d65b" providerId="ADAL" clId="{08F63BB5-3FB4-50F4-A162-BE02B58AB22D}" dt="2026-05-05T18:22:01.583" v="1704" actId="58"/>
          <ac:spMkLst>
            <pc:docMk/>
            <pc:sldMk cId="1153123747" sldId="345"/>
            <ac:spMk id="9" creationId="{7672E472-362F-BAF3-8C69-783E758ED096}"/>
          </ac:spMkLst>
        </pc:spChg>
        <pc:spChg chg="add mod">
          <ac:chgData name="Abdessalam, Nayera Marie - (nmabdessalam)" userId="37feefe1-b2e7-4b6d-b06c-d49b9c66d65b" providerId="ADAL" clId="{08F63BB5-3FB4-50F4-A162-BE02B58AB22D}" dt="2026-05-05T04:19:04.688" v="1531" actId="20577"/>
          <ac:spMkLst>
            <pc:docMk/>
            <pc:sldMk cId="1153123747" sldId="345"/>
            <ac:spMk id="10" creationId="{8036DA96-EFD4-B4ED-A461-DCE34FCF950D}"/>
          </ac:spMkLst>
        </pc:spChg>
        <pc:spChg chg="mod">
          <ac:chgData name="Abdessalam, Nayera Marie - (nmabdessalam)" userId="37feefe1-b2e7-4b6d-b06c-d49b9c66d65b" providerId="ADAL" clId="{08F63BB5-3FB4-50F4-A162-BE02B58AB22D}" dt="2026-05-05T03:33:59.485" v="1412" actId="121"/>
          <ac:spMkLst>
            <pc:docMk/>
            <pc:sldMk cId="1153123747" sldId="345"/>
            <ac:spMk id="18434" creationId="{A5A861DE-CD9F-B7E0-2F3F-93422E1A3CC3}"/>
          </ac:spMkLst>
        </pc:spChg>
        <pc:graphicFrameChg chg="add mod modGraphic">
          <ac:chgData name="Abdessalam, Nayera Marie - (nmabdessalam)" userId="37feefe1-b2e7-4b6d-b06c-d49b9c66d65b" providerId="ADAL" clId="{08F63BB5-3FB4-50F4-A162-BE02B58AB22D}" dt="2026-05-05T04:18:16.850" v="1489" actId="1076"/>
          <ac:graphicFrameMkLst>
            <pc:docMk/>
            <pc:sldMk cId="1153123747" sldId="345"/>
            <ac:graphicFrameMk id="4" creationId="{089A6837-EC53-56FE-1D40-694E642F74B1}"/>
          </ac:graphicFrameMkLst>
        </pc:graphicFrameChg>
      </pc:sldChg>
      <pc:sldChg chg="modSp add mod">
        <pc:chgData name="Abdessalam, Nayera Marie - (nmabdessalam)" userId="37feefe1-b2e7-4b6d-b06c-d49b9c66d65b" providerId="ADAL" clId="{08F63BB5-3FB4-50F4-A162-BE02B58AB22D}" dt="2026-05-05T18:21:15.904" v="1700" actId="58"/>
        <pc:sldMkLst>
          <pc:docMk/>
          <pc:sldMk cId="107507863" sldId="346"/>
        </pc:sldMkLst>
        <pc:spChg chg="mod">
          <ac:chgData name="Abdessalam, Nayera Marie - (nmabdessalam)" userId="37feefe1-b2e7-4b6d-b06c-d49b9c66d65b" providerId="ADAL" clId="{08F63BB5-3FB4-50F4-A162-BE02B58AB22D}" dt="2026-05-05T16:41:33.802" v="1690" actId="1037"/>
          <ac:spMkLst>
            <pc:docMk/>
            <pc:sldMk cId="107507863" sldId="346"/>
            <ac:spMk id="3" creationId="{D7EE0395-7A7C-E728-FCBB-DCB2AC7FAA46}"/>
          </ac:spMkLst>
        </pc:spChg>
        <pc:spChg chg="mod">
          <ac:chgData name="Abdessalam, Nayera Marie - (nmabdessalam)" userId="37feefe1-b2e7-4b6d-b06c-d49b9c66d65b" providerId="ADAL" clId="{08F63BB5-3FB4-50F4-A162-BE02B58AB22D}" dt="2026-05-05T18:21:15.904" v="1700" actId="58"/>
          <ac:spMkLst>
            <pc:docMk/>
            <pc:sldMk cId="107507863" sldId="346"/>
            <ac:spMk id="4" creationId="{AF65658B-0F87-1008-3B7C-9F2D3A128E10}"/>
          </ac:spMkLst>
        </pc:spChg>
      </pc:sld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3407"/>
          </a:xfrm>
          <a:prstGeom prst="rect">
            <a:avLst/>
          </a:prstGeom>
        </p:spPr>
        <p:txBody>
          <a:bodyPr vert="horz" lIns="93177" tIns="46589" rIns="93177" bIns="46589" rtlCol="0"/>
          <a:lstStyle>
            <a:lvl1pPr algn="l">
              <a:defRPr sz="1200"/>
            </a:lvl1pPr>
          </a:lstStyle>
          <a:p>
            <a:endParaRPr lang="en-US"/>
          </a:p>
        </p:txBody>
      </p:sp>
      <p:sp>
        <p:nvSpPr>
          <p:cNvPr id="3" name="Date Placeholder 2"/>
          <p:cNvSpPr>
            <a:spLocks noGrp="1"/>
          </p:cNvSpPr>
          <p:nvPr>
            <p:ph type="dt" sz="quarter" idx="1"/>
          </p:nvPr>
        </p:nvSpPr>
        <p:spPr>
          <a:xfrm>
            <a:off x="3970938" y="0"/>
            <a:ext cx="3037840" cy="463407"/>
          </a:xfrm>
          <a:prstGeom prst="rect">
            <a:avLst/>
          </a:prstGeom>
        </p:spPr>
        <p:txBody>
          <a:bodyPr vert="horz" lIns="93177" tIns="46589" rIns="93177" bIns="46589" rtlCol="0"/>
          <a:lstStyle>
            <a:lvl1pPr algn="r">
              <a:defRPr sz="1200"/>
            </a:lvl1pPr>
          </a:lstStyle>
          <a:p>
            <a:fld id="{CCE60FB0-1FD4-4E58-ACC2-AD423ABBC481}" type="datetimeFigureOut">
              <a:rPr lang="en-US" smtClean="0"/>
              <a:t>5/5/26</a:t>
            </a:fld>
            <a:endParaRPr lang="en-US"/>
          </a:p>
        </p:txBody>
      </p:sp>
      <p:sp>
        <p:nvSpPr>
          <p:cNvPr id="4" name="Footer Placeholder 3"/>
          <p:cNvSpPr>
            <a:spLocks noGrp="1"/>
          </p:cNvSpPr>
          <p:nvPr>
            <p:ph type="ftr" sz="quarter" idx="2"/>
          </p:nvPr>
        </p:nvSpPr>
        <p:spPr>
          <a:xfrm>
            <a:off x="0" y="8772669"/>
            <a:ext cx="3037840" cy="463406"/>
          </a:xfrm>
          <a:prstGeom prst="rect">
            <a:avLst/>
          </a:prstGeom>
        </p:spPr>
        <p:txBody>
          <a:bodyPr vert="horz" lIns="93177" tIns="46589" rIns="93177" bIns="46589" rtlCol="0" anchor="b"/>
          <a:lstStyle>
            <a:lvl1pPr algn="l">
              <a:defRPr sz="1200"/>
            </a:lvl1pPr>
          </a:lstStyle>
          <a:p>
            <a:endParaRPr lang="en-US"/>
          </a:p>
        </p:txBody>
      </p:sp>
      <p:sp>
        <p:nvSpPr>
          <p:cNvPr id="5" name="Slide Number Placeholder 4"/>
          <p:cNvSpPr>
            <a:spLocks noGrp="1"/>
          </p:cNvSpPr>
          <p:nvPr>
            <p:ph type="sldNum" sz="quarter" idx="3"/>
          </p:nvPr>
        </p:nvSpPr>
        <p:spPr>
          <a:xfrm>
            <a:off x="3970938" y="8772669"/>
            <a:ext cx="3037840" cy="463406"/>
          </a:xfrm>
          <a:prstGeom prst="rect">
            <a:avLst/>
          </a:prstGeom>
        </p:spPr>
        <p:txBody>
          <a:bodyPr vert="horz" lIns="93177" tIns="46589" rIns="93177" bIns="46589" rtlCol="0" anchor="b"/>
          <a:lstStyle>
            <a:lvl1pPr algn="r">
              <a:defRPr sz="1200"/>
            </a:lvl1pPr>
          </a:lstStyle>
          <a:p>
            <a:fld id="{DF65889F-7F01-4917-8F05-B8BB871E4826}" type="slidenum">
              <a:rPr lang="en-US" smtClean="0"/>
              <a:t>‹#›</a:t>
            </a:fld>
            <a:endParaRPr lang="en-US"/>
          </a:p>
        </p:txBody>
      </p:sp>
    </p:spTree>
    <p:extLst>
      <p:ext uri="{BB962C8B-B14F-4D97-AF65-F5344CB8AC3E}">
        <p14:creationId xmlns:p14="http://schemas.microsoft.com/office/powerpoint/2010/main" val="4271638916"/>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1804"/>
          </a:xfrm>
          <a:prstGeom prst="rect">
            <a:avLst/>
          </a:prstGeom>
        </p:spPr>
        <p:txBody>
          <a:bodyPr vert="horz" lIns="93177" tIns="46589" rIns="93177" bIns="46589" rtlCol="0"/>
          <a:lstStyle>
            <a:lvl1pPr algn="l">
              <a:defRPr sz="1200"/>
            </a:lvl1pPr>
          </a:lstStyle>
          <a:p>
            <a:pPr>
              <a:defRPr/>
            </a:pPr>
            <a:endParaRPr lang="en-US"/>
          </a:p>
        </p:txBody>
      </p:sp>
      <p:sp>
        <p:nvSpPr>
          <p:cNvPr id="3" name="Date Placeholder 2"/>
          <p:cNvSpPr>
            <a:spLocks noGrp="1"/>
          </p:cNvSpPr>
          <p:nvPr>
            <p:ph type="dt" idx="1"/>
          </p:nvPr>
        </p:nvSpPr>
        <p:spPr>
          <a:xfrm>
            <a:off x="3970938" y="0"/>
            <a:ext cx="3037840" cy="461804"/>
          </a:xfrm>
          <a:prstGeom prst="rect">
            <a:avLst/>
          </a:prstGeom>
        </p:spPr>
        <p:txBody>
          <a:bodyPr vert="horz" lIns="93177" tIns="46589" rIns="93177" bIns="46589" rtlCol="0"/>
          <a:lstStyle>
            <a:lvl1pPr algn="r">
              <a:defRPr sz="1200"/>
            </a:lvl1pPr>
          </a:lstStyle>
          <a:p>
            <a:pPr>
              <a:defRPr/>
            </a:pPr>
            <a:fld id="{E316153D-99FA-4979-9BE1-6F8DCE518114}" type="datetimeFigureOut">
              <a:rPr lang="en-US"/>
              <a:pPr>
                <a:defRPr/>
              </a:pPr>
              <a:t>5/5/26</a:t>
            </a:fld>
            <a:endParaRPr lang="en-US"/>
          </a:p>
        </p:txBody>
      </p:sp>
      <p:sp>
        <p:nvSpPr>
          <p:cNvPr id="4" name="Slide Image Placeholder 3"/>
          <p:cNvSpPr>
            <a:spLocks noGrp="1" noRot="1" noChangeAspect="1"/>
          </p:cNvSpPr>
          <p:nvPr>
            <p:ph type="sldImg" idx="2"/>
          </p:nvPr>
        </p:nvSpPr>
        <p:spPr>
          <a:xfrm>
            <a:off x="1195388" y="692150"/>
            <a:ext cx="4619625" cy="3463925"/>
          </a:xfrm>
          <a:prstGeom prst="rect">
            <a:avLst/>
          </a:prstGeom>
          <a:noFill/>
          <a:ln w="12700">
            <a:solidFill>
              <a:prstClr val="black"/>
            </a:solidFill>
          </a:ln>
        </p:spPr>
        <p:txBody>
          <a:bodyPr vert="horz" lIns="93177" tIns="46589" rIns="93177" bIns="46589" rtlCol="0" anchor="ctr"/>
          <a:lstStyle/>
          <a:p>
            <a:pPr lvl="0"/>
            <a:endParaRPr lang="en-US" noProof="0"/>
          </a:p>
        </p:txBody>
      </p:sp>
      <p:sp>
        <p:nvSpPr>
          <p:cNvPr id="5" name="Notes Placeholder 4"/>
          <p:cNvSpPr>
            <a:spLocks noGrp="1"/>
          </p:cNvSpPr>
          <p:nvPr>
            <p:ph type="body" sz="quarter" idx="3"/>
          </p:nvPr>
        </p:nvSpPr>
        <p:spPr>
          <a:xfrm>
            <a:off x="701040" y="4387136"/>
            <a:ext cx="5608320" cy="4156234"/>
          </a:xfrm>
          <a:prstGeom prst="rect">
            <a:avLst/>
          </a:prstGeom>
        </p:spPr>
        <p:txBody>
          <a:bodyPr vert="horz" lIns="93177" tIns="46589" rIns="93177" bIns="46589"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6" name="Footer Placeholder 5"/>
          <p:cNvSpPr>
            <a:spLocks noGrp="1"/>
          </p:cNvSpPr>
          <p:nvPr>
            <p:ph type="ftr" sz="quarter" idx="4"/>
          </p:nvPr>
        </p:nvSpPr>
        <p:spPr>
          <a:xfrm>
            <a:off x="0" y="8772669"/>
            <a:ext cx="3037840" cy="461804"/>
          </a:xfrm>
          <a:prstGeom prst="rect">
            <a:avLst/>
          </a:prstGeom>
        </p:spPr>
        <p:txBody>
          <a:bodyPr vert="horz" lIns="93177" tIns="46589" rIns="93177" bIns="46589" rtlCol="0" anchor="b"/>
          <a:lstStyle>
            <a:lvl1pPr algn="l">
              <a:defRPr sz="1200"/>
            </a:lvl1pPr>
          </a:lstStyle>
          <a:p>
            <a:pPr>
              <a:defRPr/>
            </a:pPr>
            <a:endParaRPr lang="en-US"/>
          </a:p>
        </p:txBody>
      </p:sp>
      <p:sp>
        <p:nvSpPr>
          <p:cNvPr id="7" name="Slide Number Placeholder 6"/>
          <p:cNvSpPr>
            <a:spLocks noGrp="1"/>
          </p:cNvSpPr>
          <p:nvPr>
            <p:ph type="sldNum" sz="quarter" idx="5"/>
          </p:nvPr>
        </p:nvSpPr>
        <p:spPr>
          <a:xfrm>
            <a:off x="3970938" y="8772669"/>
            <a:ext cx="3037840" cy="461804"/>
          </a:xfrm>
          <a:prstGeom prst="rect">
            <a:avLst/>
          </a:prstGeom>
        </p:spPr>
        <p:txBody>
          <a:bodyPr vert="horz" lIns="93177" tIns="46589" rIns="93177" bIns="46589" rtlCol="0" anchor="b"/>
          <a:lstStyle>
            <a:lvl1pPr algn="r">
              <a:defRPr sz="1200"/>
            </a:lvl1pPr>
          </a:lstStyle>
          <a:p>
            <a:pPr>
              <a:defRPr/>
            </a:pPr>
            <a:fld id="{E089E055-FEAA-4BD4-BA8A-D66490A0233A}" type="slidenum">
              <a:rPr lang="en-US"/>
              <a:pPr>
                <a:defRPr/>
              </a:pPr>
              <a:t>‹#›</a:t>
            </a:fld>
            <a:endParaRPr lang="en-US"/>
          </a:p>
        </p:txBody>
      </p:sp>
    </p:spTree>
    <p:extLst>
      <p:ext uri="{BB962C8B-B14F-4D97-AF65-F5344CB8AC3E}">
        <p14:creationId xmlns:p14="http://schemas.microsoft.com/office/powerpoint/2010/main" val="828546125"/>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3200" dirty="0"/>
              <a:t>Background image credit: https://</a:t>
            </a:r>
            <a:r>
              <a:rPr lang="en-US" sz="3200" dirty="0" err="1"/>
              <a:t>svs.gsfc.nasa.gov</a:t>
            </a:r>
            <a:r>
              <a:rPr lang="en-US" sz="3200" dirty="0"/>
              <a:t>/13326</a:t>
            </a:r>
          </a:p>
        </p:txBody>
      </p:sp>
      <p:sp>
        <p:nvSpPr>
          <p:cNvPr id="4" name="Slide Number Placeholder 3"/>
          <p:cNvSpPr>
            <a:spLocks noGrp="1"/>
          </p:cNvSpPr>
          <p:nvPr>
            <p:ph type="sldNum" sz="quarter" idx="5"/>
          </p:nvPr>
        </p:nvSpPr>
        <p:spPr/>
        <p:txBody>
          <a:bodyPr/>
          <a:lstStyle/>
          <a:p>
            <a:pPr>
              <a:defRPr/>
            </a:pPr>
            <a:fld id="{E089E055-FEAA-4BD4-BA8A-D66490A0233A}" type="slidenum">
              <a:rPr lang="en-US" smtClean="0"/>
              <a:pPr>
                <a:defRPr/>
              </a:pPr>
              <a:t>1</a:t>
            </a:fld>
            <a:endParaRPr lang="en-US"/>
          </a:p>
        </p:txBody>
      </p:sp>
    </p:spTree>
    <p:extLst>
      <p:ext uri="{BB962C8B-B14F-4D97-AF65-F5344CB8AC3E}">
        <p14:creationId xmlns:p14="http://schemas.microsoft.com/office/powerpoint/2010/main" val="329674446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E089E055-FEAA-4BD4-BA8A-D66490A0233A}" type="slidenum">
              <a:rPr lang="en-US" smtClean="0"/>
              <a:pPr>
                <a:defRPr/>
              </a:pPr>
              <a:t>2</a:t>
            </a:fld>
            <a:endParaRPr lang="en-US"/>
          </a:p>
        </p:txBody>
      </p:sp>
    </p:spTree>
    <p:extLst>
      <p:ext uri="{BB962C8B-B14F-4D97-AF65-F5344CB8AC3E}">
        <p14:creationId xmlns:p14="http://schemas.microsoft.com/office/powerpoint/2010/main" val="273609152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Font typeface="Arial" panose="020B0604020202020204" pitchFamily="34" charset="0"/>
              <a:buNone/>
            </a:pPr>
            <a:r>
              <a:rPr lang="en-US" dirty="0"/>
              <a:t>Speaking notes:</a:t>
            </a:r>
          </a:p>
          <a:p>
            <a:pPr marL="171450" indent="-171450">
              <a:buFont typeface="Arial" panose="020B0604020202020204" pitchFamily="34" charset="0"/>
              <a:buChar char="•"/>
            </a:pPr>
            <a:r>
              <a:rPr lang="en-US" dirty="0"/>
              <a:t>Both lines come from gas around the black hole, but H</a:t>
            </a:r>
            <a:r>
              <a:rPr lang="el-GR" dirty="0"/>
              <a:t>β </a:t>
            </a:r>
            <a:r>
              <a:rPr lang="en-US" dirty="0"/>
              <a:t>traces more stable, gravitational motion, while C IV is affected by winds and outflows</a:t>
            </a:r>
          </a:p>
          <a:p>
            <a:pPr marL="171450" indent="-171450">
              <a:buFont typeface="Arial" panose="020B0604020202020204" pitchFamily="34" charset="0"/>
              <a:buChar char="•"/>
            </a:pPr>
            <a:r>
              <a:rPr lang="en-US" dirty="0"/>
              <a:t>Emphasize velocity and how we get from gas movements to broad emission line</a:t>
            </a:r>
          </a:p>
          <a:p>
            <a:pPr marL="171450" indent="-171450">
              <a:buFont typeface="Arial" panose="020B0604020202020204" pitchFamily="34" charset="0"/>
              <a:buChar char="•"/>
            </a:pPr>
            <a:r>
              <a:rPr lang="en-US" dirty="0"/>
              <a:t>Use graphic to shows how </a:t>
            </a:r>
            <a:r>
              <a:rPr lang="en-US" dirty="0" err="1"/>
              <a:t>hb</a:t>
            </a:r>
            <a:r>
              <a:rPr lang="en-US" dirty="0"/>
              <a:t> masses measures were made/correlated, show that it has been redshifted (from Wenwen or Vestergaard) : h beta as a mass calibrator (it is straight line)</a:t>
            </a:r>
          </a:p>
          <a:p>
            <a:endParaRPr lang="en-US" dirty="0"/>
          </a:p>
          <a:p>
            <a:r>
              <a:rPr lang="en-US" sz="1200" dirty="0"/>
              <a:t>CIV </a:t>
            </a:r>
            <a:r>
              <a:rPr lang="el-GR" sz="1200" dirty="0"/>
              <a:t>λ</a:t>
            </a:r>
            <a:r>
              <a:rPr lang="en-US" sz="1200" dirty="0"/>
              <a:t> = 1549 </a:t>
            </a:r>
            <a:r>
              <a:rPr lang="en-US" sz="1200" dirty="0" err="1"/>
              <a:t>Å</a:t>
            </a:r>
            <a:r>
              <a:rPr lang="en-US" sz="1400" dirty="0"/>
              <a:t>, </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t>Hb </a:t>
            </a:r>
            <a:r>
              <a:rPr lang="el-GR" sz="1200" dirty="0"/>
              <a:t>λ</a:t>
            </a:r>
            <a:r>
              <a:rPr lang="en-US" sz="1200" dirty="0"/>
              <a:t> = 4861 </a:t>
            </a:r>
            <a:r>
              <a:rPr lang="en-US" sz="1200" dirty="0" err="1"/>
              <a:t>Å</a:t>
            </a:r>
            <a:endParaRPr lang="en-US" sz="1200" b="1" dirty="0"/>
          </a:p>
        </p:txBody>
      </p:sp>
      <p:sp>
        <p:nvSpPr>
          <p:cNvPr id="4" name="Slide Number Placeholder 3"/>
          <p:cNvSpPr>
            <a:spLocks noGrp="1"/>
          </p:cNvSpPr>
          <p:nvPr>
            <p:ph type="sldNum" sz="quarter" idx="5"/>
          </p:nvPr>
        </p:nvSpPr>
        <p:spPr/>
        <p:txBody>
          <a:bodyPr/>
          <a:lstStyle/>
          <a:p>
            <a:pPr>
              <a:defRPr/>
            </a:pPr>
            <a:fld id="{E089E055-FEAA-4BD4-BA8A-D66490A0233A}" type="slidenum">
              <a:rPr lang="en-US" smtClean="0"/>
              <a:pPr>
                <a:defRPr/>
              </a:pPr>
              <a:t>3</a:t>
            </a:fld>
            <a:endParaRPr lang="en-US"/>
          </a:p>
        </p:txBody>
      </p:sp>
    </p:spTree>
    <p:extLst>
      <p:ext uri="{BB962C8B-B14F-4D97-AF65-F5344CB8AC3E}">
        <p14:creationId xmlns:p14="http://schemas.microsoft.com/office/powerpoint/2010/main" val="199590498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7992658-7004-D7D2-555E-689D40FC3C3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401700D-76C2-FA9E-2602-CCBFE31C3DB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5CE9D97-65F6-06B0-2886-E8635D740759}"/>
              </a:ext>
            </a:extLst>
          </p:cNvPr>
          <p:cNvSpPr>
            <a:spLocks noGrp="1"/>
          </p:cNvSpPr>
          <p:nvPr>
            <p:ph type="body" idx="1"/>
          </p:nvPr>
        </p:nvSpPr>
        <p:spPr/>
        <p:txBody>
          <a:bodyPr/>
          <a:lstStyle/>
          <a:p>
            <a:pPr marL="0" indent="0">
              <a:buFont typeface="Arial" panose="020B0604020202020204" pitchFamily="34" charset="0"/>
              <a:buNone/>
            </a:pPr>
            <a:r>
              <a:rPr lang="en-US" dirty="0"/>
              <a:t>Speaking notes:</a:t>
            </a:r>
          </a:p>
          <a:p>
            <a:pPr marL="171450" indent="-171450">
              <a:buFont typeface="Arial" panose="020B0604020202020204" pitchFamily="34" charset="0"/>
              <a:buChar char="•"/>
            </a:pPr>
            <a:r>
              <a:rPr lang="en-US" dirty="0"/>
              <a:t>Both lines come from gas around the black hole, but H</a:t>
            </a:r>
            <a:r>
              <a:rPr lang="el-GR" dirty="0"/>
              <a:t>β </a:t>
            </a:r>
            <a:r>
              <a:rPr lang="en-US" dirty="0"/>
              <a:t>traces more stable, gravitational motion, while C IV is affected by winds and outflows</a:t>
            </a:r>
          </a:p>
          <a:p>
            <a:pPr marL="171450" indent="-171450">
              <a:buFont typeface="Arial" panose="020B0604020202020204" pitchFamily="34" charset="0"/>
              <a:buChar char="•"/>
            </a:pPr>
            <a:r>
              <a:rPr lang="en-US" dirty="0"/>
              <a:t>Emphasize velocity and how we get from gas movements to broad emission line</a:t>
            </a:r>
          </a:p>
          <a:p>
            <a:pPr marL="171450" indent="-171450">
              <a:buFont typeface="Arial" panose="020B0604020202020204" pitchFamily="34" charset="0"/>
              <a:buChar char="•"/>
            </a:pPr>
            <a:r>
              <a:rPr lang="en-US" dirty="0"/>
              <a:t>Use graphic to shows how </a:t>
            </a:r>
            <a:r>
              <a:rPr lang="en-US" dirty="0" err="1"/>
              <a:t>hb</a:t>
            </a:r>
            <a:r>
              <a:rPr lang="en-US" dirty="0"/>
              <a:t> masses measures were made/correlated, show that it has been redshifted (from Wenwen or Vestergaard) : h beta as a mass calibrator (it is straight line)</a:t>
            </a:r>
          </a:p>
          <a:p>
            <a:endParaRPr lang="en-US" dirty="0"/>
          </a:p>
          <a:p>
            <a:r>
              <a:rPr lang="en-US" sz="1200" dirty="0"/>
              <a:t>CIV </a:t>
            </a:r>
            <a:r>
              <a:rPr lang="el-GR" sz="1200" dirty="0"/>
              <a:t>λ</a:t>
            </a:r>
            <a:r>
              <a:rPr lang="en-US" sz="1200" dirty="0"/>
              <a:t> = 1549 </a:t>
            </a:r>
            <a:r>
              <a:rPr lang="en-US" sz="1200" dirty="0" err="1"/>
              <a:t>Å</a:t>
            </a:r>
            <a:r>
              <a:rPr lang="en-US" sz="1400" dirty="0"/>
              <a:t>, </a:t>
            </a:r>
          </a:p>
          <a:p>
            <a:pPr marL="0" marR="0" lvl="0" indent="0" algn="l" defTabSz="914400" rtl="0" eaLnBrk="0" fontAlgn="base" latinLnBrk="0" hangingPunct="0">
              <a:lnSpc>
                <a:spcPct val="100000"/>
              </a:lnSpc>
              <a:spcBef>
                <a:spcPct val="30000"/>
              </a:spcBef>
              <a:spcAft>
                <a:spcPct val="0"/>
              </a:spcAft>
              <a:buClrTx/>
              <a:buSzTx/>
              <a:buFontTx/>
              <a:buNone/>
              <a:tabLst/>
              <a:defRPr/>
            </a:pPr>
            <a:r>
              <a:rPr lang="en-US" dirty="0"/>
              <a:t>Hb </a:t>
            </a:r>
            <a:r>
              <a:rPr lang="el-GR" sz="1200" dirty="0"/>
              <a:t>λ</a:t>
            </a:r>
            <a:r>
              <a:rPr lang="en-US" sz="1200" dirty="0"/>
              <a:t> = 4861 </a:t>
            </a:r>
            <a:r>
              <a:rPr lang="en-US" sz="1200" dirty="0" err="1"/>
              <a:t>Å</a:t>
            </a:r>
            <a:endParaRPr lang="en-US" sz="1200" b="1" dirty="0"/>
          </a:p>
        </p:txBody>
      </p:sp>
      <p:sp>
        <p:nvSpPr>
          <p:cNvPr id="4" name="Slide Number Placeholder 3">
            <a:extLst>
              <a:ext uri="{FF2B5EF4-FFF2-40B4-BE49-F238E27FC236}">
                <a16:creationId xmlns:a16="http://schemas.microsoft.com/office/drawing/2014/main" id="{E9948448-8AA5-B640-F3CA-82EC03B442DE}"/>
              </a:ext>
            </a:extLst>
          </p:cNvPr>
          <p:cNvSpPr>
            <a:spLocks noGrp="1"/>
          </p:cNvSpPr>
          <p:nvPr>
            <p:ph type="sldNum" sz="quarter" idx="5"/>
          </p:nvPr>
        </p:nvSpPr>
        <p:spPr/>
        <p:txBody>
          <a:bodyPr/>
          <a:lstStyle/>
          <a:p>
            <a:pPr>
              <a:defRPr/>
            </a:pPr>
            <a:fld id="{E089E055-FEAA-4BD4-BA8A-D66490A0233A}" type="slidenum">
              <a:rPr lang="en-US" smtClean="0"/>
              <a:pPr>
                <a:defRPr/>
              </a:pPr>
              <a:t>4</a:t>
            </a:fld>
            <a:endParaRPr lang="en-US"/>
          </a:p>
        </p:txBody>
      </p:sp>
    </p:spTree>
    <p:extLst>
      <p:ext uri="{BB962C8B-B14F-4D97-AF65-F5344CB8AC3E}">
        <p14:creationId xmlns:p14="http://schemas.microsoft.com/office/powerpoint/2010/main" val="399472831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Source </a:t>
            </a:r>
            <a:r>
              <a:rPr lang="en-US" dirty="0" err="1"/>
              <a:t>weizhe</a:t>
            </a:r>
            <a:r>
              <a:rPr lang="en-US" dirty="0"/>
              <a:t> paper</a:t>
            </a:r>
          </a:p>
          <a:p>
            <a:endParaRPr lang="en-US" dirty="0">
              <a:ea typeface="Calibri"/>
              <a:cs typeface="Calibri"/>
            </a:endParaRPr>
          </a:p>
        </p:txBody>
      </p:sp>
      <p:sp>
        <p:nvSpPr>
          <p:cNvPr id="4" name="Slide Number Placeholder 3"/>
          <p:cNvSpPr>
            <a:spLocks noGrp="1"/>
          </p:cNvSpPr>
          <p:nvPr>
            <p:ph type="sldNum" sz="quarter" idx="5"/>
          </p:nvPr>
        </p:nvSpPr>
        <p:spPr/>
        <p:txBody>
          <a:bodyPr/>
          <a:lstStyle/>
          <a:p>
            <a:pPr>
              <a:defRPr/>
            </a:pPr>
            <a:fld id="{E089E055-FEAA-4BD4-BA8A-D66490A0233A}" type="slidenum">
              <a:rPr lang="en-US" smtClean="0"/>
              <a:pPr>
                <a:defRPr/>
              </a:pPr>
              <a:t>5</a:t>
            </a:fld>
            <a:endParaRPr lang="en-US"/>
          </a:p>
        </p:txBody>
      </p:sp>
    </p:spTree>
    <p:extLst>
      <p:ext uri="{BB962C8B-B14F-4D97-AF65-F5344CB8AC3E}">
        <p14:creationId xmlns:p14="http://schemas.microsoft.com/office/powerpoint/2010/main" val="31590093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Luminosity -&gt; radius</a:t>
            </a:r>
          </a:p>
          <a:p>
            <a:r>
              <a:rPr lang="en-US" dirty="0"/>
              <a:t>Line width -&gt; motion</a:t>
            </a:r>
          </a:p>
          <a:p>
            <a:endParaRPr lang="en-US" dirty="0"/>
          </a:p>
          <a:p>
            <a:r>
              <a:rPr lang="en-US" dirty="0"/>
              <a:t>if still too long, reduce this slide to show just one good spectrum example, talk about line width</a:t>
            </a:r>
          </a:p>
        </p:txBody>
      </p:sp>
      <p:sp>
        <p:nvSpPr>
          <p:cNvPr id="4" name="Slide Number Placeholder 3"/>
          <p:cNvSpPr>
            <a:spLocks noGrp="1"/>
          </p:cNvSpPr>
          <p:nvPr>
            <p:ph type="sldNum" sz="quarter" idx="5"/>
          </p:nvPr>
        </p:nvSpPr>
        <p:spPr/>
        <p:txBody>
          <a:bodyPr/>
          <a:lstStyle/>
          <a:p>
            <a:pPr>
              <a:defRPr/>
            </a:pPr>
            <a:fld id="{E089E055-FEAA-4BD4-BA8A-D66490A0233A}" type="slidenum">
              <a:rPr lang="en-US" smtClean="0"/>
              <a:pPr>
                <a:defRPr/>
              </a:pPr>
              <a:t>6</a:t>
            </a:fld>
            <a:endParaRPr lang="en-US"/>
          </a:p>
        </p:txBody>
      </p:sp>
    </p:spTree>
    <p:extLst>
      <p:ext uri="{BB962C8B-B14F-4D97-AF65-F5344CB8AC3E}">
        <p14:creationId xmlns:p14="http://schemas.microsoft.com/office/powerpoint/2010/main" val="335223216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LINMIX: </a:t>
            </a:r>
            <a:r>
              <a:rPr lang="en-US" sz="1200" b="1" i="0" kern="1200" dirty="0">
                <a:solidFill>
                  <a:schemeClr val="tx1"/>
                </a:solidFill>
                <a:effectLst/>
                <a:latin typeface="+mn-lt"/>
                <a:ea typeface="+mn-ea"/>
                <a:cs typeface="+mn-cs"/>
              </a:rPr>
              <a:t>A Bayesian approach to linear regression with errors in both X and Y.</a:t>
            </a:r>
          </a:p>
          <a:p>
            <a:br>
              <a:rPr lang="en-US" dirty="0"/>
            </a:br>
            <a:endParaRPr lang="en-US" dirty="0"/>
          </a:p>
        </p:txBody>
      </p:sp>
      <p:sp>
        <p:nvSpPr>
          <p:cNvPr id="4" name="Slide Number Placeholder 3"/>
          <p:cNvSpPr>
            <a:spLocks noGrp="1"/>
          </p:cNvSpPr>
          <p:nvPr>
            <p:ph type="sldNum" sz="quarter" idx="5"/>
          </p:nvPr>
        </p:nvSpPr>
        <p:spPr/>
        <p:txBody>
          <a:bodyPr/>
          <a:lstStyle/>
          <a:p>
            <a:pPr>
              <a:defRPr/>
            </a:pPr>
            <a:fld id="{E089E055-FEAA-4BD4-BA8A-D66490A0233A}" type="slidenum">
              <a:rPr lang="en-US" smtClean="0"/>
              <a:pPr>
                <a:defRPr/>
              </a:pPr>
              <a:t>7</a:t>
            </a:fld>
            <a:endParaRPr lang="en-US"/>
          </a:p>
        </p:txBody>
      </p:sp>
    </p:spTree>
    <p:extLst>
      <p:ext uri="{BB962C8B-B14F-4D97-AF65-F5344CB8AC3E}">
        <p14:creationId xmlns:p14="http://schemas.microsoft.com/office/powerpoint/2010/main" val="357378293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20D53A-3DEF-38F5-2048-F6FC3B0A77F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63F6B9F-48ED-FA74-17D2-DD26FFAFDAD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A8A41D5-F9AF-C43F-2CBC-B55B002A90D9}"/>
              </a:ext>
            </a:extLst>
          </p:cNvPr>
          <p:cNvSpPr>
            <a:spLocks noGrp="1"/>
          </p:cNvSpPr>
          <p:nvPr>
            <p:ph type="body" idx="1"/>
          </p:nvPr>
        </p:nvSpPr>
        <p:spPr/>
        <p:txBody>
          <a:bodyPr/>
          <a:lstStyle/>
          <a:p>
            <a:pPr marL="171450" indent="-171450">
              <a:buFont typeface="Arial" panose="020B0604020202020204" pitchFamily="34" charset="0"/>
              <a:buChar char="•"/>
            </a:pPr>
            <a:r>
              <a:rPr lang="en-US" dirty="0"/>
              <a:t>LINMIX: </a:t>
            </a:r>
            <a:r>
              <a:rPr lang="en-US" sz="1200" b="1" i="0" kern="1200" dirty="0">
                <a:solidFill>
                  <a:schemeClr val="tx1"/>
                </a:solidFill>
                <a:effectLst/>
                <a:latin typeface="+mn-lt"/>
                <a:ea typeface="+mn-ea"/>
                <a:cs typeface="+mn-cs"/>
              </a:rPr>
              <a:t>A Bayesian approach to linear regression with errors in both X and Y.</a:t>
            </a:r>
          </a:p>
          <a:p>
            <a:br>
              <a:rPr lang="en-US" dirty="0"/>
            </a:br>
            <a:endParaRPr lang="en-US" dirty="0"/>
          </a:p>
        </p:txBody>
      </p:sp>
      <p:sp>
        <p:nvSpPr>
          <p:cNvPr id="4" name="Slide Number Placeholder 3">
            <a:extLst>
              <a:ext uri="{FF2B5EF4-FFF2-40B4-BE49-F238E27FC236}">
                <a16:creationId xmlns:a16="http://schemas.microsoft.com/office/drawing/2014/main" id="{16AB9FD4-F16A-8079-32ED-8B8F5217E357}"/>
              </a:ext>
            </a:extLst>
          </p:cNvPr>
          <p:cNvSpPr>
            <a:spLocks noGrp="1"/>
          </p:cNvSpPr>
          <p:nvPr>
            <p:ph type="sldNum" sz="quarter" idx="5"/>
          </p:nvPr>
        </p:nvSpPr>
        <p:spPr/>
        <p:txBody>
          <a:bodyPr/>
          <a:lstStyle/>
          <a:p>
            <a:pPr>
              <a:defRPr/>
            </a:pPr>
            <a:fld id="{E089E055-FEAA-4BD4-BA8A-D66490A0233A}" type="slidenum">
              <a:rPr lang="en-US" smtClean="0"/>
              <a:pPr>
                <a:defRPr/>
              </a:pPr>
              <a:t>8</a:t>
            </a:fld>
            <a:endParaRPr lang="en-US"/>
          </a:p>
        </p:txBody>
      </p:sp>
    </p:spTree>
    <p:extLst>
      <p:ext uri="{BB962C8B-B14F-4D97-AF65-F5344CB8AC3E}">
        <p14:creationId xmlns:p14="http://schemas.microsoft.com/office/powerpoint/2010/main" val="278930462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956179-8288-2CDF-E615-238FA5D44C2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6FDECE1-A77E-5239-9F5C-0A0893B7E1E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D0B509F-08ED-A26C-3483-4C9130BD74B9}"/>
              </a:ext>
            </a:extLst>
          </p:cNvPr>
          <p:cNvSpPr>
            <a:spLocks noGrp="1"/>
          </p:cNvSpPr>
          <p:nvPr>
            <p:ph type="body" idx="1"/>
          </p:nvPr>
        </p:nvSpPr>
        <p:spPr/>
        <p:txBody>
          <a:bodyPr/>
          <a:lstStyle/>
          <a:p>
            <a:pPr marL="171450" indent="-171450">
              <a:buFont typeface="Arial" panose="020B0604020202020204" pitchFamily="34" charset="0"/>
              <a:buChar char="•"/>
            </a:pPr>
            <a:endParaRPr lang="en-US" dirty="0"/>
          </a:p>
        </p:txBody>
      </p:sp>
      <p:sp>
        <p:nvSpPr>
          <p:cNvPr id="4" name="Slide Number Placeholder 3">
            <a:extLst>
              <a:ext uri="{FF2B5EF4-FFF2-40B4-BE49-F238E27FC236}">
                <a16:creationId xmlns:a16="http://schemas.microsoft.com/office/drawing/2014/main" id="{20BEDCE6-31D1-93E8-FAAB-A62CA712543E}"/>
              </a:ext>
            </a:extLst>
          </p:cNvPr>
          <p:cNvSpPr>
            <a:spLocks noGrp="1"/>
          </p:cNvSpPr>
          <p:nvPr>
            <p:ph type="sldNum" sz="quarter" idx="5"/>
          </p:nvPr>
        </p:nvSpPr>
        <p:spPr/>
        <p:txBody>
          <a:bodyPr/>
          <a:lstStyle/>
          <a:p>
            <a:pPr>
              <a:defRPr/>
            </a:pPr>
            <a:fld id="{E089E055-FEAA-4BD4-BA8A-D66490A0233A}" type="slidenum">
              <a:rPr lang="en-US" smtClean="0"/>
              <a:pPr>
                <a:defRPr/>
              </a:pPr>
              <a:t>9</a:t>
            </a:fld>
            <a:endParaRPr lang="en-US"/>
          </a:p>
        </p:txBody>
      </p:sp>
    </p:spTree>
    <p:extLst>
      <p:ext uri="{BB962C8B-B14F-4D97-AF65-F5344CB8AC3E}">
        <p14:creationId xmlns:p14="http://schemas.microsoft.com/office/powerpoint/2010/main" val="197539478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Test other factors effecting black hole mass corrections</a:t>
            </a:r>
          </a:p>
          <a:p>
            <a:endParaRPr lang="en-US" dirty="0"/>
          </a:p>
          <a:p>
            <a:r>
              <a:rPr lang="en-US" dirty="0"/>
              <a:t>Calibrating away specific motions from the gas that is not just the pure gravitational motion, we are succeeding somewhat well at getting out the extraneous motions. Specific other corrections depending on each motion</a:t>
            </a:r>
          </a:p>
          <a:p>
            <a:endParaRPr lang="en-US" dirty="0"/>
          </a:p>
          <a:p>
            <a:endParaRPr lang="en-US" dirty="0"/>
          </a:p>
          <a:p>
            <a:r>
              <a:rPr lang="en-US" dirty="0"/>
              <a:t>Mention: Roman telescope, more CIV </a:t>
            </a:r>
            <a:r>
              <a:rPr lang="en-US" dirty="0" err="1"/>
              <a:t>measurments</a:t>
            </a:r>
            <a:r>
              <a:rPr lang="en-US" dirty="0"/>
              <a:t>. </a:t>
            </a:r>
            <a:r>
              <a:rPr lang="en-US" dirty="0" err="1"/>
              <a:t>SphereX</a:t>
            </a:r>
            <a:r>
              <a:rPr lang="en-US" dirty="0"/>
              <a:t> mission- </a:t>
            </a:r>
            <a:r>
              <a:rPr lang="en-US" dirty="0" err="1"/>
              <a:t>hbeta</a:t>
            </a:r>
            <a:r>
              <a:rPr lang="en-US" dirty="0"/>
              <a:t> and civ measurements</a:t>
            </a:r>
          </a:p>
        </p:txBody>
      </p:sp>
      <p:sp>
        <p:nvSpPr>
          <p:cNvPr id="4" name="Slide Number Placeholder 3"/>
          <p:cNvSpPr>
            <a:spLocks noGrp="1"/>
          </p:cNvSpPr>
          <p:nvPr>
            <p:ph type="sldNum" sz="quarter" idx="5"/>
          </p:nvPr>
        </p:nvSpPr>
        <p:spPr/>
        <p:txBody>
          <a:bodyPr/>
          <a:lstStyle/>
          <a:p>
            <a:pPr>
              <a:defRPr/>
            </a:pPr>
            <a:fld id="{E089E055-FEAA-4BD4-BA8A-D66490A0233A}" type="slidenum">
              <a:rPr lang="en-US" smtClean="0"/>
              <a:pPr>
                <a:defRPr/>
              </a:pPr>
              <a:t>10</a:t>
            </a:fld>
            <a:endParaRPr lang="en-US"/>
          </a:p>
        </p:txBody>
      </p:sp>
    </p:spTree>
    <p:extLst>
      <p:ext uri="{BB962C8B-B14F-4D97-AF65-F5344CB8AC3E}">
        <p14:creationId xmlns:p14="http://schemas.microsoft.com/office/powerpoint/2010/main" val="58263433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pPr>
              <a:defRPr/>
            </a:pPr>
            <a:fld id="{E089E055-FEAA-4BD4-BA8A-D66490A0233A}" type="slidenum">
              <a:rPr lang="en-US" smtClean="0"/>
              <a:pPr>
                <a:defRPr/>
              </a:pPr>
              <a:t>11</a:t>
            </a:fld>
            <a:endParaRPr lang="en-US"/>
          </a:p>
        </p:txBody>
      </p:sp>
    </p:spTree>
    <p:extLst>
      <p:ext uri="{BB962C8B-B14F-4D97-AF65-F5344CB8AC3E}">
        <p14:creationId xmlns:p14="http://schemas.microsoft.com/office/powerpoint/2010/main" val="263572992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en-US" sz="1200" dirty="0"/>
              <a:t>SMBH extreme gravity -&gt; Matter pulled in (but not all of it -&gt; gas and dust rotating SMBH (hot &amp; bright) -&gt; light travels through space -&gt; measured with telescopes on Earth</a:t>
            </a:r>
          </a:p>
          <a:p>
            <a:pPr marL="0" marR="0" lvl="0" indent="0" algn="l" defTabSz="914400" rtl="0" eaLnBrk="0" fontAlgn="base" latinLnBrk="0" hangingPunct="0">
              <a:lnSpc>
                <a:spcPct val="100000"/>
              </a:lnSpc>
              <a:spcBef>
                <a:spcPct val="30000"/>
              </a:spcBef>
              <a:spcAft>
                <a:spcPct val="0"/>
              </a:spcAft>
              <a:buClrTx/>
              <a:buSzTx/>
              <a:buFontTx/>
              <a:buNone/>
              <a:tabLst/>
              <a:defRPr/>
            </a:pPr>
            <a:endParaRPr lang="en-US" sz="1200" dirty="0"/>
          </a:p>
        </p:txBody>
      </p:sp>
      <p:sp>
        <p:nvSpPr>
          <p:cNvPr id="4" name="Slide Number Placeholder 3"/>
          <p:cNvSpPr>
            <a:spLocks noGrp="1"/>
          </p:cNvSpPr>
          <p:nvPr>
            <p:ph type="sldNum" sz="quarter" idx="5"/>
          </p:nvPr>
        </p:nvSpPr>
        <p:spPr/>
        <p:txBody>
          <a:bodyPr/>
          <a:lstStyle/>
          <a:p>
            <a:pPr>
              <a:defRPr/>
            </a:pPr>
            <a:fld id="{E089E055-FEAA-4BD4-BA8A-D66490A0233A}" type="slidenum">
              <a:rPr lang="en-US" smtClean="0"/>
              <a:pPr>
                <a:defRPr/>
              </a:pPr>
              <a:t>13</a:t>
            </a:fld>
            <a:endParaRPr lang="en-US"/>
          </a:p>
        </p:txBody>
      </p:sp>
    </p:spTree>
    <p:extLst>
      <p:ext uri="{BB962C8B-B14F-4D97-AF65-F5344CB8AC3E}">
        <p14:creationId xmlns:p14="http://schemas.microsoft.com/office/powerpoint/2010/main" val="11619735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en-US"/>
              <a:t>Click to edit Master subtitle style</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0D5FF2BA-3355-46A5-9BF1-20F75A47B6B9}" type="slidenum">
              <a:rPr lang="en-US"/>
              <a:pPr>
                <a:defRPr/>
              </a:pPr>
              <a:t>‹#›</a:t>
            </a:fld>
            <a:endParaRPr lang="en-US"/>
          </a:p>
        </p:txBody>
      </p:sp>
    </p:spTree>
    <p:extLst>
      <p:ext uri="{BB962C8B-B14F-4D97-AF65-F5344CB8AC3E}">
        <p14:creationId xmlns:p14="http://schemas.microsoft.com/office/powerpoint/2010/main" val="296719494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904253AC-65A5-4A22-A818-B0C5084ED87B}" type="slidenum">
              <a:rPr lang="en-US"/>
              <a:pPr>
                <a:defRPr/>
              </a:pPr>
              <a:t>‹#›</a:t>
            </a:fld>
            <a:endParaRPr lang="en-US"/>
          </a:p>
        </p:txBody>
      </p:sp>
    </p:spTree>
    <p:extLst>
      <p:ext uri="{BB962C8B-B14F-4D97-AF65-F5344CB8AC3E}">
        <p14:creationId xmlns:p14="http://schemas.microsoft.com/office/powerpoint/2010/main" val="78518943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en-US"/>
              <a:t>Click to edit Master text styles</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4195C244-655F-4FDF-B231-A98E81720F0C}" type="slidenum">
              <a:rPr lang="en-US"/>
              <a:pPr>
                <a:defRPr/>
              </a:pPr>
              <a:t>‹#›</a:t>
            </a:fld>
            <a:endParaRPr lang="en-US"/>
          </a:p>
        </p:txBody>
      </p:sp>
    </p:spTree>
    <p:extLst>
      <p:ext uri="{BB962C8B-B14F-4D97-AF65-F5344CB8AC3E}">
        <p14:creationId xmlns:p14="http://schemas.microsoft.com/office/powerpoint/2010/main" val="24727037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DFEF9838-3E24-426B-A23C-F8DCED9482FD}" type="slidenum">
              <a:rPr lang="en-US"/>
              <a:pPr>
                <a:defRPr/>
              </a:pPr>
              <a:t>‹#›</a:t>
            </a:fld>
            <a:endParaRPr lang="en-US"/>
          </a:p>
        </p:txBody>
      </p:sp>
    </p:spTree>
    <p:extLst>
      <p:ext uri="{BB962C8B-B14F-4D97-AF65-F5344CB8AC3E}">
        <p14:creationId xmlns:p14="http://schemas.microsoft.com/office/powerpoint/2010/main" val="235454034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Rectangle 4"/>
          <p:cNvSpPr>
            <a:spLocks noGrp="1" noChangeArrowheads="1"/>
          </p:cNvSpPr>
          <p:nvPr>
            <p:ph type="dt" sz="half" idx="10"/>
          </p:nvPr>
        </p:nvSpPr>
        <p:spPr>
          <a:ln/>
        </p:spPr>
        <p:txBody>
          <a:bodyPr/>
          <a:lstStyle>
            <a:lvl1pPr>
              <a:defRPr/>
            </a:lvl1pPr>
          </a:lstStyle>
          <a:p>
            <a:pPr>
              <a:defRPr/>
            </a:pPr>
            <a:endParaRPr lang="en-US"/>
          </a:p>
        </p:txBody>
      </p:sp>
      <p:sp>
        <p:nvSpPr>
          <p:cNvPr id="8" name="Rectangle 5"/>
          <p:cNvSpPr>
            <a:spLocks noGrp="1" noChangeArrowheads="1"/>
          </p:cNvSpPr>
          <p:nvPr>
            <p:ph type="ftr" sz="quarter" idx="11"/>
          </p:nvPr>
        </p:nvSpPr>
        <p:spPr>
          <a:ln/>
        </p:spPr>
        <p:txBody>
          <a:bodyPr/>
          <a:lstStyle>
            <a:lvl1pPr>
              <a:defRPr/>
            </a:lvl1pPr>
          </a:lstStyle>
          <a:p>
            <a:pPr>
              <a:defRPr/>
            </a:pPr>
            <a:endParaRPr lang="en-US"/>
          </a:p>
        </p:txBody>
      </p:sp>
      <p:sp>
        <p:nvSpPr>
          <p:cNvPr id="9" name="Rectangle 6"/>
          <p:cNvSpPr>
            <a:spLocks noGrp="1" noChangeArrowheads="1"/>
          </p:cNvSpPr>
          <p:nvPr>
            <p:ph type="sldNum" sz="quarter" idx="12"/>
          </p:nvPr>
        </p:nvSpPr>
        <p:spPr>
          <a:ln/>
        </p:spPr>
        <p:txBody>
          <a:bodyPr/>
          <a:lstStyle>
            <a:lvl1pPr>
              <a:defRPr/>
            </a:lvl1pPr>
          </a:lstStyle>
          <a:p>
            <a:pPr>
              <a:defRPr/>
            </a:pPr>
            <a:fld id="{6263235E-5874-48EE-93B0-8D2F3E5EF064}" type="slidenum">
              <a:rPr lang="en-US"/>
              <a:pPr>
                <a:defRPr/>
              </a:pPr>
              <a:t>‹#›</a:t>
            </a:fld>
            <a:endParaRPr lang="en-US"/>
          </a:p>
        </p:txBody>
      </p:sp>
    </p:spTree>
    <p:extLst>
      <p:ext uri="{BB962C8B-B14F-4D97-AF65-F5344CB8AC3E}">
        <p14:creationId xmlns:p14="http://schemas.microsoft.com/office/powerpoint/2010/main" val="99219246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Rectangle 4"/>
          <p:cNvSpPr>
            <a:spLocks noGrp="1" noChangeArrowheads="1"/>
          </p:cNvSpPr>
          <p:nvPr>
            <p:ph type="dt" sz="half" idx="10"/>
          </p:nvPr>
        </p:nvSpPr>
        <p:spPr>
          <a:ln/>
        </p:spPr>
        <p:txBody>
          <a:bodyPr/>
          <a:lstStyle>
            <a:lvl1pPr>
              <a:defRPr/>
            </a:lvl1pPr>
          </a:lstStyle>
          <a:p>
            <a:pPr>
              <a:defRPr/>
            </a:pPr>
            <a:endParaRPr lang="en-US"/>
          </a:p>
        </p:txBody>
      </p:sp>
      <p:sp>
        <p:nvSpPr>
          <p:cNvPr id="4" name="Rectangle 5"/>
          <p:cNvSpPr>
            <a:spLocks noGrp="1" noChangeArrowheads="1"/>
          </p:cNvSpPr>
          <p:nvPr>
            <p:ph type="ftr" sz="quarter" idx="11"/>
          </p:nvPr>
        </p:nvSpPr>
        <p:spPr>
          <a:ln/>
        </p:spPr>
        <p:txBody>
          <a:bodyPr/>
          <a:lstStyle>
            <a:lvl1pPr>
              <a:defRPr/>
            </a:lvl1pPr>
          </a:lstStyle>
          <a:p>
            <a:pPr>
              <a:defRPr/>
            </a:pPr>
            <a:endParaRPr lang="en-US"/>
          </a:p>
        </p:txBody>
      </p:sp>
      <p:sp>
        <p:nvSpPr>
          <p:cNvPr id="5" name="Rectangle 6"/>
          <p:cNvSpPr>
            <a:spLocks noGrp="1" noChangeArrowheads="1"/>
          </p:cNvSpPr>
          <p:nvPr>
            <p:ph type="sldNum" sz="quarter" idx="12"/>
          </p:nvPr>
        </p:nvSpPr>
        <p:spPr>
          <a:ln/>
        </p:spPr>
        <p:txBody>
          <a:bodyPr/>
          <a:lstStyle>
            <a:lvl1pPr>
              <a:defRPr/>
            </a:lvl1pPr>
          </a:lstStyle>
          <a:p>
            <a:pPr>
              <a:defRPr/>
            </a:pPr>
            <a:fld id="{B12DC450-19D3-4337-875C-A2CCE6161FC3}" type="slidenum">
              <a:rPr lang="en-US"/>
              <a:pPr>
                <a:defRPr/>
              </a:pPr>
              <a:t>‹#›</a:t>
            </a:fld>
            <a:endParaRPr lang="en-US"/>
          </a:p>
        </p:txBody>
      </p:sp>
    </p:spTree>
    <p:extLst>
      <p:ext uri="{BB962C8B-B14F-4D97-AF65-F5344CB8AC3E}">
        <p14:creationId xmlns:p14="http://schemas.microsoft.com/office/powerpoint/2010/main" val="112451108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p>
        </p:txBody>
      </p:sp>
      <p:sp>
        <p:nvSpPr>
          <p:cNvPr id="3" name="Rectangle 5"/>
          <p:cNvSpPr>
            <a:spLocks noGrp="1" noChangeArrowheads="1"/>
          </p:cNvSpPr>
          <p:nvPr>
            <p:ph type="ftr" sz="quarter" idx="11"/>
          </p:nvPr>
        </p:nvSpPr>
        <p:spPr>
          <a:ln/>
        </p:spPr>
        <p:txBody>
          <a:bodyPr/>
          <a:lstStyle>
            <a:lvl1pPr>
              <a:defRPr/>
            </a:lvl1pPr>
          </a:lstStyle>
          <a:p>
            <a:pPr>
              <a:defRPr/>
            </a:pPr>
            <a:endParaRPr lang="en-US"/>
          </a:p>
        </p:txBody>
      </p:sp>
      <p:sp>
        <p:nvSpPr>
          <p:cNvPr id="4" name="Rectangle 6"/>
          <p:cNvSpPr>
            <a:spLocks noGrp="1" noChangeArrowheads="1"/>
          </p:cNvSpPr>
          <p:nvPr>
            <p:ph type="sldNum" sz="quarter" idx="12"/>
          </p:nvPr>
        </p:nvSpPr>
        <p:spPr>
          <a:ln/>
        </p:spPr>
        <p:txBody>
          <a:bodyPr/>
          <a:lstStyle>
            <a:lvl1pPr>
              <a:defRPr/>
            </a:lvl1pPr>
          </a:lstStyle>
          <a:p>
            <a:pPr>
              <a:defRPr/>
            </a:pPr>
            <a:fld id="{35144686-98E3-4874-B2E7-E4DA29C45BC9}" type="slidenum">
              <a:rPr lang="en-US"/>
              <a:pPr>
                <a:defRPr/>
              </a:pPr>
              <a:t>‹#›</a:t>
            </a:fld>
            <a:endParaRPr lang="en-US"/>
          </a:p>
        </p:txBody>
      </p:sp>
    </p:spTree>
    <p:extLst>
      <p:ext uri="{BB962C8B-B14F-4D97-AF65-F5344CB8AC3E}">
        <p14:creationId xmlns:p14="http://schemas.microsoft.com/office/powerpoint/2010/main" val="3067956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3EB5B6B2-2284-467E-B554-06832EAA8B94}" type="slidenum">
              <a:rPr lang="en-US"/>
              <a:pPr>
                <a:defRPr/>
              </a:pPr>
              <a:t>‹#›</a:t>
            </a:fld>
            <a:endParaRPr lang="en-US"/>
          </a:p>
        </p:txBody>
      </p:sp>
    </p:spTree>
    <p:extLst>
      <p:ext uri="{BB962C8B-B14F-4D97-AF65-F5344CB8AC3E}">
        <p14:creationId xmlns:p14="http://schemas.microsoft.com/office/powerpoint/2010/main" val="181299799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pPr>
              <a:defRPr/>
            </a:pPr>
            <a:endParaRPr lang="en-US"/>
          </a:p>
        </p:txBody>
      </p:sp>
      <p:sp>
        <p:nvSpPr>
          <p:cNvPr id="7" name="Rectangle 6"/>
          <p:cNvSpPr>
            <a:spLocks noGrp="1" noChangeArrowheads="1"/>
          </p:cNvSpPr>
          <p:nvPr>
            <p:ph type="sldNum" sz="quarter" idx="12"/>
          </p:nvPr>
        </p:nvSpPr>
        <p:spPr>
          <a:ln/>
        </p:spPr>
        <p:txBody>
          <a:bodyPr/>
          <a:lstStyle>
            <a:lvl1pPr>
              <a:defRPr/>
            </a:lvl1pPr>
          </a:lstStyle>
          <a:p>
            <a:pPr>
              <a:defRPr/>
            </a:pPr>
            <a:fld id="{0A351FDE-A56A-4F25-80B6-3DA23F78CA41}" type="slidenum">
              <a:rPr lang="en-US"/>
              <a:pPr>
                <a:defRPr/>
              </a:pPr>
              <a:t>‹#›</a:t>
            </a:fld>
            <a:endParaRPr lang="en-US"/>
          </a:p>
        </p:txBody>
      </p:sp>
    </p:spTree>
    <p:extLst>
      <p:ext uri="{BB962C8B-B14F-4D97-AF65-F5344CB8AC3E}">
        <p14:creationId xmlns:p14="http://schemas.microsoft.com/office/powerpoint/2010/main" val="289163980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542DAC5F-F1B2-4925-BFBF-835B5DF6D9DF}" type="slidenum">
              <a:rPr lang="en-US"/>
              <a:pPr>
                <a:defRPr/>
              </a:pPr>
              <a:t>‹#›</a:t>
            </a:fld>
            <a:endParaRPr lang="en-US"/>
          </a:p>
        </p:txBody>
      </p:sp>
    </p:spTree>
    <p:extLst>
      <p:ext uri="{BB962C8B-B14F-4D97-AF65-F5344CB8AC3E}">
        <p14:creationId xmlns:p14="http://schemas.microsoft.com/office/powerpoint/2010/main" val="26697451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Rectangle 4"/>
          <p:cNvSpPr>
            <a:spLocks noGrp="1" noChangeArrowheads="1"/>
          </p:cNvSpPr>
          <p:nvPr>
            <p:ph type="dt" sz="half" idx="10"/>
          </p:nvPr>
        </p:nvSpPr>
        <p:spPr>
          <a:ln/>
        </p:spPr>
        <p:txBody>
          <a:bodyPr/>
          <a:lstStyle>
            <a:lvl1pPr>
              <a:defRPr/>
            </a:lvl1pPr>
          </a:lstStyle>
          <a:p>
            <a:pPr>
              <a:defRPr/>
            </a:pPr>
            <a:endParaRPr lang="en-US"/>
          </a:p>
        </p:txBody>
      </p:sp>
      <p:sp>
        <p:nvSpPr>
          <p:cNvPr id="5" name="Rectangle 5"/>
          <p:cNvSpPr>
            <a:spLocks noGrp="1" noChangeArrowheads="1"/>
          </p:cNvSpPr>
          <p:nvPr>
            <p:ph type="ftr" sz="quarter" idx="11"/>
          </p:nvPr>
        </p:nvSpPr>
        <p:spPr>
          <a:ln/>
        </p:spPr>
        <p:txBody>
          <a:bodyPr/>
          <a:lstStyle>
            <a:lvl1pPr>
              <a:defRPr/>
            </a:lvl1pPr>
          </a:lstStyle>
          <a:p>
            <a:pPr>
              <a:defRPr/>
            </a:pPr>
            <a:endParaRPr lang="en-US"/>
          </a:p>
        </p:txBody>
      </p:sp>
      <p:sp>
        <p:nvSpPr>
          <p:cNvPr id="6" name="Rectangle 6"/>
          <p:cNvSpPr>
            <a:spLocks noGrp="1" noChangeArrowheads="1"/>
          </p:cNvSpPr>
          <p:nvPr>
            <p:ph type="sldNum" sz="quarter" idx="12"/>
          </p:nvPr>
        </p:nvSpPr>
        <p:spPr>
          <a:ln/>
        </p:spPr>
        <p:txBody>
          <a:bodyPr/>
          <a:lstStyle>
            <a:lvl1pPr>
              <a:defRPr/>
            </a:lvl1pPr>
          </a:lstStyle>
          <a:p>
            <a:pPr>
              <a:defRPr/>
            </a:pPr>
            <a:fld id="{8019BB85-57F6-4E14-A23D-1A94EAA7F8EE}" type="slidenum">
              <a:rPr lang="en-US"/>
              <a:pPr>
                <a:defRPr/>
              </a:pPr>
              <a:t>‹#›</a:t>
            </a:fld>
            <a:endParaRPr lang="en-US"/>
          </a:p>
        </p:txBody>
      </p:sp>
    </p:spTree>
    <p:extLst>
      <p:ext uri="{BB962C8B-B14F-4D97-AF65-F5344CB8AC3E}">
        <p14:creationId xmlns:p14="http://schemas.microsoft.com/office/powerpoint/2010/main" val="40862786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Rectangle 2"/>
          <p:cNvSpPr>
            <a:spLocks noGrp="1" noChangeArrowheads="1"/>
          </p:cNvSpPr>
          <p:nvPr>
            <p:ph type="title"/>
          </p:nvPr>
        </p:nvSpPr>
        <p:spPr bwMode="auto">
          <a:xfrm>
            <a:off x="457200" y="274638"/>
            <a:ext cx="8229600" cy="1143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bodyPr>
          <a:lstStyle/>
          <a:p>
            <a:pPr lvl="0"/>
            <a:r>
              <a:rPr lang="en-US"/>
              <a:t>Click to edit Master title style</a:t>
            </a:r>
          </a:p>
        </p:txBody>
      </p:sp>
      <p:sp>
        <p:nvSpPr>
          <p:cNvPr id="1027" name="Rectangle 3"/>
          <p:cNvSpPr>
            <a:spLocks noGrp="1" noChangeArrowheads="1"/>
          </p:cNvSpPr>
          <p:nvPr>
            <p:ph type="body" idx="1"/>
          </p:nvPr>
        </p:nvSpPr>
        <p:spPr bwMode="auto">
          <a:xfrm>
            <a:off x="457200" y="1600200"/>
            <a:ext cx="8229600" cy="45259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1028" name="Rectangle 4"/>
          <p:cNvSpPr>
            <a:spLocks noGrp="1" noChangeArrowheads="1"/>
          </p:cNvSpPr>
          <p:nvPr>
            <p:ph type="dt" sz="half" idx="2"/>
          </p:nvPr>
        </p:nvSpPr>
        <p:spPr bwMode="auto">
          <a:xfrm>
            <a:off x="457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defRPr sz="1400"/>
            </a:lvl1pPr>
          </a:lstStyle>
          <a:p>
            <a:pPr>
              <a:defRPr/>
            </a:pPr>
            <a:endParaRPr lang="en-US"/>
          </a:p>
        </p:txBody>
      </p:sp>
      <p:sp>
        <p:nvSpPr>
          <p:cNvPr id="1029" name="Rectangle 5"/>
          <p:cNvSpPr>
            <a:spLocks noGrp="1" noChangeArrowheads="1"/>
          </p:cNvSpPr>
          <p:nvPr>
            <p:ph type="ftr" sz="quarter" idx="3"/>
          </p:nvPr>
        </p:nvSpPr>
        <p:spPr bwMode="auto">
          <a:xfrm>
            <a:off x="3124200" y="6245225"/>
            <a:ext cx="2895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ctr">
              <a:defRPr sz="1400"/>
            </a:lvl1pPr>
          </a:lstStyle>
          <a:p>
            <a:pPr>
              <a:defRPr/>
            </a:pPr>
            <a:endParaRPr lang="en-US"/>
          </a:p>
        </p:txBody>
      </p:sp>
      <p:sp>
        <p:nvSpPr>
          <p:cNvPr id="1030" name="Rectangle 6"/>
          <p:cNvSpPr>
            <a:spLocks noGrp="1" noChangeArrowheads="1"/>
          </p:cNvSpPr>
          <p:nvPr>
            <p:ph type="sldNum" sz="quarter" idx="4"/>
          </p:nvPr>
        </p:nvSpPr>
        <p:spPr bwMode="auto">
          <a:xfrm>
            <a:off x="6553200" y="6245225"/>
            <a:ext cx="21336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algn="r">
              <a:defRPr sz="1400"/>
            </a:lvl1pPr>
          </a:lstStyle>
          <a:p>
            <a:pPr>
              <a:defRPr/>
            </a:pPr>
            <a:fld id="{8F9CEB5A-51B3-4AB5-A56B-9FE5D718D364}" type="slidenum">
              <a:rPr lang="en-US"/>
              <a:pPr>
                <a:defRPr/>
              </a:pPr>
              <a:t>‹#›</a:t>
            </a:fld>
            <a:endParaRPr lang="en-US"/>
          </a:p>
        </p:txBody>
      </p:sp>
      <p:pic>
        <p:nvPicPr>
          <p:cNvPr id="1031" name="Picture 7" descr="ua_logo_lg"/>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52400" y="6149975"/>
            <a:ext cx="742950" cy="6318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32" name="Picture 8" descr="AZSGC_sunset"/>
          <p:cNvPicPr>
            <a:picLocks noChangeAspect="1" noChangeArrowheads="1"/>
          </p:cNvPicPr>
          <p:nvPr/>
        </p:nvPicPr>
        <p:blipFill>
          <a:blip r:embed="rId14" cstate="print">
            <a:clrChange>
              <a:clrFrom>
                <a:srgbClr val="FFFFFF"/>
              </a:clrFrom>
              <a:clrTo>
                <a:srgbClr val="FFFFFF">
                  <a:alpha val="0"/>
                </a:srgbClr>
              </a:clrTo>
            </a:clrChange>
            <a:extLst>
              <a:ext uri="{28A0092B-C50C-407E-A947-70E740481C1C}">
                <a14:useLocalDpi xmlns:a14="http://schemas.microsoft.com/office/drawing/2010/main" val="0"/>
              </a:ext>
            </a:extLst>
          </a:blip>
          <a:srcRect l="12210" t="2715" r="13370" b="1530"/>
          <a:stretch>
            <a:fillRect/>
          </a:stretch>
        </p:blipFill>
        <p:spPr bwMode="auto">
          <a:xfrm>
            <a:off x="8461375" y="5867400"/>
            <a:ext cx="530225" cy="911225"/>
          </a:xfrm>
          <a:prstGeom prst="rect">
            <a:avLst/>
          </a:prstGeom>
          <a:solidFill>
            <a:schemeClr val="bg1"/>
          </a:solidFill>
          <a:ln>
            <a:noFill/>
          </a:ln>
          <a:extLst>
            <a:ext uri="{91240B29-F687-4F45-9708-019B960494DF}">
              <a14:hiddenLine xmlns:a14="http://schemas.microsoft.com/office/drawing/2010/main" w="9525">
                <a:solidFill>
                  <a:srgbClr val="000000"/>
                </a:solidFill>
                <a:miter lim="800000"/>
                <a:headEnd/>
                <a:tailEnd/>
              </a14:hiddenLine>
            </a:ext>
          </a:extLst>
        </p:spPr>
      </p:pic>
      <p:pic>
        <p:nvPicPr>
          <p:cNvPr id="1033" name="Picture 9" descr="nasa-logo"/>
          <p:cNvPicPr>
            <a:picLocks noChangeAspect="1" noChangeArrowheads="1"/>
          </p:cNvPicPr>
          <p:nvPr/>
        </p:nvPicPr>
        <p:blipFill>
          <a:blip r:embed="rId15" cstate="print">
            <a:extLst>
              <a:ext uri="{28A0092B-C50C-407E-A947-70E740481C1C}">
                <a14:useLocalDpi xmlns:a14="http://schemas.microsoft.com/office/drawing/2010/main" val="0"/>
              </a:ext>
            </a:extLst>
          </a:blip>
          <a:srcRect/>
          <a:stretch>
            <a:fillRect/>
          </a:stretch>
        </p:blipFill>
        <p:spPr bwMode="auto">
          <a:xfrm>
            <a:off x="4213225" y="6149975"/>
            <a:ext cx="663575" cy="565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eaLnBrk="0" fontAlgn="base" hangingPunct="0">
        <a:spcBef>
          <a:spcPct val="0"/>
        </a:spcBef>
        <a:spcAft>
          <a:spcPct val="0"/>
        </a:spcAft>
        <a:defRPr sz="4400">
          <a:solidFill>
            <a:schemeClr val="tx2"/>
          </a:solidFill>
          <a:latin typeface="+mj-lt"/>
          <a:ea typeface="+mj-ea"/>
          <a:cs typeface="+mj-cs"/>
        </a:defRPr>
      </a:lvl1pPr>
      <a:lvl2pPr algn="ctr" rtl="0" eaLnBrk="0" fontAlgn="base" hangingPunct="0">
        <a:spcBef>
          <a:spcPct val="0"/>
        </a:spcBef>
        <a:spcAft>
          <a:spcPct val="0"/>
        </a:spcAft>
        <a:defRPr sz="4400">
          <a:solidFill>
            <a:schemeClr val="tx2"/>
          </a:solidFill>
          <a:latin typeface="Arial" charset="0"/>
        </a:defRPr>
      </a:lvl2pPr>
      <a:lvl3pPr algn="ctr" rtl="0" eaLnBrk="0" fontAlgn="base" hangingPunct="0">
        <a:spcBef>
          <a:spcPct val="0"/>
        </a:spcBef>
        <a:spcAft>
          <a:spcPct val="0"/>
        </a:spcAft>
        <a:defRPr sz="4400">
          <a:solidFill>
            <a:schemeClr val="tx2"/>
          </a:solidFill>
          <a:latin typeface="Arial" charset="0"/>
        </a:defRPr>
      </a:lvl3pPr>
      <a:lvl4pPr algn="ctr" rtl="0" eaLnBrk="0" fontAlgn="base" hangingPunct="0">
        <a:spcBef>
          <a:spcPct val="0"/>
        </a:spcBef>
        <a:spcAft>
          <a:spcPct val="0"/>
        </a:spcAft>
        <a:defRPr sz="4400">
          <a:solidFill>
            <a:schemeClr val="tx2"/>
          </a:solidFill>
          <a:latin typeface="Arial" charset="0"/>
        </a:defRPr>
      </a:lvl4pPr>
      <a:lvl5pPr algn="ctr" rtl="0" eaLnBrk="0" fontAlgn="base" hangingPunct="0">
        <a:spcBef>
          <a:spcPct val="0"/>
        </a:spcBef>
        <a:spcAft>
          <a:spcPct val="0"/>
        </a:spcAft>
        <a:defRPr sz="4400">
          <a:solidFill>
            <a:schemeClr val="tx2"/>
          </a:solidFill>
          <a:latin typeface="Arial" charset="0"/>
        </a:defRPr>
      </a:lvl5pPr>
      <a:lvl6pPr marL="457200" algn="ctr" rtl="0" fontAlgn="base">
        <a:spcBef>
          <a:spcPct val="0"/>
        </a:spcBef>
        <a:spcAft>
          <a:spcPct val="0"/>
        </a:spcAft>
        <a:defRPr sz="4400">
          <a:solidFill>
            <a:schemeClr val="tx2"/>
          </a:solidFill>
          <a:latin typeface="Arial" charset="0"/>
        </a:defRPr>
      </a:lvl6pPr>
      <a:lvl7pPr marL="914400" algn="ctr" rtl="0" fontAlgn="base">
        <a:spcBef>
          <a:spcPct val="0"/>
        </a:spcBef>
        <a:spcAft>
          <a:spcPct val="0"/>
        </a:spcAft>
        <a:defRPr sz="4400">
          <a:solidFill>
            <a:schemeClr val="tx2"/>
          </a:solidFill>
          <a:latin typeface="Arial" charset="0"/>
        </a:defRPr>
      </a:lvl7pPr>
      <a:lvl8pPr marL="1371600" algn="ctr" rtl="0" fontAlgn="base">
        <a:spcBef>
          <a:spcPct val="0"/>
        </a:spcBef>
        <a:spcAft>
          <a:spcPct val="0"/>
        </a:spcAft>
        <a:defRPr sz="4400">
          <a:solidFill>
            <a:schemeClr val="tx2"/>
          </a:solidFill>
          <a:latin typeface="Arial" charset="0"/>
        </a:defRPr>
      </a:lvl8pPr>
      <a:lvl9pPr marL="1828800" algn="ctr" rtl="0" fontAlgn="base">
        <a:spcBef>
          <a:spcPct val="0"/>
        </a:spcBef>
        <a:spcAft>
          <a:spcPct val="0"/>
        </a:spcAft>
        <a:defRPr sz="4400">
          <a:solidFill>
            <a:schemeClr val="tx2"/>
          </a:solidFill>
          <a:latin typeface="Arial" charset="0"/>
        </a:defRPr>
      </a:lvl9pPr>
    </p:titleStyle>
    <p:bodyStyle>
      <a:lvl1pPr marL="342900" indent="-342900" algn="l" rtl="0" eaLnBrk="0" fontAlgn="base" hangingPunct="0">
        <a:spcBef>
          <a:spcPct val="20000"/>
        </a:spcBef>
        <a:spcAft>
          <a:spcPct val="0"/>
        </a:spcAft>
        <a:buChar char="•"/>
        <a:defRPr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sz="2800">
          <a:solidFill>
            <a:schemeClr val="tx1"/>
          </a:solidFill>
          <a:latin typeface="+mn-lt"/>
        </a:defRPr>
      </a:lvl2pPr>
      <a:lvl3pPr marL="1143000" indent="-228600" algn="l" rtl="0" eaLnBrk="0" fontAlgn="base" hangingPunct="0">
        <a:spcBef>
          <a:spcPct val="20000"/>
        </a:spcBef>
        <a:spcAft>
          <a:spcPct val="0"/>
        </a:spcAft>
        <a:buChar char="•"/>
        <a:defRPr sz="2400">
          <a:solidFill>
            <a:schemeClr val="tx1"/>
          </a:solidFill>
          <a:latin typeface="+mn-lt"/>
        </a:defRPr>
      </a:lvl3pPr>
      <a:lvl4pPr marL="1600200" indent="-228600" algn="l" rtl="0" eaLnBrk="0" fontAlgn="base" hangingPunct="0">
        <a:spcBef>
          <a:spcPct val="20000"/>
        </a:spcBef>
        <a:spcAft>
          <a:spcPct val="0"/>
        </a:spcAft>
        <a:buChar char="–"/>
        <a:defRPr sz="2000">
          <a:solidFill>
            <a:schemeClr val="tx1"/>
          </a:solidFill>
          <a:latin typeface="+mn-lt"/>
        </a:defRPr>
      </a:lvl4pPr>
      <a:lvl5pPr marL="2057400" indent="-228600" algn="l" rtl="0" eaLnBrk="0" fontAlgn="base" hangingPunct="0">
        <a:spcBef>
          <a:spcPct val="20000"/>
        </a:spcBef>
        <a:spcAft>
          <a:spcPct val="0"/>
        </a:spcAft>
        <a:buChar char="»"/>
        <a:defRPr sz="2000">
          <a:solidFill>
            <a:schemeClr val="tx1"/>
          </a:solidFill>
          <a:latin typeface="+mn-lt"/>
        </a:defRPr>
      </a:lvl5pPr>
      <a:lvl6pPr marL="2514600" indent="-228600" algn="l" rtl="0" fontAlgn="base">
        <a:spcBef>
          <a:spcPct val="20000"/>
        </a:spcBef>
        <a:spcAft>
          <a:spcPct val="0"/>
        </a:spcAft>
        <a:buChar char="»"/>
        <a:defRPr sz="2000">
          <a:solidFill>
            <a:schemeClr val="tx1"/>
          </a:solidFill>
          <a:latin typeface="+mn-lt"/>
        </a:defRPr>
      </a:lvl6pPr>
      <a:lvl7pPr marL="2971800" indent="-228600" algn="l" rtl="0" fontAlgn="base">
        <a:spcBef>
          <a:spcPct val="20000"/>
        </a:spcBef>
        <a:spcAft>
          <a:spcPct val="0"/>
        </a:spcAft>
        <a:buChar char="»"/>
        <a:defRPr sz="2000">
          <a:solidFill>
            <a:schemeClr val="tx1"/>
          </a:solidFill>
          <a:latin typeface="+mn-lt"/>
        </a:defRPr>
      </a:lvl7pPr>
      <a:lvl8pPr marL="3429000" indent="-228600" algn="l" rtl="0" fontAlgn="base">
        <a:spcBef>
          <a:spcPct val="20000"/>
        </a:spcBef>
        <a:spcAft>
          <a:spcPct val="0"/>
        </a:spcAft>
        <a:buChar char="»"/>
        <a:defRPr sz="2000">
          <a:solidFill>
            <a:schemeClr val="tx1"/>
          </a:solidFill>
          <a:latin typeface="+mn-lt"/>
        </a:defRPr>
      </a:lvl8pPr>
      <a:lvl9pPr marL="3886200" indent="-228600" algn="l" rtl="0" fontAlgn="base">
        <a:spcBef>
          <a:spcPct val="20000"/>
        </a:spcBef>
        <a:spcAft>
          <a:spcPct val="0"/>
        </a:spcAft>
        <a:buChar char="»"/>
        <a:defRPr sz="20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5.jpg"/><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2.xml"/><Relationship Id="rId4" Type="http://schemas.microsoft.com/office/2007/relationships/hdphoto" Target="../media/hdphoto2.wdp"/></Relationships>
</file>

<file path=ppt/slides/_rels/slide3.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8.png"/></Relationships>
</file>

<file path=ppt/slides/_rels/slide4.xml.rels><?xml version="1.0" encoding="UTF-8" standalone="yes"?>
<Relationships xmlns="http://schemas.openxmlformats.org/package/2006/relationships"><Relationship Id="rId3" Type="http://schemas.openxmlformats.org/officeDocument/2006/relationships/image" Target="../media/image9.sv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11.svg"/><Relationship Id="rId4" Type="http://schemas.openxmlformats.org/officeDocument/2006/relationships/image" Target="../media/image10.svg"/></Relationships>
</file>

<file path=ppt/slides/_rels/slide5.xml.rels><?xml version="1.0" encoding="UTF-8" standalone="yes"?>
<Relationships xmlns="http://schemas.openxmlformats.org/package/2006/relationships"><Relationship Id="rId3" Type="http://schemas.openxmlformats.org/officeDocument/2006/relationships/image" Target="../media/image12.emf"/><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7.xml"/><Relationship Id="rId1" Type="http://schemas.openxmlformats.org/officeDocument/2006/relationships/slideLayout" Target="../slideLayouts/slideLayout2.xml"/><Relationship Id="rId5" Type="http://schemas.openxmlformats.org/officeDocument/2006/relationships/image" Target="../media/image16.png"/><Relationship Id="rId4" Type="http://schemas.openxmlformats.org/officeDocument/2006/relationships/image" Target="../media/image15.png"/></Relationships>
</file>

<file path=ppt/slides/_rels/slide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19.png"/><Relationship Id="rId5" Type="http://schemas.openxmlformats.org/officeDocument/2006/relationships/image" Target="../media/image17.png"/><Relationship Id="rId4" Type="http://schemas.openxmlformats.org/officeDocument/2006/relationships/image" Target="../media/image18.png"/></Relationships>
</file>

<file path=ppt/slides/_rels/slide9.xml.rels><?xml version="1.0" encoding="UTF-8" standalone="yes"?>
<Relationships xmlns="http://schemas.openxmlformats.org/package/2006/relationships"><Relationship Id="rId3" Type="http://schemas.openxmlformats.org/officeDocument/2006/relationships/image" Target="../media/image190.png"/><Relationship Id="rId2" Type="http://schemas.openxmlformats.org/officeDocument/2006/relationships/notesSlide" Target="../notesSlides/notesSlide9.xml"/><Relationship Id="rId1" Type="http://schemas.openxmlformats.org/officeDocument/2006/relationships/slideLayout" Target="../slideLayouts/slideLayout2.xml"/><Relationship Id="rId5" Type="http://schemas.openxmlformats.org/officeDocument/2006/relationships/image" Target="../media/image21.png"/><Relationship Id="rId4" Type="http://schemas.openxmlformats.org/officeDocument/2006/relationships/image" Target="../media/image20.png"/></Relationships>
</file>

<file path=ppt/slides/_rels/slide1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0.xml"/><Relationship Id="rId1" Type="http://schemas.openxmlformats.org/officeDocument/2006/relationships/slideLayout" Target="../slideLayouts/slideLayout2.xml"/><Relationship Id="rId5" Type="http://schemas.openxmlformats.org/officeDocument/2006/relationships/image" Target="../media/image24.png"/><Relationship Id="rId4" Type="http://schemas.openxmlformats.org/officeDocument/2006/relationships/image" Target="../media/image23.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microsoft.com/office/2007/relationships/hdphoto" Target="../media/hdphoto3.wdp"/><Relationship Id="rId5" Type="http://schemas.openxmlformats.org/officeDocument/2006/relationships/image" Target="../media/image28.png"/><Relationship Id="rId4" Type="http://schemas.openxmlformats.org/officeDocument/2006/relationships/image" Target="../media/image27.jpeg"/></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3">
            <a:extLst>
              <a:ext uri="{BEBA8EAE-BF5A-486C-A8C5-ECC9F3942E4B}">
                <a14:imgProps xmlns:a14="http://schemas.microsoft.com/office/drawing/2010/main">
                  <a14:imgLayer r:embed="rId4">
                    <a14:imgEffect>
                      <a14:sharpenSoften amount="30000"/>
                    </a14:imgEffect>
                    <a14:imgEffect>
                      <a14:colorTemperature colorTemp="9371"/>
                    </a14:imgEffect>
                    <a14:imgEffect>
                      <a14:saturation sat="123000"/>
                    </a14:imgEffect>
                    <a14:imgEffect>
                      <a14:brightnessContrast bright="-73000" contrast="-21000"/>
                    </a14:imgEffect>
                  </a14:imgLayer>
                </a14:imgProps>
              </a:ext>
            </a:extLst>
          </a:blip>
          <a:srcRect/>
          <a:stretch>
            <a:fillRect l="-15000" r="-15000"/>
          </a:stretch>
        </a:blipFill>
        <a:effectLst/>
      </p:bgPr>
    </p:bg>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a:xfrm>
            <a:off x="647700" y="665349"/>
            <a:ext cx="7848600" cy="3065462"/>
          </a:xfrm>
        </p:spPr>
        <p:txBody>
          <a:bodyPr/>
          <a:lstStyle/>
          <a:p>
            <a:pPr algn="l" eaLnBrk="1" hangingPunct="1"/>
            <a:r>
              <a:rPr lang="en-US" b="1" dirty="0">
                <a:solidFill>
                  <a:schemeClr val="bg1"/>
                </a:solidFill>
              </a:rPr>
              <a:t>Probing Early Supermassive Black Hole Growth: </a:t>
            </a:r>
            <a:br>
              <a:rPr lang="en-US" b="1" dirty="0">
                <a:solidFill>
                  <a:schemeClr val="bg1"/>
                </a:solidFill>
              </a:rPr>
            </a:br>
            <a:r>
              <a:rPr lang="en-US" b="1" dirty="0">
                <a:solidFill>
                  <a:schemeClr val="bg1"/>
                </a:solidFill>
              </a:rPr>
              <a:t>C IV-Based Mass Estimates in z ~ 4.8 Quasars</a:t>
            </a:r>
          </a:p>
        </p:txBody>
      </p:sp>
      <p:sp>
        <p:nvSpPr>
          <p:cNvPr id="2051" name="Rectangle 3"/>
          <p:cNvSpPr>
            <a:spLocks noGrp="1" noChangeArrowheads="1"/>
          </p:cNvSpPr>
          <p:nvPr>
            <p:ph type="subTitle" idx="1"/>
          </p:nvPr>
        </p:nvSpPr>
        <p:spPr>
          <a:xfrm>
            <a:off x="655074" y="3810000"/>
            <a:ext cx="7467600" cy="1569769"/>
          </a:xfrm>
        </p:spPr>
        <p:txBody>
          <a:bodyPr/>
          <a:lstStyle/>
          <a:p>
            <a:pPr algn="l" eaLnBrk="1" hangingPunct="1"/>
            <a:r>
              <a:rPr lang="en-US" sz="2800" dirty="0" err="1">
                <a:solidFill>
                  <a:schemeClr val="bg1"/>
                </a:solidFill>
              </a:rPr>
              <a:t>Nayera</a:t>
            </a:r>
            <a:r>
              <a:rPr lang="en-US" sz="2800" dirty="0">
                <a:solidFill>
                  <a:schemeClr val="bg1"/>
                </a:solidFill>
              </a:rPr>
              <a:t> </a:t>
            </a:r>
            <a:r>
              <a:rPr lang="en-US" sz="2800" dirty="0" err="1">
                <a:solidFill>
                  <a:schemeClr val="bg1"/>
                </a:solidFill>
              </a:rPr>
              <a:t>Abdessalam</a:t>
            </a:r>
            <a:endParaRPr lang="en-US" sz="2800" dirty="0" err="1">
              <a:solidFill>
                <a:schemeClr val="bg1"/>
              </a:solidFill>
              <a:cs typeface="Arial"/>
            </a:endParaRPr>
          </a:p>
          <a:p>
            <a:pPr algn="l" eaLnBrk="1" hangingPunct="1"/>
            <a:r>
              <a:rPr lang="en-US" sz="2000" dirty="0">
                <a:solidFill>
                  <a:schemeClr val="bg1"/>
                </a:solidFill>
              </a:rPr>
              <a:t>Advised by: Dr. Richard Green &amp; Dr. Weizhe Liu</a:t>
            </a:r>
          </a:p>
        </p:txBody>
      </p:sp>
      <p:sp>
        <p:nvSpPr>
          <p:cNvPr id="4" name="Rectangle 3">
            <a:extLst>
              <a:ext uri="{FF2B5EF4-FFF2-40B4-BE49-F238E27FC236}">
                <a16:creationId xmlns:a16="http://schemas.microsoft.com/office/drawing/2014/main" id="{D172D288-96B4-3D47-142F-613F0C2A0A33}"/>
              </a:ext>
            </a:extLst>
          </p:cNvPr>
          <p:cNvSpPr txBox="1">
            <a:spLocks noChangeArrowheads="1"/>
          </p:cNvSpPr>
          <p:nvPr/>
        </p:nvSpPr>
        <p:spPr bwMode="auto">
          <a:xfrm>
            <a:off x="838200" y="5974031"/>
            <a:ext cx="7467600" cy="862013"/>
          </a:xfrm>
          <a:prstGeom prst="rect">
            <a:avLst/>
          </a:prstGeom>
          <a:solidFill>
            <a:schemeClr val="tx1"/>
          </a:solidFill>
          <a:ln>
            <a:noFill/>
          </a:ln>
          <a:effectLst/>
        </p:spPr>
        <p:txBody>
          <a:bodyPr vert="horz" wrap="square" lIns="91440" tIns="45720" rIns="91440" bIns="45720" numCol="1" anchor="t" anchorCtr="0" compatLnSpc="1">
            <a:prstTxWarp prst="textNoShape">
              <a:avLst/>
            </a:prstTxWarp>
          </a:bodyPr>
          <a:lstStyle>
            <a:lvl1pPr marL="0" indent="0" algn="ctr" rtl="0" eaLnBrk="0" fontAlgn="base" hangingPunct="0">
              <a:spcBef>
                <a:spcPct val="20000"/>
              </a:spcBef>
              <a:spcAft>
                <a:spcPct val="0"/>
              </a:spcAft>
              <a:buNone/>
              <a:defRPr sz="3200">
                <a:solidFill>
                  <a:schemeClr val="tx1"/>
                </a:solidFill>
                <a:latin typeface="+mn-lt"/>
                <a:ea typeface="+mn-ea"/>
                <a:cs typeface="+mn-cs"/>
              </a:defRPr>
            </a:lvl1pPr>
            <a:lvl2pPr marL="457200" indent="0" algn="ctr" rtl="0" eaLnBrk="0" fontAlgn="base" hangingPunct="0">
              <a:spcBef>
                <a:spcPct val="20000"/>
              </a:spcBef>
              <a:spcAft>
                <a:spcPct val="0"/>
              </a:spcAft>
              <a:buNone/>
              <a:defRPr sz="2800">
                <a:solidFill>
                  <a:schemeClr val="tx1"/>
                </a:solidFill>
                <a:latin typeface="+mn-lt"/>
              </a:defRPr>
            </a:lvl2pPr>
            <a:lvl3pPr marL="914400" indent="0" algn="ctr" rtl="0" eaLnBrk="0" fontAlgn="base" hangingPunct="0">
              <a:spcBef>
                <a:spcPct val="20000"/>
              </a:spcBef>
              <a:spcAft>
                <a:spcPct val="0"/>
              </a:spcAft>
              <a:buNone/>
              <a:defRPr sz="2400">
                <a:solidFill>
                  <a:schemeClr val="tx1"/>
                </a:solidFill>
                <a:latin typeface="+mn-lt"/>
              </a:defRPr>
            </a:lvl3pPr>
            <a:lvl4pPr marL="1371600" indent="0" algn="ctr" rtl="0" eaLnBrk="0" fontAlgn="base" hangingPunct="0">
              <a:spcBef>
                <a:spcPct val="20000"/>
              </a:spcBef>
              <a:spcAft>
                <a:spcPct val="0"/>
              </a:spcAft>
              <a:buNone/>
              <a:defRPr sz="2000">
                <a:solidFill>
                  <a:schemeClr val="tx1"/>
                </a:solidFill>
                <a:latin typeface="+mn-lt"/>
              </a:defRPr>
            </a:lvl4pPr>
            <a:lvl5pPr marL="1828800" indent="0" algn="ctr" rtl="0" eaLnBrk="0" fontAlgn="base" hangingPunct="0">
              <a:spcBef>
                <a:spcPct val="20000"/>
              </a:spcBef>
              <a:spcAft>
                <a:spcPct val="0"/>
              </a:spcAft>
              <a:buNone/>
              <a:defRPr sz="2000">
                <a:solidFill>
                  <a:schemeClr val="tx1"/>
                </a:solidFill>
                <a:latin typeface="+mn-lt"/>
              </a:defRPr>
            </a:lvl5pPr>
            <a:lvl6pPr marL="2286000" indent="0" algn="ctr" rtl="0" fontAlgn="base">
              <a:spcBef>
                <a:spcPct val="20000"/>
              </a:spcBef>
              <a:spcAft>
                <a:spcPct val="0"/>
              </a:spcAft>
              <a:buNone/>
              <a:defRPr sz="2000">
                <a:solidFill>
                  <a:schemeClr val="tx1"/>
                </a:solidFill>
                <a:latin typeface="+mn-lt"/>
              </a:defRPr>
            </a:lvl6pPr>
            <a:lvl7pPr marL="2743200" indent="0" algn="ctr" rtl="0" fontAlgn="base">
              <a:spcBef>
                <a:spcPct val="20000"/>
              </a:spcBef>
              <a:spcAft>
                <a:spcPct val="0"/>
              </a:spcAft>
              <a:buNone/>
              <a:defRPr sz="2000">
                <a:solidFill>
                  <a:schemeClr val="tx1"/>
                </a:solidFill>
                <a:latin typeface="+mn-lt"/>
              </a:defRPr>
            </a:lvl7pPr>
            <a:lvl8pPr marL="3200400" indent="0" algn="ctr" rtl="0" fontAlgn="base">
              <a:spcBef>
                <a:spcPct val="20000"/>
              </a:spcBef>
              <a:spcAft>
                <a:spcPct val="0"/>
              </a:spcAft>
              <a:buNone/>
              <a:defRPr sz="2000">
                <a:solidFill>
                  <a:schemeClr val="tx1"/>
                </a:solidFill>
                <a:latin typeface="+mn-lt"/>
              </a:defRPr>
            </a:lvl8pPr>
            <a:lvl9pPr marL="3657600" indent="0" algn="ctr" rtl="0" fontAlgn="base">
              <a:spcBef>
                <a:spcPct val="20000"/>
              </a:spcBef>
              <a:spcAft>
                <a:spcPct val="0"/>
              </a:spcAft>
              <a:buNone/>
              <a:defRPr sz="2000">
                <a:solidFill>
                  <a:schemeClr val="tx1"/>
                </a:solidFill>
                <a:latin typeface="+mn-lt"/>
              </a:defRPr>
            </a:lvl9pPr>
          </a:lstStyle>
          <a:p>
            <a:r>
              <a:rPr lang="en-US" sz="2400" kern="0">
                <a:solidFill>
                  <a:schemeClr val="bg1"/>
                </a:solidFill>
              </a:rPr>
              <a:t>PHYS 305 Creative Project Presentation</a:t>
            </a:r>
            <a:endParaRPr lang="en-US">
              <a:solidFill>
                <a:schemeClr val="bg1"/>
              </a:solidFill>
            </a:endParaRPr>
          </a:p>
          <a:p>
            <a:pPr eaLnBrk="1" hangingPunct="1"/>
            <a:r>
              <a:rPr lang="en-US" sz="2400" kern="0">
                <a:solidFill>
                  <a:schemeClr val="bg1"/>
                </a:solidFill>
              </a:rPr>
              <a:t>May 5</a:t>
            </a:r>
            <a:r>
              <a:rPr lang="en-US" sz="2400" kern="0" baseline="30000">
                <a:solidFill>
                  <a:schemeClr val="bg1"/>
                </a:solidFill>
              </a:rPr>
              <a:t>th</a:t>
            </a:r>
            <a:r>
              <a:rPr lang="en-US" sz="2400" kern="0">
                <a:solidFill>
                  <a:schemeClr val="bg1"/>
                </a:solidFill>
              </a:rPr>
              <a:t>, 2026</a:t>
            </a:r>
            <a:endParaRPr lang="en-US" sz="2400" kern="0">
              <a:solidFill>
                <a:schemeClr val="bg1"/>
              </a:solidFill>
              <a:cs typeface="Arial"/>
            </a:endParaRPr>
          </a:p>
        </p:txBody>
      </p:sp>
      <p:pic>
        <p:nvPicPr>
          <p:cNvPr id="9" name="Picture 8">
            <a:extLst>
              <a:ext uri="{FF2B5EF4-FFF2-40B4-BE49-F238E27FC236}">
                <a16:creationId xmlns:a16="http://schemas.microsoft.com/office/drawing/2014/main" id="{53D48383-6016-4855-7D26-001F3F937041}"/>
              </a:ext>
            </a:extLst>
          </p:cNvPr>
          <p:cNvPicPr>
            <a:picLocks noChangeAspect="1"/>
          </p:cNvPicPr>
          <p:nvPr/>
        </p:nvPicPr>
        <p:blipFill>
          <a:blip r:embed="rId5">
            <a:extLst>
              <a:ext uri="{28A0092B-C50C-407E-A947-70E740481C1C}">
                <a14:useLocalDpi xmlns:a14="http://schemas.microsoft.com/office/drawing/2010/main" val="0"/>
              </a:ext>
            </a:extLst>
          </a:blip>
          <a:srcRect l="2625" t="748" r="2899" b="949"/>
          <a:stretch>
            <a:fillRect/>
          </a:stretch>
        </p:blipFill>
        <p:spPr>
          <a:xfrm>
            <a:off x="8458200" y="5867400"/>
            <a:ext cx="567559" cy="914400"/>
          </a:xfrm>
          <a:prstGeom prst="rect">
            <a:avLst/>
          </a:prstGeom>
        </p:spPr>
      </p:pic>
    </p:spTree>
    <p:extLst>
      <p:ext uri="{BB962C8B-B14F-4D97-AF65-F5344CB8AC3E}">
        <p14:creationId xmlns:p14="http://schemas.microsoft.com/office/powerpoint/2010/main" val="100310110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a:spLocks noGrp="1" noRot="1" noMove="1" noResize="1" noEditPoints="1" noAdjustHandles="1" noChangeArrowheads="1" noChangeShapeType="1"/>
          </p:cNvSpPr>
          <p:nvPr/>
        </p:nvSpPr>
        <p:spPr>
          <a:xfrm>
            <a:off x="0" y="5638800"/>
            <a:ext cx="9144000" cy="1239430"/>
          </a:xfrm>
          <a:prstGeom prst="rect">
            <a:avLst/>
          </a:prstGeom>
          <a:solidFill>
            <a:schemeClr val="bg1"/>
          </a:solidFill>
        </p:spPr>
        <p:txBody>
          <a:bodyPr wrap="square" rtlCol="0">
            <a:spAutoFit/>
          </a:bodyPr>
          <a:lstStyle/>
          <a:p>
            <a:endParaRPr lang="en-US"/>
          </a:p>
        </p:txBody>
      </p:sp>
      <p:grpSp>
        <p:nvGrpSpPr>
          <p:cNvPr id="17" name="Group 16">
            <a:extLst>
              <a:ext uri="{FF2B5EF4-FFF2-40B4-BE49-F238E27FC236}">
                <a16:creationId xmlns:a16="http://schemas.microsoft.com/office/drawing/2014/main" id="{D3FE743A-E59A-B77B-DD2B-3C594C8D88A9}"/>
              </a:ext>
            </a:extLst>
          </p:cNvPr>
          <p:cNvGrpSpPr/>
          <p:nvPr/>
        </p:nvGrpSpPr>
        <p:grpSpPr>
          <a:xfrm>
            <a:off x="-62344" y="2971800"/>
            <a:ext cx="9220199" cy="3106806"/>
            <a:chOff x="-62344" y="2971800"/>
            <a:chExt cx="9220199" cy="3106806"/>
          </a:xfrm>
        </p:grpSpPr>
        <p:pic>
          <p:nvPicPr>
            <p:cNvPr id="8" name="Picture 7">
              <a:extLst>
                <a:ext uri="{FF2B5EF4-FFF2-40B4-BE49-F238E27FC236}">
                  <a16:creationId xmlns:a16="http://schemas.microsoft.com/office/drawing/2014/main" id="{BF6B88F6-9C6C-AD36-2AF4-4DAE7587B73A}"/>
                </a:ext>
              </a:extLst>
            </p:cNvPr>
            <p:cNvPicPr>
              <a:picLocks noChangeAspect="1"/>
            </p:cNvPicPr>
            <p:nvPr/>
          </p:nvPicPr>
          <p:blipFill>
            <a:blip r:embed="rId3">
              <a:extLst>
                <a:ext uri="{BEBA8EAE-BF5A-486C-A8C5-ECC9F3942E4B}">
                  <a14:imgProps xmlns:a14="http://schemas.microsoft.com/office/drawing/2010/main">
                    <a14:imgLayer r:embed="rId4">
                      <a14:imgEffect>
                        <a14:sharpenSoften amount="13000"/>
                      </a14:imgEffect>
                      <a14:imgEffect>
                        <a14:saturation sat="147000"/>
                      </a14:imgEffect>
                      <a14:imgEffect>
                        <a14:brightnessContrast contrast="22000"/>
                      </a14:imgEffect>
                    </a14:imgLayer>
                  </a14:imgProps>
                </a:ext>
                <a:ext uri="{28A0092B-C50C-407E-A947-70E740481C1C}">
                  <a14:useLocalDpi xmlns:a14="http://schemas.microsoft.com/office/drawing/2010/main" val="0"/>
                </a:ext>
              </a:extLst>
            </a:blip>
            <a:stretch>
              <a:fillRect/>
            </a:stretch>
          </p:blipFill>
          <p:spPr>
            <a:xfrm>
              <a:off x="-62344" y="2971800"/>
              <a:ext cx="9220199" cy="3106806"/>
            </a:xfrm>
            <a:prstGeom prst="rect">
              <a:avLst/>
            </a:prstGeom>
          </p:spPr>
        </p:pic>
        <p:sp>
          <p:nvSpPr>
            <p:cNvPr id="16" name="Rectangle 15">
              <a:extLst>
                <a:ext uri="{FF2B5EF4-FFF2-40B4-BE49-F238E27FC236}">
                  <a16:creationId xmlns:a16="http://schemas.microsoft.com/office/drawing/2014/main" id="{0D7682B7-2B18-DA3C-6B50-DE9DBA200042}"/>
                </a:ext>
              </a:extLst>
            </p:cNvPr>
            <p:cNvSpPr/>
            <p:nvPr/>
          </p:nvSpPr>
          <p:spPr>
            <a:xfrm>
              <a:off x="3889517" y="3013738"/>
              <a:ext cx="1520683" cy="235061"/>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grpSp>
      <p:sp>
        <p:nvSpPr>
          <p:cNvPr id="12291" name="Rectangle 3"/>
          <p:cNvSpPr>
            <a:spLocks noGrp="1" noChangeArrowheads="1"/>
          </p:cNvSpPr>
          <p:nvPr>
            <p:ph type="body" idx="1"/>
          </p:nvPr>
        </p:nvSpPr>
        <p:spPr>
          <a:xfrm>
            <a:off x="342900" y="266059"/>
            <a:ext cx="8458200" cy="2057400"/>
          </a:xfrm>
        </p:spPr>
        <p:txBody>
          <a:bodyPr/>
          <a:lstStyle/>
          <a:p>
            <a:pPr marL="0" indent="0" eaLnBrk="1" hangingPunct="1">
              <a:buNone/>
            </a:pPr>
            <a:r>
              <a:rPr lang="en-US" sz="4000" b="1" dirty="0"/>
              <a:t>How do supermassive black holes (SMBHs) evolve in the first billion years after the Big Bang?</a:t>
            </a:r>
          </a:p>
          <a:p>
            <a:pPr eaLnBrk="1" hangingPunct="1"/>
            <a:endParaRPr lang="en-US" sz="4000" b="1" dirty="0"/>
          </a:p>
        </p:txBody>
      </p:sp>
      <p:sp>
        <p:nvSpPr>
          <p:cNvPr id="11" name="TextBox 1">
            <a:extLst>
              <a:ext uri="{FF2B5EF4-FFF2-40B4-BE49-F238E27FC236}">
                <a16:creationId xmlns:a16="http://schemas.microsoft.com/office/drawing/2014/main" id="{7E1969FA-6BA2-D7C0-0206-051FF258811B}"/>
              </a:ext>
            </a:extLst>
          </p:cNvPr>
          <p:cNvSpPr txBox="1">
            <a:spLocks noChangeArrowheads="1"/>
          </p:cNvSpPr>
          <p:nvPr/>
        </p:nvSpPr>
        <p:spPr bwMode="auto">
          <a:xfrm>
            <a:off x="4801755" y="6073849"/>
            <a:ext cx="4356100" cy="3693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r" eaLnBrk="1" hangingPunct="1"/>
            <a:r>
              <a:rPr lang="en-US" dirty="0"/>
              <a:t>NASA</a:t>
            </a:r>
          </a:p>
        </p:txBody>
      </p:sp>
      <p:sp>
        <p:nvSpPr>
          <p:cNvPr id="13" name="TextBox 1">
            <a:extLst>
              <a:ext uri="{FF2B5EF4-FFF2-40B4-BE49-F238E27FC236}">
                <a16:creationId xmlns:a16="http://schemas.microsoft.com/office/drawing/2014/main" id="{316F47CB-78EA-1242-7034-2F694E8EB0FB}"/>
              </a:ext>
            </a:extLst>
          </p:cNvPr>
          <p:cNvSpPr txBox="1">
            <a:spLocks noChangeArrowheads="1"/>
          </p:cNvSpPr>
          <p:nvPr/>
        </p:nvSpPr>
        <p:spPr bwMode="auto">
          <a:xfrm>
            <a:off x="5791200" y="2314992"/>
            <a:ext cx="2116255" cy="523220"/>
          </a:xfrm>
          <a:prstGeom prst="rect">
            <a:avLst/>
          </a:prstGeom>
          <a:noFill/>
          <a:ln w="28575">
            <a:solidFill>
              <a:srgbClr val="FF0000"/>
            </a:solidFill>
            <a:miter lim="800000"/>
            <a:headEnd/>
            <a:tailEnd/>
          </a:ln>
          <a:extLst>
            <a:ext uri="{909E8E84-426E-40DD-AFC4-6F175D3DCCD1}">
              <a14:hiddenFill xmlns:a14="http://schemas.microsoft.com/office/drawing/2010/main">
                <a:solidFill>
                  <a:srgbClr val="FFFFFF"/>
                </a:solidFill>
              </a14:hiddenFill>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eaLnBrk="1" hangingPunct="1"/>
            <a:r>
              <a:rPr lang="en-US" sz="2800" dirty="0"/>
              <a:t>Our Sample</a:t>
            </a:r>
          </a:p>
        </p:txBody>
      </p:sp>
      <p:sp>
        <p:nvSpPr>
          <p:cNvPr id="19" name="Down Arrow 18">
            <a:extLst>
              <a:ext uri="{FF2B5EF4-FFF2-40B4-BE49-F238E27FC236}">
                <a16:creationId xmlns:a16="http://schemas.microsoft.com/office/drawing/2014/main" id="{AD803A07-DDAC-C5E2-1865-B539B3649D76}"/>
              </a:ext>
            </a:extLst>
          </p:cNvPr>
          <p:cNvSpPr/>
          <p:nvPr/>
        </p:nvSpPr>
        <p:spPr>
          <a:xfrm rot="10800000">
            <a:off x="5176339" y="5505212"/>
            <a:ext cx="685800" cy="1143000"/>
          </a:xfrm>
          <a:prstGeom prst="downArrow">
            <a:avLst>
              <a:gd name="adj1" fmla="val 49216"/>
              <a:gd name="adj2" fmla="val 58415"/>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Down Arrow 8">
            <a:extLst>
              <a:ext uri="{FF2B5EF4-FFF2-40B4-BE49-F238E27FC236}">
                <a16:creationId xmlns:a16="http://schemas.microsoft.com/office/drawing/2014/main" id="{9F47BBAE-8541-85BF-9AD6-838AF385AB6A}"/>
              </a:ext>
            </a:extLst>
          </p:cNvPr>
          <p:cNvSpPr/>
          <p:nvPr/>
        </p:nvSpPr>
        <p:spPr>
          <a:xfrm>
            <a:off x="5178970" y="2486681"/>
            <a:ext cx="685800" cy="1143000"/>
          </a:xfrm>
          <a:prstGeom prst="downArrow">
            <a:avLst>
              <a:gd name="adj1" fmla="val 49216"/>
              <a:gd name="adj2" fmla="val 58415"/>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BEFE3B43-C0C9-A13E-F3B7-022A0FCD1301}"/>
              </a:ext>
            </a:extLst>
          </p:cNvPr>
          <p:cNvSpPr/>
          <p:nvPr/>
        </p:nvSpPr>
        <p:spPr>
          <a:xfrm>
            <a:off x="3620947" y="5808134"/>
            <a:ext cx="1520683" cy="235061"/>
          </a:xfrm>
          <a:prstGeom prst="rect">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12" name="TextBox 1">
            <a:extLst>
              <a:ext uri="{FF2B5EF4-FFF2-40B4-BE49-F238E27FC236}">
                <a16:creationId xmlns:a16="http://schemas.microsoft.com/office/drawing/2014/main" id="{79E9B345-EAA3-43E4-31E1-0E122717DA77}"/>
              </a:ext>
            </a:extLst>
          </p:cNvPr>
          <p:cNvSpPr txBox="1">
            <a:spLocks noChangeArrowheads="1"/>
          </p:cNvSpPr>
          <p:nvPr/>
        </p:nvSpPr>
        <p:spPr bwMode="auto">
          <a:xfrm>
            <a:off x="633772" y="5746375"/>
            <a:ext cx="1316475" cy="276999"/>
          </a:xfrm>
          <a:prstGeom prst="rect">
            <a:avLst/>
          </a:prstGeom>
          <a:solidFill>
            <a:schemeClr val="tx1"/>
          </a:solidFill>
          <a:ln>
            <a:noFill/>
          </a:ln>
        </p:spPr>
        <p:txBody>
          <a:bodyPr wrap="square" lIns="0" tIns="0" rIns="0" bIns="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dirty="0">
                <a:solidFill>
                  <a:schemeClr val="bg1"/>
                </a:solidFill>
              </a:rPr>
              <a:t>Redshift + 1</a:t>
            </a:r>
          </a:p>
        </p:txBody>
      </p:sp>
      <p:sp>
        <p:nvSpPr>
          <p:cNvPr id="14" name="TextBox 1">
            <a:extLst>
              <a:ext uri="{FF2B5EF4-FFF2-40B4-BE49-F238E27FC236}">
                <a16:creationId xmlns:a16="http://schemas.microsoft.com/office/drawing/2014/main" id="{E4F8061D-D8C7-E24F-F2B4-0CC27421A6C3}"/>
              </a:ext>
            </a:extLst>
          </p:cNvPr>
          <p:cNvSpPr txBox="1">
            <a:spLocks noChangeArrowheads="1"/>
          </p:cNvSpPr>
          <p:nvPr/>
        </p:nvSpPr>
        <p:spPr bwMode="auto">
          <a:xfrm>
            <a:off x="633772" y="2992768"/>
            <a:ext cx="2871428" cy="276999"/>
          </a:xfrm>
          <a:prstGeom prst="rect">
            <a:avLst/>
          </a:prstGeom>
          <a:noFill/>
          <a:ln>
            <a:noFill/>
          </a:ln>
        </p:spPr>
        <p:txBody>
          <a:bodyPr wrap="square" lIns="0" tIns="0" rIns="0" bIns="0">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dirty="0">
                <a:solidFill>
                  <a:schemeClr val="bg1"/>
                </a:solidFill>
              </a:rPr>
              <a:t>Years after the Big Bang</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4045C8-88C3-0CA6-1F4D-4BAEA36CC83B}"/>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2C8102A-F149-91DE-9A11-21F27BF0C070}"/>
              </a:ext>
            </a:extLst>
          </p:cNvPr>
          <p:cNvSpPr txBox="1">
            <a:spLocks noGrp="1" noRot="1" noMove="1" noResize="1" noEditPoints="1" noAdjustHandles="1" noChangeArrowheads="1" noChangeShapeType="1"/>
          </p:cNvSpPr>
          <p:nvPr/>
        </p:nvSpPr>
        <p:spPr>
          <a:xfrm>
            <a:off x="0" y="5638800"/>
            <a:ext cx="9144000" cy="1239430"/>
          </a:xfrm>
          <a:prstGeom prst="rect">
            <a:avLst/>
          </a:prstGeom>
          <a:solidFill>
            <a:schemeClr val="bg1"/>
          </a:solidFill>
        </p:spPr>
        <p:txBody>
          <a:bodyPr wrap="square" rtlCol="0">
            <a:spAutoFit/>
          </a:bodyPr>
          <a:lstStyle/>
          <a:p>
            <a:endParaRPr lang="en-US"/>
          </a:p>
        </p:txBody>
      </p:sp>
      <p:sp>
        <p:nvSpPr>
          <p:cNvPr id="18434" name="Rectangle 2">
            <a:extLst>
              <a:ext uri="{FF2B5EF4-FFF2-40B4-BE49-F238E27FC236}">
                <a16:creationId xmlns:a16="http://schemas.microsoft.com/office/drawing/2014/main" id="{41BAE0AF-D3EF-4443-59B8-676D5E6178DE}"/>
              </a:ext>
            </a:extLst>
          </p:cNvPr>
          <p:cNvSpPr>
            <a:spLocks noGrp="1" noChangeArrowheads="1"/>
          </p:cNvSpPr>
          <p:nvPr>
            <p:ph type="title"/>
          </p:nvPr>
        </p:nvSpPr>
        <p:spPr/>
        <p:txBody>
          <a:bodyPr/>
          <a:lstStyle/>
          <a:p>
            <a:pPr algn="l" eaLnBrk="1" hangingPunct="1"/>
            <a:r>
              <a:rPr lang="en-US" sz="4000" b="1" dirty="0"/>
              <a:t>Theory</a:t>
            </a:r>
          </a:p>
        </p:txBody>
      </p:sp>
      <p:grpSp>
        <p:nvGrpSpPr>
          <p:cNvPr id="4" name="Group 3">
            <a:extLst>
              <a:ext uri="{FF2B5EF4-FFF2-40B4-BE49-F238E27FC236}">
                <a16:creationId xmlns:a16="http://schemas.microsoft.com/office/drawing/2014/main" id="{BB87ABB6-61EC-BF35-3C9D-501618C541CB}"/>
              </a:ext>
            </a:extLst>
          </p:cNvPr>
          <p:cNvGrpSpPr/>
          <p:nvPr/>
        </p:nvGrpSpPr>
        <p:grpSpPr>
          <a:xfrm>
            <a:off x="2743200" y="457200"/>
            <a:ext cx="6182458" cy="4886667"/>
            <a:chOff x="1298659" y="1417816"/>
            <a:chExt cx="6752783" cy="5337458"/>
          </a:xfrm>
        </p:grpSpPr>
        <p:grpSp>
          <p:nvGrpSpPr>
            <p:cNvPr id="24" name="Group 23">
              <a:extLst>
                <a:ext uri="{FF2B5EF4-FFF2-40B4-BE49-F238E27FC236}">
                  <a16:creationId xmlns:a16="http://schemas.microsoft.com/office/drawing/2014/main" id="{D73900AE-5101-6503-095B-6E6C74A945E0}"/>
                </a:ext>
              </a:extLst>
            </p:cNvPr>
            <p:cNvGrpSpPr/>
            <p:nvPr/>
          </p:nvGrpSpPr>
          <p:grpSpPr>
            <a:xfrm>
              <a:off x="1298659" y="1417816"/>
              <a:ext cx="6752783" cy="5337458"/>
              <a:chOff x="125865" y="3253695"/>
              <a:chExt cx="4186967" cy="3291227"/>
            </a:xfrm>
          </p:grpSpPr>
          <p:grpSp>
            <p:nvGrpSpPr>
              <p:cNvPr id="25" name="Group 24">
                <a:extLst>
                  <a:ext uri="{FF2B5EF4-FFF2-40B4-BE49-F238E27FC236}">
                    <a16:creationId xmlns:a16="http://schemas.microsoft.com/office/drawing/2014/main" id="{16F8C0CD-876D-FB73-D378-78A7FCC8904E}"/>
                  </a:ext>
                </a:extLst>
              </p:cNvPr>
              <p:cNvGrpSpPr/>
              <p:nvPr/>
            </p:nvGrpSpPr>
            <p:grpSpPr>
              <a:xfrm>
                <a:off x="125865" y="3253695"/>
                <a:ext cx="4186967" cy="3291227"/>
                <a:chOff x="125865" y="3253695"/>
                <a:chExt cx="4186967" cy="3291227"/>
              </a:xfrm>
            </p:grpSpPr>
            <p:grpSp>
              <p:nvGrpSpPr>
                <p:cNvPr id="11" name="Group 10">
                  <a:extLst>
                    <a:ext uri="{FF2B5EF4-FFF2-40B4-BE49-F238E27FC236}">
                      <a16:creationId xmlns:a16="http://schemas.microsoft.com/office/drawing/2014/main" id="{FA882604-8980-672F-F9B5-72203590AD4E}"/>
                    </a:ext>
                  </a:extLst>
                </p:cNvPr>
                <p:cNvGrpSpPr/>
                <p:nvPr/>
              </p:nvGrpSpPr>
              <p:grpSpPr>
                <a:xfrm>
                  <a:off x="125865" y="3253695"/>
                  <a:ext cx="4186967" cy="3291227"/>
                  <a:chOff x="386712" y="2657604"/>
                  <a:chExt cx="3830736" cy="3011207"/>
                </a:xfrm>
              </p:grpSpPr>
              <p:grpSp>
                <p:nvGrpSpPr>
                  <p:cNvPr id="12" name="Group 11">
                    <a:extLst>
                      <a:ext uri="{FF2B5EF4-FFF2-40B4-BE49-F238E27FC236}">
                        <a16:creationId xmlns:a16="http://schemas.microsoft.com/office/drawing/2014/main" id="{CC199E8D-1065-3824-88A1-8CEB6FCAF958}"/>
                      </a:ext>
                    </a:extLst>
                  </p:cNvPr>
                  <p:cNvGrpSpPr/>
                  <p:nvPr/>
                </p:nvGrpSpPr>
                <p:grpSpPr>
                  <a:xfrm>
                    <a:off x="386712" y="4366915"/>
                    <a:ext cx="3830736" cy="1301896"/>
                    <a:chOff x="414894" y="3828845"/>
                    <a:chExt cx="3830736" cy="1301896"/>
                  </a:xfrm>
                </p:grpSpPr>
                <p:grpSp>
                  <p:nvGrpSpPr>
                    <p:cNvPr id="14" name="Group 13">
                      <a:extLst>
                        <a:ext uri="{FF2B5EF4-FFF2-40B4-BE49-F238E27FC236}">
                          <a16:creationId xmlns:a16="http://schemas.microsoft.com/office/drawing/2014/main" id="{958D14DB-9824-8B1D-231D-809507BC46EF}"/>
                        </a:ext>
                      </a:extLst>
                    </p:cNvPr>
                    <p:cNvGrpSpPr/>
                    <p:nvPr/>
                  </p:nvGrpSpPr>
                  <p:grpSpPr>
                    <a:xfrm>
                      <a:off x="414894" y="3828845"/>
                      <a:ext cx="3830736" cy="1301896"/>
                      <a:chOff x="182279" y="3460535"/>
                      <a:chExt cx="3830736" cy="1301896"/>
                    </a:xfrm>
                  </p:grpSpPr>
                  <p:grpSp>
                    <p:nvGrpSpPr>
                      <p:cNvPr id="16" name="Group 15">
                        <a:extLst>
                          <a:ext uri="{FF2B5EF4-FFF2-40B4-BE49-F238E27FC236}">
                            <a16:creationId xmlns:a16="http://schemas.microsoft.com/office/drawing/2014/main" id="{1047249D-DF3B-9CCE-077B-FE0928618E4E}"/>
                          </a:ext>
                        </a:extLst>
                      </p:cNvPr>
                      <p:cNvGrpSpPr/>
                      <p:nvPr/>
                    </p:nvGrpSpPr>
                    <p:grpSpPr>
                      <a:xfrm>
                        <a:off x="182279" y="3460535"/>
                        <a:ext cx="3830736" cy="1301896"/>
                        <a:chOff x="286512" y="5379400"/>
                        <a:chExt cx="3830736" cy="1301896"/>
                      </a:xfrm>
                    </p:grpSpPr>
                    <p:pic>
                      <p:nvPicPr>
                        <p:cNvPr id="18" name="Picture 4" descr="Using Spectra to Measure Stellar Radius, Composition, and Motion | Astronomy">
                          <a:extLst>
                            <a:ext uri="{FF2B5EF4-FFF2-40B4-BE49-F238E27FC236}">
                              <a16:creationId xmlns:a16="http://schemas.microsoft.com/office/drawing/2014/main" id="{CAB20347-5829-5DB7-EF8E-47638FB2C0E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t="65305"/>
                        <a:stretch>
                          <a:fillRect/>
                        </a:stretch>
                      </p:blipFill>
                      <p:spPr bwMode="auto">
                        <a:xfrm>
                          <a:off x="286512" y="5379400"/>
                          <a:ext cx="3770290" cy="1143001"/>
                        </a:xfrm>
                        <a:prstGeom prst="rect">
                          <a:avLst/>
                        </a:prstGeom>
                        <a:noFill/>
                        <a:extLst>
                          <a:ext uri="{909E8E84-426E-40DD-AFC4-6F175D3DCCD1}">
                            <a14:hiddenFill xmlns:a14="http://schemas.microsoft.com/office/drawing/2010/main">
                              <a:solidFill>
                                <a:srgbClr val="FFFFFF"/>
                              </a:solidFill>
                            </a14:hiddenFill>
                          </a:ext>
                        </a:extLst>
                      </p:spPr>
                    </p:pic>
                    <p:sp>
                      <p:nvSpPr>
                        <p:cNvPr id="19" name="TextBox 18">
                          <a:extLst>
                            <a:ext uri="{FF2B5EF4-FFF2-40B4-BE49-F238E27FC236}">
                              <a16:creationId xmlns:a16="http://schemas.microsoft.com/office/drawing/2014/main" id="{20C93A09-E83A-E64F-C000-CF7249C3394A}"/>
                            </a:ext>
                          </a:extLst>
                        </p:cNvPr>
                        <p:cNvSpPr txBox="1">
                          <a:spLocks noChangeArrowheads="1"/>
                        </p:cNvSpPr>
                        <p:nvPr/>
                      </p:nvSpPr>
                      <p:spPr bwMode="auto">
                        <a:xfrm>
                          <a:off x="3002315" y="6510607"/>
                          <a:ext cx="1114933" cy="1706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r"/>
                          <a:r>
                            <a:rPr lang="en-US" sz="1200" dirty="0"/>
                            <a:t>Lumen Learning</a:t>
                          </a:r>
                        </a:p>
                      </p:txBody>
                    </p:sp>
                  </p:grpSp>
                  <p:pic>
                    <p:nvPicPr>
                      <p:cNvPr id="17" name="Picture 4" descr="Using Spectra to Measure Stellar Radius, Composition, and Motion | Astronomy">
                        <a:extLst>
                          <a:ext uri="{FF2B5EF4-FFF2-40B4-BE49-F238E27FC236}">
                            <a16:creationId xmlns:a16="http://schemas.microsoft.com/office/drawing/2014/main" id="{295CB7F2-663C-7F5A-996C-C80DDB9D5668}"/>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18349" t="69227" r="55902" b="7327"/>
                      <a:stretch>
                        <a:fillRect/>
                      </a:stretch>
                    </p:blipFill>
                    <p:spPr bwMode="auto">
                      <a:xfrm rot="10800000">
                        <a:off x="850212" y="3577931"/>
                        <a:ext cx="1073639" cy="854348"/>
                      </a:xfrm>
                      <a:prstGeom prst="rect">
                        <a:avLst/>
                      </a:prstGeom>
                      <a:noFill/>
                      <a:extLst>
                        <a:ext uri="{909E8E84-426E-40DD-AFC4-6F175D3DCCD1}">
                          <a14:hiddenFill xmlns:a14="http://schemas.microsoft.com/office/drawing/2010/main">
                            <a:solidFill>
                              <a:srgbClr val="FFFFFF"/>
                            </a:solidFill>
                          </a14:hiddenFill>
                        </a:ext>
                      </a:extLst>
                    </p:spPr>
                  </p:pic>
                </p:grpSp>
                <p:pic>
                  <p:nvPicPr>
                    <p:cNvPr id="15" name="Picture 4" descr="Using Spectra to Measure Stellar Radius, Composition, and Motion | Astronomy">
                      <a:extLst>
                        <a:ext uri="{FF2B5EF4-FFF2-40B4-BE49-F238E27FC236}">
                          <a16:creationId xmlns:a16="http://schemas.microsoft.com/office/drawing/2014/main" id="{ED5537BA-E8D7-5524-1430-21BEDA536962}"/>
                        </a:ext>
                      </a:extLst>
                    </p:cNvPr>
                    <p:cNvPicPr>
                      <a:picLocks noChangeAspect="1" noChangeArrowheads="1"/>
                    </p:cNvPicPr>
                    <p:nvPr/>
                  </p:nvPicPr>
                  <p:blipFill rotWithShape="1">
                    <a:blip r:embed="rId4"/>
                    <a:srcRect l="56292" t="69169" r="18618" b="8369"/>
                    <a:stretch>
                      <a:fillRect/>
                    </a:stretch>
                  </p:blipFill>
                  <p:spPr bwMode="auto">
                    <a:xfrm rot="10800000">
                      <a:off x="2508727" y="3946241"/>
                      <a:ext cx="1073639" cy="840090"/>
                    </a:xfrm>
                    <a:prstGeom prst="rect">
                      <a:avLst/>
                    </a:prstGeom>
                    <a:noFill/>
                    <a:extLst>
                      <a:ext uri="{909E8E84-426E-40DD-AFC4-6F175D3DCCD1}">
                        <a14:hiddenFill xmlns:a14="http://schemas.microsoft.com/office/drawing/2010/main">
                          <a:solidFill>
                            <a:srgbClr val="FFFFFF"/>
                          </a:solidFill>
                        </a14:hiddenFill>
                      </a:ext>
                    </a:extLst>
                  </p:spPr>
                </p:pic>
              </p:grpSp>
              <p:pic>
                <p:nvPicPr>
                  <p:cNvPr id="13" name="Picture 4" descr="Using Spectra to Measure Stellar Radius, Composition, and Motion | Astronomy">
                    <a:extLst>
                      <a:ext uri="{FF2B5EF4-FFF2-40B4-BE49-F238E27FC236}">
                        <a16:creationId xmlns:a16="http://schemas.microsoft.com/office/drawing/2014/main" id="{D85EC4BA-2D98-1639-CB4B-9FDDD2278AFD}"/>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48038"/>
                  <a:stretch>
                    <a:fillRect/>
                  </a:stretch>
                </p:blipFill>
                <p:spPr bwMode="auto">
                  <a:xfrm>
                    <a:off x="386712" y="2657604"/>
                    <a:ext cx="3770290" cy="1711834"/>
                  </a:xfrm>
                  <a:prstGeom prst="rect">
                    <a:avLst/>
                  </a:prstGeom>
                  <a:noFill/>
                  <a:extLst>
                    <a:ext uri="{909E8E84-426E-40DD-AFC4-6F175D3DCCD1}">
                      <a14:hiddenFill xmlns:a14="http://schemas.microsoft.com/office/drawing/2010/main">
                        <a:solidFill>
                          <a:srgbClr val="FFFFFF"/>
                        </a:solidFill>
                      </a14:hiddenFill>
                    </a:ext>
                  </a:extLst>
                </p:spPr>
              </p:pic>
            </p:grpSp>
            <p:sp>
              <p:nvSpPr>
                <p:cNvPr id="21" name="Oval 20">
                  <a:extLst>
                    <a:ext uri="{FF2B5EF4-FFF2-40B4-BE49-F238E27FC236}">
                      <a16:creationId xmlns:a16="http://schemas.microsoft.com/office/drawing/2014/main" id="{17A15869-5799-8D41-8826-5E552FE060DF}"/>
                    </a:ext>
                  </a:extLst>
                </p:cNvPr>
                <p:cNvSpPr>
                  <a:spLocks noChangeAspect="1"/>
                </p:cNvSpPr>
                <p:nvPr/>
              </p:nvSpPr>
              <p:spPr>
                <a:xfrm>
                  <a:off x="2909709" y="3641585"/>
                  <a:ext cx="91440" cy="92215"/>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2" name="Oval 21">
                  <a:extLst>
                    <a:ext uri="{FF2B5EF4-FFF2-40B4-BE49-F238E27FC236}">
                      <a16:creationId xmlns:a16="http://schemas.microsoft.com/office/drawing/2014/main" id="{D85D5413-E8C1-F2F1-C5C3-E62139EF1E6C}"/>
                    </a:ext>
                  </a:extLst>
                </p:cNvPr>
                <p:cNvSpPr>
                  <a:spLocks noChangeAspect="1"/>
                </p:cNvSpPr>
                <p:nvPr/>
              </p:nvSpPr>
              <p:spPr>
                <a:xfrm>
                  <a:off x="1167841" y="3453453"/>
                  <a:ext cx="468478" cy="468478"/>
                </a:xfrm>
                <a:prstGeom prst="ellipse">
                  <a:avLst/>
                </a:prstGeom>
                <a:solidFill>
                  <a:schemeClr val="bg1"/>
                </a:solidFill>
                <a:ln>
                  <a:noFill/>
                </a:ln>
                <a:effectLst>
                  <a:glow rad="88900">
                    <a:schemeClr val="accent3">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F66A95D4-D89C-8F3F-1FCE-904AC3752F0F}"/>
                    </a:ext>
                  </a:extLst>
                </p:cNvPr>
                <p:cNvSpPr>
                  <a:spLocks noChangeAspect="1"/>
                </p:cNvSpPr>
                <p:nvPr/>
              </p:nvSpPr>
              <p:spPr>
                <a:xfrm>
                  <a:off x="1356360" y="3641585"/>
                  <a:ext cx="91440" cy="92215"/>
                </a:xfrm>
                <a:prstGeom prst="ellipse">
                  <a:avLst/>
                </a:prstGeom>
              </p:spPr>
              <p:style>
                <a:lnRef idx="2">
                  <a:schemeClr val="dk1">
                    <a:shade val="15000"/>
                  </a:schemeClr>
                </a:lnRef>
                <a:fillRef idx="1">
                  <a:schemeClr val="dk1"/>
                </a:fillRef>
                <a:effectRef idx="0">
                  <a:schemeClr val="dk1"/>
                </a:effectRef>
                <a:fontRef idx="minor">
                  <a:schemeClr val="lt1"/>
                </a:fontRef>
              </p:style>
              <p:txBody>
                <a:bodyPr rtlCol="0" anchor="ctr"/>
                <a:lstStyle/>
                <a:p>
                  <a:pPr algn="ctr"/>
                  <a:endParaRPr lang="en-US"/>
                </a:p>
              </p:txBody>
            </p:sp>
            <p:sp>
              <p:nvSpPr>
                <p:cNvPr id="23" name="Donut 22">
                  <a:extLst>
                    <a:ext uri="{FF2B5EF4-FFF2-40B4-BE49-F238E27FC236}">
                      <a16:creationId xmlns:a16="http://schemas.microsoft.com/office/drawing/2014/main" id="{7BFDDC85-19C4-2976-7B0B-3BBC02F07948}"/>
                    </a:ext>
                  </a:extLst>
                </p:cNvPr>
                <p:cNvSpPr>
                  <a:spLocks noChangeAspect="1"/>
                </p:cNvSpPr>
                <p:nvPr/>
              </p:nvSpPr>
              <p:spPr>
                <a:xfrm>
                  <a:off x="2721190" y="3450689"/>
                  <a:ext cx="468478" cy="468478"/>
                </a:xfrm>
                <a:prstGeom prst="donut">
                  <a:avLst>
                    <a:gd name="adj" fmla="val 8915"/>
                  </a:avLst>
                </a:prstGeom>
                <a:solidFill>
                  <a:schemeClr val="bg1"/>
                </a:solidFill>
                <a:ln>
                  <a:noFill/>
                </a:ln>
                <a:effectLst>
                  <a:glow rad="88900">
                    <a:schemeClr val="accent3">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6" name="TextBox 5">
                <a:extLst>
                  <a:ext uri="{FF2B5EF4-FFF2-40B4-BE49-F238E27FC236}">
                    <a16:creationId xmlns:a16="http://schemas.microsoft.com/office/drawing/2014/main" id="{4AF9AAF4-C3D7-022B-0830-25631877EE4C}"/>
                  </a:ext>
                </a:extLst>
              </p:cNvPr>
              <p:cNvSpPr txBox="1"/>
              <p:nvPr/>
            </p:nvSpPr>
            <p:spPr>
              <a:xfrm>
                <a:off x="1821967" y="3534688"/>
                <a:ext cx="685800" cy="284676"/>
              </a:xfrm>
              <a:prstGeom prst="rect">
                <a:avLst/>
              </a:prstGeom>
              <a:solidFill>
                <a:srgbClr val="050A0F"/>
              </a:solidFill>
            </p:spPr>
            <p:txBody>
              <a:bodyPr wrap="square" rtlCol="0">
                <a:spAutoFit/>
              </a:bodyPr>
              <a:lstStyle/>
              <a:p>
                <a:pPr algn="ctr"/>
                <a:r>
                  <a:rPr lang="en-US" sz="1200" dirty="0">
                    <a:solidFill>
                      <a:schemeClr val="bg1"/>
                    </a:solidFill>
                  </a:rPr>
                  <a:t>Top view of a black hole</a:t>
                </a:r>
              </a:p>
            </p:txBody>
          </p:sp>
        </p:grpSp>
        <p:sp>
          <p:nvSpPr>
            <p:cNvPr id="3" name="Rectangle 2">
              <a:extLst>
                <a:ext uri="{FF2B5EF4-FFF2-40B4-BE49-F238E27FC236}">
                  <a16:creationId xmlns:a16="http://schemas.microsoft.com/office/drawing/2014/main" id="{DA94EF53-CA99-88E7-4DC4-5146D7A5F48B}"/>
                </a:ext>
              </a:extLst>
            </p:cNvPr>
            <p:cNvSpPr/>
            <p:nvPr/>
          </p:nvSpPr>
          <p:spPr>
            <a:xfrm>
              <a:off x="1298659" y="4321310"/>
              <a:ext cx="6646228" cy="334400"/>
            </a:xfrm>
            <a:prstGeom prst="rect">
              <a:avLst/>
            </a:prstGeom>
            <a:gradFill flip="none" rotWithShape="1">
              <a:gsLst>
                <a:gs pos="55000">
                  <a:srgbClr val="0E2746"/>
                </a:gs>
                <a:gs pos="0">
                  <a:srgbClr val="103056"/>
                </a:gs>
                <a:gs pos="100000">
                  <a:srgbClr val="0C223A"/>
                </a:gs>
              </a:gsLst>
              <a:lin ang="1620000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riangle 4">
              <a:extLst>
                <a:ext uri="{FF2B5EF4-FFF2-40B4-BE49-F238E27FC236}">
                  <a16:creationId xmlns:a16="http://schemas.microsoft.com/office/drawing/2014/main" id="{B64394F0-C511-379A-0FBE-72476CE05688}"/>
                </a:ext>
              </a:extLst>
            </p:cNvPr>
            <p:cNvSpPr/>
            <p:nvPr/>
          </p:nvSpPr>
          <p:spPr>
            <a:xfrm rot="10800000">
              <a:off x="4545573" y="4321133"/>
              <a:ext cx="152400" cy="150137"/>
            </a:xfrm>
            <a:prstGeom prst="triangle">
              <a:avLst/>
            </a:prstGeom>
            <a:solidFill>
              <a:srgbClr val="FDEA9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ECB33720-DD61-7B73-44F5-32E146683167}"/>
                  </a:ext>
                </a:extLst>
              </p:cNvPr>
              <p:cNvSpPr txBox="1"/>
              <p:nvPr/>
            </p:nvSpPr>
            <p:spPr>
              <a:xfrm>
                <a:off x="873256" y="5653446"/>
                <a:ext cx="7643815" cy="901523"/>
              </a:xfrm>
              <a:prstGeom prst="roundRect">
                <a:avLst/>
              </a:prstGeom>
              <a:noFill/>
              <a:ln w="28575">
                <a:solidFill>
                  <a:schemeClr val="accent2"/>
                </a:solidFill>
              </a:ln>
            </p:spPr>
            <p:txBody>
              <a:bodyPr wrap="none" lIns="91440" tIns="91440" rIns="91440" bIns="91440" rtlCol="0">
                <a:spAutoFit/>
              </a:bodyPr>
              <a:lstStyle>
                <a:defPPr>
                  <a:defRPr lang="en-US"/>
                </a:defPPr>
                <a:lvl1pPr>
                  <a:defRPr sz="1600" b="0" i="1">
                    <a:latin typeface="Cambria Math" panose="02040503050406030204" pitchFamily="18" charset="0"/>
                  </a:defRPr>
                </a:lvl1pPr>
              </a:lstStyle>
              <a:p>
                <a:pPr/>
                <a14:m>
                  <m:oMathPara xmlns:m="http://schemas.openxmlformats.org/officeDocument/2006/math">
                    <m:oMathParaPr>
                      <m:jc m:val="centerGroup"/>
                    </m:oMathParaPr>
                    <m:oMath xmlns:m="http://schemas.openxmlformats.org/officeDocument/2006/math">
                      <m:func>
                        <m:funcPr>
                          <m:ctrlPr>
                            <a:rPr lang="en-US" sz="2000" i="1">
                              <a:latin typeface="Cambria Math" panose="02040503050406030204" pitchFamily="18" charset="0"/>
                            </a:rPr>
                          </m:ctrlPr>
                        </m:funcPr>
                        <m:fName>
                          <m:sSub>
                            <m:sSubPr>
                              <m:ctrlPr>
                                <a:rPr lang="en-US" sz="2000" i="1">
                                  <a:latin typeface="Cambria Math" panose="02040503050406030204" pitchFamily="18" charset="0"/>
                                </a:rPr>
                              </m:ctrlPr>
                            </m:sSubPr>
                            <m:e>
                              <m:r>
                                <a:rPr lang="en-US" sz="2000">
                                  <a:latin typeface="Cambria Math" panose="02040503050406030204" pitchFamily="18" charset="0"/>
                                </a:rPr>
                                <m:t>𝐥𝐨𝐠</m:t>
                              </m:r>
                            </m:e>
                            <m:sub>
                              <m:r>
                                <a:rPr lang="en-US" sz="2000">
                                  <a:latin typeface="Cambria Math" panose="02040503050406030204" pitchFamily="18" charset="0"/>
                                </a:rPr>
                                <m:t>𝟏𝟎</m:t>
                              </m:r>
                            </m:sub>
                          </m:sSub>
                        </m:fName>
                        <m:e>
                          <m:d>
                            <m:dPr>
                              <m:ctrlPr>
                                <a:rPr lang="en-US" sz="2000" i="1">
                                  <a:latin typeface="Cambria Math" panose="02040503050406030204" pitchFamily="18" charset="0"/>
                                </a:rPr>
                              </m:ctrlPr>
                            </m:dPr>
                            <m:e>
                              <m:f>
                                <m:fPr>
                                  <m:ctrlPr>
                                    <a:rPr lang="en-US" sz="2000" i="1">
                                      <a:latin typeface="Cambria Math" panose="02040503050406030204" pitchFamily="18" charset="0"/>
                                    </a:rPr>
                                  </m:ctrlPr>
                                </m:fPr>
                                <m:num>
                                  <m:sSub>
                                    <m:sSubPr>
                                      <m:ctrlPr>
                                        <a:rPr lang="en-US" sz="2000" i="1">
                                          <a:latin typeface="Cambria Math" panose="02040503050406030204" pitchFamily="18" charset="0"/>
                                        </a:rPr>
                                      </m:ctrlPr>
                                    </m:sSubPr>
                                    <m:e>
                                      <m:r>
                                        <a:rPr lang="en-US" sz="2000">
                                          <a:latin typeface="Cambria Math" panose="02040503050406030204" pitchFamily="18" charset="0"/>
                                        </a:rPr>
                                        <m:t>𝑴</m:t>
                                      </m:r>
                                    </m:e>
                                    <m:sub>
                                      <m:r>
                                        <a:rPr lang="en-US" sz="2000">
                                          <a:latin typeface="Cambria Math" panose="02040503050406030204" pitchFamily="18" charset="0"/>
                                        </a:rPr>
                                        <m:t>𝐁𝐇</m:t>
                                      </m:r>
                                      <m:r>
                                        <a:rPr lang="en-US" sz="2000">
                                          <a:latin typeface="Cambria Math" panose="02040503050406030204" pitchFamily="18" charset="0"/>
                                        </a:rPr>
                                        <m:t>,</m:t>
                                      </m:r>
                                      <m:r>
                                        <a:rPr lang="en-US" sz="2000">
                                          <a:latin typeface="Cambria Math" panose="02040503050406030204" pitchFamily="18" charset="0"/>
                                        </a:rPr>
                                        <m:t>𝒗𝒊𝒓</m:t>
                                      </m:r>
                                    </m:sub>
                                  </m:sSub>
                                </m:num>
                                <m:den>
                                  <m:sSub>
                                    <m:sSubPr>
                                      <m:ctrlPr>
                                        <a:rPr lang="en-US" sz="2000" i="1">
                                          <a:latin typeface="Cambria Math" panose="02040503050406030204" pitchFamily="18" charset="0"/>
                                        </a:rPr>
                                      </m:ctrlPr>
                                    </m:sSubPr>
                                    <m:e>
                                      <m:r>
                                        <a:rPr lang="en-US" sz="2000">
                                          <a:latin typeface="Cambria Math" panose="02040503050406030204" pitchFamily="18" charset="0"/>
                                        </a:rPr>
                                        <m:t>𝑴</m:t>
                                      </m:r>
                                    </m:e>
                                    <m:sub>
                                      <m:r>
                                        <a:rPr lang="en-US" sz="2000">
                                          <a:latin typeface="Cambria Math" panose="02040503050406030204" pitchFamily="18" charset="0"/>
                                        </a:rPr>
                                        <m:t>𝑺𝒖𝒏</m:t>
                                      </m:r>
                                    </m:sub>
                                  </m:sSub>
                                </m:den>
                              </m:f>
                            </m:e>
                          </m:d>
                        </m:e>
                      </m:func>
                      <m:r>
                        <a:rPr lang="en-US" sz="2000">
                          <a:latin typeface="Cambria Math" panose="02040503050406030204" pitchFamily="18" charset="0"/>
                        </a:rPr>
                        <m:t>=</m:t>
                      </m:r>
                      <m:r>
                        <a:rPr lang="en-US" sz="2000">
                          <a:latin typeface="Cambria Math" panose="02040503050406030204" pitchFamily="18" charset="0"/>
                        </a:rPr>
                        <m:t>𝒂</m:t>
                      </m:r>
                      <m:r>
                        <a:rPr lang="en-US" sz="2000">
                          <a:latin typeface="Cambria Math" panose="02040503050406030204" pitchFamily="18" charset="0"/>
                        </a:rPr>
                        <m:t>+</m:t>
                      </m:r>
                      <m:r>
                        <a:rPr lang="en-US" sz="2000">
                          <a:latin typeface="Cambria Math" panose="02040503050406030204" pitchFamily="18" charset="0"/>
                        </a:rPr>
                        <m:t>𝒃</m:t>
                      </m:r>
                      <m:func>
                        <m:funcPr>
                          <m:ctrlPr>
                            <a:rPr lang="en-US" sz="2000" i="1">
                              <a:latin typeface="Cambria Math" panose="02040503050406030204" pitchFamily="18" charset="0"/>
                            </a:rPr>
                          </m:ctrlPr>
                        </m:funcPr>
                        <m:fName>
                          <m:sSub>
                            <m:sSubPr>
                              <m:ctrlPr>
                                <a:rPr lang="en-US" sz="2000" i="1">
                                  <a:latin typeface="Cambria Math" panose="02040503050406030204" pitchFamily="18" charset="0"/>
                                </a:rPr>
                              </m:ctrlPr>
                            </m:sSubPr>
                            <m:e>
                              <m:r>
                                <a:rPr lang="en-US" sz="2000">
                                  <a:latin typeface="Cambria Math" panose="02040503050406030204" pitchFamily="18" charset="0"/>
                                </a:rPr>
                                <m:t>𝐥𝐨𝐠</m:t>
                              </m:r>
                            </m:e>
                            <m:sub>
                              <m:r>
                                <a:rPr lang="en-US" sz="2000">
                                  <a:latin typeface="Cambria Math" panose="02040503050406030204" pitchFamily="18" charset="0"/>
                                </a:rPr>
                                <m:t>𝟏𝟎</m:t>
                              </m:r>
                            </m:sub>
                          </m:sSub>
                        </m:fName>
                        <m:e>
                          <m:d>
                            <m:dPr>
                              <m:ctrlPr>
                                <a:rPr lang="en-US" sz="2000" i="1">
                                  <a:latin typeface="Cambria Math" panose="02040503050406030204" pitchFamily="18" charset="0"/>
                                </a:rPr>
                              </m:ctrlPr>
                            </m:dPr>
                            <m:e>
                              <m:f>
                                <m:fPr>
                                  <m:ctrlPr>
                                    <a:rPr lang="en-US" sz="2000" i="1">
                                      <a:latin typeface="Cambria Math" panose="02040503050406030204" pitchFamily="18" charset="0"/>
                                    </a:rPr>
                                  </m:ctrlPr>
                                </m:fPr>
                                <m:num>
                                  <m:r>
                                    <a:rPr lang="en-US" sz="2000">
                                      <a:latin typeface="Cambria Math" panose="02040503050406030204" pitchFamily="18" charset="0"/>
                                    </a:rPr>
                                    <m:t>𝑳</m:t>
                                  </m:r>
                                </m:num>
                                <m:den>
                                  <m:sSup>
                                    <m:sSupPr>
                                      <m:ctrlPr>
                                        <a:rPr lang="en-US" sz="2000" i="1">
                                          <a:latin typeface="Cambria Math" panose="02040503050406030204" pitchFamily="18" charset="0"/>
                                        </a:rPr>
                                      </m:ctrlPr>
                                    </m:sSupPr>
                                    <m:e>
                                      <m:r>
                                        <a:rPr lang="en-US" sz="2000">
                                          <a:latin typeface="Cambria Math" panose="02040503050406030204" pitchFamily="18" charset="0"/>
                                        </a:rPr>
                                        <m:t>𝟏𝟎</m:t>
                                      </m:r>
                                    </m:e>
                                    <m:sup>
                                      <m:r>
                                        <a:rPr lang="en-US" sz="2000">
                                          <a:latin typeface="Cambria Math" panose="02040503050406030204" pitchFamily="18" charset="0"/>
                                        </a:rPr>
                                        <m:t>𝟒𝟒</m:t>
                                      </m:r>
                                    </m:sup>
                                  </m:sSup>
                                  <m:r>
                                    <a:rPr lang="en-US" sz="2000">
                                      <a:latin typeface="Cambria Math" panose="02040503050406030204" pitchFamily="18" charset="0"/>
                                    </a:rPr>
                                    <m:t>𝒆𝒓𝒈</m:t>
                                  </m:r>
                                  <m:r>
                                    <a:rPr lang="en-US" sz="2000">
                                      <a:latin typeface="Cambria Math" panose="02040503050406030204" pitchFamily="18" charset="0"/>
                                    </a:rPr>
                                    <m:t> </m:t>
                                  </m:r>
                                  <m:sSup>
                                    <m:sSupPr>
                                      <m:ctrlPr>
                                        <a:rPr lang="en-US" sz="2000" i="1">
                                          <a:latin typeface="Cambria Math" panose="02040503050406030204" pitchFamily="18" charset="0"/>
                                        </a:rPr>
                                      </m:ctrlPr>
                                    </m:sSupPr>
                                    <m:e>
                                      <m:r>
                                        <a:rPr lang="en-US" sz="2000">
                                          <a:latin typeface="Cambria Math" panose="02040503050406030204" pitchFamily="18" charset="0"/>
                                        </a:rPr>
                                        <m:t>𝒔</m:t>
                                      </m:r>
                                    </m:e>
                                    <m:sup>
                                      <m:r>
                                        <a:rPr lang="en-US" sz="2000">
                                          <a:latin typeface="Cambria Math" panose="02040503050406030204" pitchFamily="18" charset="0"/>
                                        </a:rPr>
                                        <m:t>−</m:t>
                                      </m:r>
                                      <m:r>
                                        <a:rPr lang="en-US" sz="2000">
                                          <a:latin typeface="Cambria Math" panose="02040503050406030204" pitchFamily="18" charset="0"/>
                                        </a:rPr>
                                        <m:t>𝟏</m:t>
                                      </m:r>
                                    </m:sup>
                                  </m:sSup>
                                </m:den>
                              </m:f>
                            </m:e>
                          </m:d>
                        </m:e>
                      </m:func>
                      <m:r>
                        <a:rPr lang="en-US" sz="2000">
                          <a:latin typeface="Cambria Math" panose="02040503050406030204" pitchFamily="18" charset="0"/>
                        </a:rPr>
                        <m:t>+</m:t>
                      </m:r>
                      <m:r>
                        <a:rPr lang="en-US" sz="2000">
                          <a:latin typeface="Cambria Math" panose="02040503050406030204" pitchFamily="18" charset="0"/>
                        </a:rPr>
                        <m:t>𝒄</m:t>
                      </m:r>
                      <m:func>
                        <m:funcPr>
                          <m:ctrlPr>
                            <a:rPr lang="en-US" sz="2000" i="1">
                              <a:latin typeface="Cambria Math" panose="02040503050406030204" pitchFamily="18" charset="0"/>
                            </a:rPr>
                          </m:ctrlPr>
                        </m:funcPr>
                        <m:fName>
                          <m:sSub>
                            <m:sSubPr>
                              <m:ctrlPr>
                                <a:rPr lang="en-US" sz="2000" i="1">
                                  <a:latin typeface="Cambria Math" panose="02040503050406030204" pitchFamily="18" charset="0"/>
                                </a:rPr>
                              </m:ctrlPr>
                            </m:sSubPr>
                            <m:e>
                              <m:r>
                                <a:rPr lang="en-US" sz="2000">
                                  <a:latin typeface="Cambria Math" panose="02040503050406030204" pitchFamily="18" charset="0"/>
                                </a:rPr>
                                <m:t>𝐥𝐨𝐠</m:t>
                              </m:r>
                            </m:e>
                            <m:sub>
                              <m:r>
                                <a:rPr lang="en-US" sz="2000">
                                  <a:latin typeface="Cambria Math" panose="02040503050406030204" pitchFamily="18" charset="0"/>
                                </a:rPr>
                                <m:t>𝟏𝟎</m:t>
                              </m:r>
                            </m:sub>
                          </m:sSub>
                        </m:fName>
                        <m:e>
                          <m:d>
                            <m:dPr>
                              <m:ctrlPr>
                                <a:rPr lang="en-US" sz="2000" i="1">
                                  <a:latin typeface="Cambria Math" panose="02040503050406030204" pitchFamily="18" charset="0"/>
                                </a:rPr>
                              </m:ctrlPr>
                            </m:dPr>
                            <m:e>
                              <m:f>
                                <m:fPr>
                                  <m:ctrlPr>
                                    <a:rPr lang="en-US" sz="2000" i="1">
                                      <a:latin typeface="Cambria Math" panose="02040503050406030204" pitchFamily="18" charset="0"/>
                                    </a:rPr>
                                  </m:ctrlPr>
                                </m:fPr>
                                <m:num>
                                  <m:r>
                                    <a:rPr lang="en-US" sz="2000">
                                      <a:latin typeface="Cambria Math" panose="02040503050406030204" pitchFamily="18" charset="0"/>
                                    </a:rPr>
                                    <m:t>𝑭𝑾𝑯𝑴</m:t>
                                  </m:r>
                                </m:num>
                                <m:den>
                                  <m:r>
                                    <a:rPr lang="en-US" sz="2000">
                                      <a:latin typeface="Cambria Math" panose="02040503050406030204" pitchFamily="18" charset="0"/>
                                    </a:rPr>
                                    <m:t>𝒌𝒎</m:t>
                                  </m:r>
                                  <m:r>
                                    <a:rPr lang="en-US" sz="2000">
                                      <a:latin typeface="Cambria Math" panose="02040503050406030204" pitchFamily="18" charset="0"/>
                                    </a:rPr>
                                    <m:t> </m:t>
                                  </m:r>
                                  <m:sSup>
                                    <m:sSupPr>
                                      <m:ctrlPr>
                                        <a:rPr lang="en-US" sz="2000" i="1">
                                          <a:latin typeface="Cambria Math" panose="02040503050406030204" pitchFamily="18" charset="0"/>
                                        </a:rPr>
                                      </m:ctrlPr>
                                    </m:sSupPr>
                                    <m:e>
                                      <m:r>
                                        <a:rPr lang="en-US" sz="2000">
                                          <a:latin typeface="Cambria Math" panose="02040503050406030204" pitchFamily="18" charset="0"/>
                                        </a:rPr>
                                        <m:t>𝒔</m:t>
                                      </m:r>
                                    </m:e>
                                    <m:sup>
                                      <m:r>
                                        <a:rPr lang="en-US" sz="2000">
                                          <a:latin typeface="Cambria Math" panose="02040503050406030204" pitchFamily="18" charset="0"/>
                                        </a:rPr>
                                        <m:t>−</m:t>
                                      </m:r>
                                      <m:r>
                                        <a:rPr lang="en-US" sz="2000">
                                          <a:latin typeface="Cambria Math" panose="02040503050406030204" pitchFamily="18" charset="0"/>
                                        </a:rPr>
                                        <m:t>𝟏</m:t>
                                      </m:r>
                                    </m:sup>
                                  </m:sSup>
                                </m:den>
                              </m:f>
                            </m:e>
                          </m:d>
                        </m:e>
                      </m:func>
                    </m:oMath>
                  </m:oMathPara>
                </a14:m>
                <a:endParaRPr lang="en-US" sz="2000" dirty="0"/>
              </a:p>
            </p:txBody>
          </p:sp>
        </mc:Choice>
        <mc:Fallback xmlns="">
          <p:sp>
            <p:nvSpPr>
              <p:cNvPr id="8" name="TextBox 7">
                <a:extLst>
                  <a:ext uri="{FF2B5EF4-FFF2-40B4-BE49-F238E27FC236}">
                    <a16:creationId xmlns:a16="http://schemas.microsoft.com/office/drawing/2014/main" id="{ECB33720-DD61-7B73-44F5-32E146683167}"/>
                  </a:ext>
                </a:extLst>
              </p:cNvPr>
              <p:cNvSpPr txBox="1">
                <a:spLocks noRot="1" noChangeAspect="1" noMove="1" noResize="1" noEditPoints="1" noAdjustHandles="1" noChangeArrowheads="1" noChangeShapeType="1" noTextEdit="1"/>
              </p:cNvSpPr>
              <p:nvPr/>
            </p:nvSpPr>
            <p:spPr>
              <a:xfrm>
                <a:off x="873256" y="5653446"/>
                <a:ext cx="7643815" cy="901523"/>
              </a:xfrm>
              <a:prstGeom prst="roundRect">
                <a:avLst/>
              </a:prstGeom>
              <a:blipFill>
                <a:blip r:embed="rId5"/>
                <a:stretch>
                  <a:fillRect/>
                </a:stretch>
              </a:blipFill>
              <a:ln w="28575">
                <a:solidFill>
                  <a:schemeClr val="accent2"/>
                </a:solidFill>
              </a:ln>
            </p:spPr>
            <p:txBody>
              <a:bodyPr/>
              <a:lstStyle/>
              <a:p>
                <a:r>
                  <a:rPr lang="en-US">
                    <a:noFill/>
                  </a:rPr>
                  <a:t> </a:t>
                </a:r>
              </a:p>
            </p:txBody>
          </p:sp>
        </mc:Fallback>
      </mc:AlternateContent>
    </p:spTree>
    <p:extLst>
      <p:ext uri="{BB962C8B-B14F-4D97-AF65-F5344CB8AC3E}">
        <p14:creationId xmlns:p14="http://schemas.microsoft.com/office/powerpoint/2010/main" val="143242104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E05847-8F17-6823-A647-39A331D9B52E}"/>
            </a:ext>
          </a:extLst>
        </p:cNvPr>
        <p:cNvGrpSpPr/>
        <p:nvPr/>
      </p:nvGrpSpPr>
      <p:grpSpPr>
        <a:xfrm>
          <a:off x="0" y="0"/>
          <a:ext cx="0" cy="0"/>
          <a:chOff x="0" y="0"/>
          <a:chExt cx="0" cy="0"/>
        </a:xfrm>
      </p:grpSpPr>
      <p:sp>
        <p:nvSpPr>
          <p:cNvPr id="18434" name="Rectangle 2">
            <a:extLst>
              <a:ext uri="{FF2B5EF4-FFF2-40B4-BE49-F238E27FC236}">
                <a16:creationId xmlns:a16="http://schemas.microsoft.com/office/drawing/2014/main" id="{616C7AEA-682B-269E-9B10-86A3576F715C}"/>
              </a:ext>
            </a:extLst>
          </p:cNvPr>
          <p:cNvSpPr>
            <a:spLocks noGrp="1" noChangeArrowheads="1"/>
          </p:cNvSpPr>
          <p:nvPr>
            <p:ph type="title"/>
          </p:nvPr>
        </p:nvSpPr>
        <p:spPr>
          <a:xfrm>
            <a:off x="457200" y="274638"/>
            <a:ext cx="8229600" cy="1143000"/>
          </a:xfrm>
        </p:spPr>
        <p:txBody>
          <a:bodyPr wrap="square" anchor="ctr">
            <a:normAutofit/>
          </a:bodyPr>
          <a:lstStyle/>
          <a:p>
            <a:pPr eaLnBrk="1" hangingPunct="1"/>
            <a:r>
              <a:rPr lang="en-US" b="1"/>
              <a:t>Objectives</a:t>
            </a:r>
          </a:p>
        </p:txBody>
      </p:sp>
      <p:sp>
        <p:nvSpPr>
          <p:cNvPr id="2" name="TextBox 1">
            <a:extLst>
              <a:ext uri="{FF2B5EF4-FFF2-40B4-BE49-F238E27FC236}">
                <a16:creationId xmlns:a16="http://schemas.microsoft.com/office/drawing/2014/main" id="{E6F02745-1EC1-E143-D041-47F8D72D90A1}"/>
              </a:ext>
            </a:extLst>
          </p:cNvPr>
          <p:cNvSpPr txBox="1">
            <a:spLocks noGrp="1" noRot="1" noMove="1" noResize="1" noEditPoints="1" noAdjustHandles="1" noChangeArrowheads="1" noChangeShapeType="1"/>
          </p:cNvSpPr>
          <p:nvPr/>
        </p:nvSpPr>
        <p:spPr>
          <a:xfrm>
            <a:off x="0" y="5638800"/>
            <a:ext cx="9144000" cy="1239430"/>
          </a:xfrm>
          <a:prstGeom prst="rect">
            <a:avLst/>
          </a:prstGeom>
          <a:solidFill>
            <a:schemeClr val="bg1"/>
          </a:solidFill>
        </p:spPr>
        <p:txBody>
          <a:bodyPr wrap="square" rtlCol="0">
            <a:spAutoFit/>
          </a:bodyPr>
          <a:lstStyle/>
          <a:p>
            <a:endParaRPr lang="en-US"/>
          </a:p>
        </p:txBody>
      </p:sp>
      <p:grpSp>
        <p:nvGrpSpPr>
          <p:cNvPr id="3" name="Group 2">
            <a:extLst>
              <a:ext uri="{FF2B5EF4-FFF2-40B4-BE49-F238E27FC236}">
                <a16:creationId xmlns:a16="http://schemas.microsoft.com/office/drawing/2014/main" id="{6371D15B-6F1E-DA57-1B9B-ED8D08419790}"/>
              </a:ext>
            </a:extLst>
          </p:cNvPr>
          <p:cNvGrpSpPr/>
          <p:nvPr/>
        </p:nvGrpSpPr>
        <p:grpSpPr>
          <a:xfrm>
            <a:off x="532520" y="2181093"/>
            <a:ext cx="8279323" cy="3182191"/>
            <a:chOff x="532520" y="2181093"/>
            <a:chExt cx="8279323" cy="3182191"/>
          </a:xfrm>
        </p:grpSpPr>
        <p:sp>
          <p:nvSpPr>
            <p:cNvPr id="4" name="Oval 3">
              <a:extLst>
                <a:ext uri="{FF2B5EF4-FFF2-40B4-BE49-F238E27FC236}">
                  <a16:creationId xmlns:a16="http://schemas.microsoft.com/office/drawing/2014/main" id="{5FE8A989-B600-F96A-2C17-044485FB4775}"/>
                </a:ext>
              </a:extLst>
            </p:cNvPr>
            <p:cNvSpPr/>
            <p:nvPr/>
          </p:nvSpPr>
          <p:spPr>
            <a:xfrm>
              <a:off x="546220" y="2181174"/>
              <a:ext cx="2103121" cy="2103121"/>
            </a:xfrm>
            <a:prstGeom prst="ellipse">
              <a:avLst/>
            </a:prstGeom>
            <a:solidFill>
              <a:schemeClr val="accent2"/>
            </a:solidFill>
          </p:spPr>
          <p:style>
            <a:lnRef idx="0">
              <a:schemeClr val="dk1">
                <a:hueOff val="0"/>
                <a:satOff val="0"/>
                <a:lumOff val="0"/>
                <a:alphaOff val="0"/>
              </a:schemeClr>
            </a:lnRef>
            <a:fillRef idx="1">
              <a:scrgbClr r="0" g="0" b="0"/>
            </a:fillRef>
            <a:effectRef idx="0">
              <a:schemeClr val="accent2">
                <a:tint val="40000"/>
                <a:hueOff val="0"/>
                <a:satOff val="0"/>
                <a:lumOff val="0"/>
                <a:alphaOff val="0"/>
              </a:schemeClr>
            </a:effectRef>
            <a:fontRef idx="minor">
              <a:schemeClr val="dk1">
                <a:hueOff val="0"/>
                <a:satOff val="0"/>
                <a:lumOff val="0"/>
                <a:alphaOff val="0"/>
              </a:schemeClr>
            </a:fontRef>
          </p:style>
          <p:txBody>
            <a:bodyPr/>
            <a:lstStyle/>
            <a:p>
              <a:endParaRPr lang="en-US"/>
            </a:p>
          </p:txBody>
        </p:sp>
        <p:sp>
          <p:nvSpPr>
            <p:cNvPr id="5" name="Rectangle 4">
              <a:extLst>
                <a:ext uri="{FF2B5EF4-FFF2-40B4-BE49-F238E27FC236}">
                  <a16:creationId xmlns:a16="http://schemas.microsoft.com/office/drawing/2014/main" id="{E2D64E16-55AA-39BF-1357-DBA1C2258BD4}"/>
                </a:ext>
              </a:extLst>
            </p:cNvPr>
            <p:cNvSpPr/>
            <p:nvPr/>
          </p:nvSpPr>
          <p:spPr>
            <a:xfrm>
              <a:off x="911980" y="2546852"/>
              <a:ext cx="1371599" cy="1371599"/>
            </a:xfrm>
            <a:prstGeom prst="rect">
              <a:avLst/>
            </a:prstGeom>
            <a:solidFill>
              <a:schemeClr val="accent2"/>
            </a:solidFill>
            <a:ln>
              <a:solidFill>
                <a:schemeClr val="bg1"/>
              </a:solidFill>
            </a:ln>
          </p:spPr>
          <p:style>
            <a:lnRef idx="2">
              <a:scrgbClr r="0" g="0" b="0"/>
            </a:lnRef>
            <a:fillRef idx="1">
              <a:scrgbClr r="0" g="0" b="0"/>
            </a:fillRef>
            <a:effectRef idx="0">
              <a:schemeClr val="accent2">
                <a:hueOff val="0"/>
                <a:satOff val="0"/>
                <a:lumOff val="0"/>
                <a:alphaOff val="0"/>
              </a:schemeClr>
            </a:effectRef>
            <a:fontRef idx="minor">
              <a:schemeClr val="lt1"/>
            </a:fontRef>
          </p:style>
          <p:txBody>
            <a:bodyPr/>
            <a:lstStyle/>
            <a:p>
              <a:endParaRPr lang="en-US"/>
            </a:p>
          </p:txBody>
        </p:sp>
        <p:sp>
          <p:nvSpPr>
            <p:cNvPr id="6" name="Freeform 5">
              <a:extLst>
                <a:ext uri="{FF2B5EF4-FFF2-40B4-BE49-F238E27FC236}">
                  <a16:creationId xmlns:a16="http://schemas.microsoft.com/office/drawing/2014/main" id="{5B6F7A5D-DAA8-93D0-D7A9-02A7F83AB823}"/>
                </a:ext>
              </a:extLst>
            </p:cNvPr>
            <p:cNvSpPr/>
            <p:nvPr/>
          </p:nvSpPr>
          <p:spPr>
            <a:xfrm>
              <a:off x="532520" y="4485703"/>
              <a:ext cx="2103121" cy="877500"/>
            </a:xfrm>
            <a:custGeom>
              <a:avLst/>
              <a:gdLst>
                <a:gd name="csX0" fmla="*/ 0 w 2531250"/>
                <a:gd name="csY0" fmla="*/ 0 h 877500"/>
                <a:gd name="csX1" fmla="*/ 2531250 w 2531250"/>
                <a:gd name="csY1" fmla="*/ 0 h 877500"/>
                <a:gd name="csX2" fmla="*/ 2531250 w 2531250"/>
                <a:gd name="csY2" fmla="*/ 877500 h 877500"/>
                <a:gd name="csX3" fmla="*/ 0 w 2531250"/>
                <a:gd name="csY3" fmla="*/ 877500 h 877500"/>
                <a:gd name="csX4" fmla="*/ 0 w 2531250"/>
                <a:gd name="csY4" fmla="*/ 0 h 877500"/>
              </a:gdLst>
              <a:ahLst/>
              <a:cxnLst>
                <a:cxn ang="0">
                  <a:pos x="csX0" y="csY0"/>
                </a:cxn>
                <a:cxn ang="0">
                  <a:pos x="csX1" y="csY1"/>
                </a:cxn>
                <a:cxn ang="0">
                  <a:pos x="csX2" y="csY2"/>
                </a:cxn>
                <a:cxn ang="0">
                  <a:pos x="csX3" y="csY3"/>
                </a:cxn>
                <a:cxn ang="0">
                  <a:pos x="csX4" y="csY4"/>
                </a:cxn>
              </a:cxnLst>
              <a:rect l="l" t="t" r="r" b="b"/>
              <a:pathLst>
                <a:path w="2531250" h="877500">
                  <a:moveTo>
                    <a:pt x="0" y="0"/>
                  </a:moveTo>
                  <a:lnTo>
                    <a:pt x="2531250" y="0"/>
                  </a:lnTo>
                  <a:lnTo>
                    <a:pt x="2531250" y="877500"/>
                  </a:lnTo>
                  <a:lnTo>
                    <a:pt x="0" y="87750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t" anchorCtr="0">
              <a:noAutofit/>
            </a:bodyPr>
            <a:lstStyle/>
            <a:p>
              <a:pPr marL="0" lvl="0" indent="0" algn="ctr" defTabSz="889000">
                <a:lnSpc>
                  <a:spcPct val="100000"/>
                </a:lnSpc>
                <a:spcBef>
                  <a:spcPct val="0"/>
                </a:spcBef>
                <a:spcAft>
                  <a:spcPct val="35000"/>
                </a:spcAft>
                <a:buNone/>
                <a:defRPr cap="all"/>
              </a:pPr>
              <a:r>
                <a:rPr lang="en-US" sz="2000" kern="1200" cap="none" dirty="0"/>
                <a:t>Compare </a:t>
              </a:r>
              <a:r>
                <a:rPr lang="en-US" sz="2000" b="1" kern="1200" cap="none" dirty="0"/>
                <a:t>C IV </a:t>
              </a:r>
              <a:r>
                <a:rPr lang="en-US" sz="2000" kern="1200" cap="none" dirty="0"/>
                <a:t>and </a:t>
              </a:r>
              <a:r>
                <a:rPr lang="en-US" sz="2000" b="1" kern="1200" cap="none" dirty="0"/>
                <a:t>H</a:t>
              </a:r>
              <a:r>
                <a:rPr lang="el-GR" sz="2000" b="1" kern="1200" cap="none" dirty="0"/>
                <a:t>β</a:t>
              </a:r>
              <a:r>
                <a:rPr lang="en-US" sz="2000" b="1" kern="1200" cap="none" dirty="0"/>
                <a:t> </a:t>
              </a:r>
              <a:r>
                <a:rPr lang="en-US" sz="2000" kern="1200" cap="none" dirty="0"/>
                <a:t>SMBH mass estimates</a:t>
              </a:r>
            </a:p>
          </p:txBody>
        </p:sp>
        <p:sp>
          <p:nvSpPr>
            <p:cNvPr id="7" name="Oval 6">
              <a:extLst>
                <a:ext uri="{FF2B5EF4-FFF2-40B4-BE49-F238E27FC236}">
                  <a16:creationId xmlns:a16="http://schemas.microsoft.com/office/drawing/2014/main" id="{E9A18546-7E4B-534D-17BB-0E1546C88726}"/>
                </a:ext>
              </a:extLst>
            </p:cNvPr>
            <p:cNvSpPr/>
            <p:nvPr/>
          </p:nvSpPr>
          <p:spPr>
            <a:xfrm>
              <a:off x="3520439" y="2181174"/>
              <a:ext cx="2103121" cy="2103121"/>
            </a:xfrm>
            <a:prstGeom prst="ellipse">
              <a:avLst/>
            </a:prstGeom>
            <a:solidFill>
              <a:schemeClr val="accent2"/>
            </a:solidFill>
          </p:spPr>
          <p:style>
            <a:lnRef idx="0">
              <a:schemeClr val="dk1">
                <a:hueOff val="0"/>
                <a:satOff val="0"/>
                <a:lumOff val="0"/>
                <a:alphaOff val="0"/>
              </a:schemeClr>
            </a:lnRef>
            <a:fillRef idx="1">
              <a:scrgbClr r="0" g="0" b="0"/>
            </a:fillRef>
            <a:effectRef idx="0">
              <a:schemeClr val="accent2">
                <a:tint val="40000"/>
                <a:hueOff val="0"/>
                <a:satOff val="0"/>
                <a:lumOff val="0"/>
                <a:alphaOff val="0"/>
              </a:schemeClr>
            </a:effectRef>
            <a:fontRef idx="minor">
              <a:schemeClr val="dk1">
                <a:hueOff val="0"/>
                <a:satOff val="0"/>
                <a:lumOff val="0"/>
                <a:alphaOff val="0"/>
              </a:schemeClr>
            </a:fontRef>
          </p:style>
          <p:txBody>
            <a:bodyPr/>
            <a:lstStyle/>
            <a:p>
              <a:endParaRPr lang="en-US"/>
            </a:p>
          </p:txBody>
        </p:sp>
        <p:sp>
          <p:nvSpPr>
            <p:cNvPr id="8" name="Rectangle 7" descr="Checkmark">
              <a:extLst>
                <a:ext uri="{FF2B5EF4-FFF2-40B4-BE49-F238E27FC236}">
                  <a16:creationId xmlns:a16="http://schemas.microsoft.com/office/drawing/2014/main" id="{076164E0-A3A0-ED90-0425-3728FA29CCF7}"/>
                </a:ext>
              </a:extLst>
            </p:cNvPr>
            <p:cNvSpPr/>
            <p:nvPr/>
          </p:nvSpPr>
          <p:spPr>
            <a:xfrm>
              <a:off x="3886200" y="2546935"/>
              <a:ext cx="1371599" cy="1371599"/>
            </a:xfrm>
            <a:prstGeom prst="rect">
              <a:avLst/>
            </a:prstGeom>
            <a:solidFill>
              <a:schemeClr val="accent2"/>
            </a:solidFill>
            <a:ln>
              <a:solidFill>
                <a:schemeClr val="bg1"/>
              </a:solidFill>
            </a:ln>
          </p:spPr>
          <p:style>
            <a:lnRef idx="2">
              <a:scrgbClr r="0" g="0" b="0"/>
            </a:lnRef>
            <a:fillRef idx="1">
              <a:scrgbClr r="0" g="0" b="0"/>
            </a:fillRef>
            <a:effectRef idx="0">
              <a:schemeClr val="accent3">
                <a:hueOff val="0"/>
                <a:satOff val="0"/>
                <a:lumOff val="0"/>
                <a:alphaOff val="0"/>
              </a:schemeClr>
            </a:effectRef>
            <a:fontRef idx="minor">
              <a:schemeClr val="lt1"/>
            </a:fontRef>
          </p:style>
          <p:txBody>
            <a:bodyPr/>
            <a:lstStyle/>
            <a:p>
              <a:endParaRPr lang="en-US"/>
            </a:p>
          </p:txBody>
        </p:sp>
        <p:sp>
          <p:nvSpPr>
            <p:cNvPr id="9" name="Freeform 8">
              <a:extLst>
                <a:ext uri="{FF2B5EF4-FFF2-40B4-BE49-F238E27FC236}">
                  <a16:creationId xmlns:a16="http://schemas.microsoft.com/office/drawing/2014/main" id="{D1229691-4C0B-3821-B285-059CC3362C84}"/>
                </a:ext>
              </a:extLst>
            </p:cNvPr>
            <p:cNvSpPr/>
            <p:nvPr/>
          </p:nvSpPr>
          <p:spPr>
            <a:xfrm>
              <a:off x="3306375" y="4485703"/>
              <a:ext cx="2531250" cy="877500"/>
            </a:xfrm>
            <a:custGeom>
              <a:avLst/>
              <a:gdLst>
                <a:gd name="csX0" fmla="*/ 0 w 2531250"/>
                <a:gd name="csY0" fmla="*/ 0 h 877500"/>
                <a:gd name="csX1" fmla="*/ 2531250 w 2531250"/>
                <a:gd name="csY1" fmla="*/ 0 h 877500"/>
                <a:gd name="csX2" fmla="*/ 2531250 w 2531250"/>
                <a:gd name="csY2" fmla="*/ 877500 h 877500"/>
                <a:gd name="csX3" fmla="*/ 0 w 2531250"/>
                <a:gd name="csY3" fmla="*/ 877500 h 877500"/>
                <a:gd name="csX4" fmla="*/ 0 w 2531250"/>
                <a:gd name="csY4" fmla="*/ 0 h 877500"/>
              </a:gdLst>
              <a:ahLst/>
              <a:cxnLst>
                <a:cxn ang="0">
                  <a:pos x="csX0" y="csY0"/>
                </a:cxn>
                <a:cxn ang="0">
                  <a:pos x="csX1" y="csY1"/>
                </a:cxn>
                <a:cxn ang="0">
                  <a:pos x="csX2" y="csY2"/>
                </a:cxn>
                <a:cxn ang="0">
                  <a:pos x="csX3" y="csY3"/>
                </a:cxn>
                <a:cxn ang="0">
                  <a:pos x="csX4" y="csY4"/>
                </a:cxn>
              </a:cxnLst>
              <a:rect l="l" t="t" r="r" b="b"/>
              <a:pathLst>
                <a:path w="2531250" h="877500">
                  <a:moveTo>
                    <a:pt x="0" y="0"/>
                  </a:moveTo>
                  <a:lnTo>
                    <a:pt x="2531250" y="0"/>
                  </a:lnTo>
                  <a:lnTo>
                    <a:pt x="2531250" y="877500"/>
                  </a:lnTo>
                  <a:lnTo>
                    <a:pt x="0" y="877500"/>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t" anchorCtr="0">
              <a:noAutofit/>
            </a:bodyPr>
            <a:lstStyle/>
            <a:p>
              <a:pPr marL="0" lvl="0" indent="0" algn="ctr" defTabSz="889000">
                <a:lnSpc>
                  <a:spcPct val="100000"/>
                </a:lnSpc>
                <a:spcBef>
                  <a:spcPct val="0"/>
                </a:spcBef>
                <a:spcAft>
                  <a:spcPct val="35000"/>
                </a:spcAft>
                <a:buNone/>
                <a:defRPr cap="all"/>
              </a:pPr>
              <a:r>
                <a:rPr lang="en-US" sz="2000" kern="1200" cap="none" dirty="0"/>
                <a:t>Apply correction methods to C IV estimates</a:t>
              </a:r>
            </a:p>
          </p:txBody>
        </p:sp>
        <p:sp>
          <p:nvSpPr>
            <p:cNvPr id="10" name="Oval 9">
              <a:extLst>
                <a:ext uri="{FF2B5EF4-FFF2-40B4-BE49-F238E27FC236}">
                  <a16:creationId xmlns:a16="http://schemas.microsoft.com/office/drawing/2014/main" id="{544AE809-0706-1E38-537A-3BF7967CDA93}"/>
                </a:ext>
              </a:extLst>
            </p:cNvPr>
            <p:cNvSpPr/>
            <p:nvPr/>
          </p:nvSpPr>
          <p:spPr>
            <a:xfrm>
              <a:off x="6494658" y="2181093"/>
              <a:ext cx="2103121" cy="2103121"/>
            </a:xfrm>
            <a:prstGeom prst="ellipse">
              <a:avLst/>
            </a:prstGeom>
            <a:solidFill>
              <a:schemeClr val="accent2"/>
            </a:solidFill>
          </p:spPr>
          <p:style>
            <a:lnRef idx="0">
              <a:schemeClr val="dk1">
                <a:hueOff val="0"/>
                <a:satOff val="0"/>
                <a:lumOff val="0"/>
                <a:alphaOff val="0"/>
              </a:schemeClr>
            </a:lnRef>
            <a:fillRef idx="1">
              <a:scrgbClr r="0" g="0" b="0"/>
            </a:fillRef>
            <a:effectRef idx="0">
              <a:schemeClr val="accent2">
                <a:tint val="40000"/>
                <a:hueOff val="0"/>
                <a:satOff val="0"/>
                <a:lumOff val="0"/>
                <a:alphaOff val="0"/>
              </a:schemeClr>
            </a:effectRef>
            <a:fontRef idx="minor">
              <a:schemeClr val="dk1">
                <a:hueOff val="0"/>
                <a:satOff val="0"/>
                <a:lumOff val="0"/>
                <a:alphaOff val="0"/>
              </a:schemeClr>
            </a:fontRef>
          </p:style>
          <p:txBody>
            <a:bodyPr/>
            <a:lstStyle/>
            <a:p>
              <a:endParaRPr lang="en-US"/>
            </a:p>
          </p:txBody>
        </p:sp>
        <p:sp>
          <p:nvSpPr>
            <p:cNvPr id="11" name="Rectangle 10" descr="Weights Uneven with solid fill">
              <a:extLst>
                <a:ext uri="{FF2B5EF4-FFF2-40B4-BE49-F238E27FC236}">
                  <a16:creationId xmlns:a16="http://schemas.microsoft.com/office/drawing/2014/main" id="{DF495ADE-557B-E60C-05D7-A1939538EC53}"/>
                </a:ext>
              </a:extLst>
            </p:cNvPr>
            <p:cNvSpPr/>
            <p:nvPr/>
          </p:nvSpPr>
          <p:spPr>
            <a:xfrm>
              <a:off x="6860418" y="2546853"/>
              <a:ext cx="1371599" cy="1371599"/>
            </a:xfrm>
            <a:prstGeom prst="rect">
              <a:avLst/>
            </a:prstGeom>
            <a:solidFill>
              <a:schemeClr val="accent2"/>
            </a:solidFill>
          </p:spPr>
          <p:style>
            <a:lnRef idx="2">
              <a:schemeClr val="lt1">
                <a:hueOff val="0"/>
                <a:satOff val="0"/>
                <a:lumOff val="0"/>
                <a:alphaOff val="0"/>
              </a:schemeClr>
            </a:lnRef>
            <a:fillRef idx="1">
              <a:scrgbClr r="0" g="0" b="0"/>
            </a:fillRef>
            <a:effectRef idx="0">
              <a:schemeClr val="accent4">
                <a:hueOff val="0"/>
                <a:satOff val="0"/>
                <a:lumOff val="0"/>
                <a:alphaOff val="0"/>
              </a:schemeClr>
            </a:effectRef>
            <a:fontRef idx="minor">
              <a:schemeClr val="lt1"/>
            </a:fontRef>
          </p:style>
          <p:txBody>
            <a:bodyPr/>
            <a:lstStyle/>
            <a:p>
              <a:endParaRPr lang="en-US"/>
            </a:p>
          </p:txBody>
        </p:sp>
        <p:sp>
          <p:nvSpPr>
            <p:cNvPr id="12" name="Freeform 11">
              <a:extLst>
                <a:ext uri="{FF2B5EF4-FFF2-40B4-BE49-F238E27FC236}">
                  <a16:creationId xmlns:a16="http://schemas.microsoft.com/office/drawing/2014/main" id="{A882959D-0C18-C4F2-0C40-8BCA57C456C3}"/>
                </a:ext>
              </a:extLst>
            </p:cNvPr>
            <p:cNvSpPr/>
            <p:nvPr/>
          </p:nvSpPr>
          <p:spPr>
            <a:xfrm>
              <a:off x="6280593" y="4485460"/>
              <a:ext cx="2531250" cy="877824"/>
            </a:xfrm>
            <a:custGeom>
              <a:avLst/>
              <a:gdLst>
                <a:gd name="csX0" fmla="*/ 0 w 2531250"/>
                <a:gd name="csY0" fmla="*/ 0 h 877824"/>
                <a:gd name="csX1" fmla="*/ 2531250 w 2531250"/>
                <a:gd name="csY1" fmla="*/ 0 h 877824"/>
                <a:gd name="csX2" fmla="*/ 2531250 w 2531250"/>
                <a:gd name="csY2" fmla="*/ 877824 h 877824"/>
                <a:gd name="csX3" fmla="*/ 0 w 2531250"/>
                <a:gd name="csY3" fmla="*/ 877824 h 877824"/>
                <a:gd name="csX4" fmla="*/ 0 w 2531250"/>
                <a:gd name="csY4" fmla="*/ 0 h 877824"/>
              </a:gdLst>
              <a:ahLst/>
              <a:cxnLst>
                <a:cxn ang="0">
                  <a:pos x="csX0" y="csY0"/>
                </a:cxn>
                <a:cxn ang="0">
                  <a:pos x="csX1" y="csY1"/>
                </a:cxn>
                <a:cxn ang="0">
                  <a:pos x="csX2" y="csY2"/>
                </a:cxn>
                <a:cxn ang="0">
                  <a:pos x="csX3" y="csY3"/>
                </a:cxn>
                <a:cxn ang="0">
                  <a:pos x="csX4" y="csY4"/>
                </a:cxn>
              </a:cxnLst>
              <a:rect l="l" t="t" r="r" b="b"/>
              <a:pathLst>
                <a:path w="2531250" h="877824">
                  <a:moveTo>
                    <a:pt x="0" y="0"/>
                  </a:moveTo>
                  <a:lnTo>
                    <a:pt x="2531250" y="0"/>
                  </a:lnTo>
                  <a:lnTo>
                    <a:pt x="2531250" y="877824"/>
                  </a:lnTo>
                  <a:lnTo>
                    <a:pt x="0" y="877824"/>
                  </a:lnTo>
                  <a:lnTo>
                    <a:pt x="0" y="0"/>
                  </a:lnTo>
                  <a:close/>
                </a:path>
              </a:pathLst>
            </a:custGeom>
          </p:spPr>
          <p:style>
            <a:lnRef idx="0">
              <a:schemeClr val="dk1">
                <a:alpha val="0"/>
                <a:hueOff val="0"/>
                <a:satOff val="0"/>
                <a:lumOff val="0"/>
                <a:alphaOff val="0"/>
              </a:schemeClr>
            </a:lnRef>
            <a:fillRef idx="0">
              <a:schemeClr val="lt1">
                <a:alpha val="0"/>
                <a:hueOff val="0"/>
                <a:satOff val="0"/>
                <a:lumOff val="0"/>
                <a:alphaOff val="0"/>
              </a:schemeClr>
            </a:fillRef>
            <a:effectRef idx="0">
              <a:schemeClr val="lt1">
                <a:alpha val="0"/>
                <a:hueOff val="0"/>
                <a:satOff val="0"/>
                <a:lumOff val="0"/>
                <a:alphaOff val="0"/>
              </a:schemeClr>
            </a:effectRef>
            <a:fontRef idx="minor">
              <a:schemeClr val="tx1">
                <a:hueOff val="0"/>
                <a:satOff val="0"/>
                <a:lumOff val="0"/>
                <a:alphaOff val="0"/>
              </a:schemeClr>
            </a:fontRef>
          </p:style>
          <p:txBody>
            <a:bodyPr spcFirstLastPara="0" vert="horz" wrap="square" lIns="0" tIns="0" rIns="0" bIns="0" numCol="1" spcCol="1270" anchor="t" anchorCtr="0">
              <a:noAutofit/>
            </a:bodyPr>
            <a:lstStyle/>
            <a:p>
              <a:pPr marL="0" lvl="0" indent="0" algn="ctr" defTabSz="889000">
                <a:lnSpc>
                  <a:spcPct val="100000"/>
                </a:lnSpc>
                <a:spcBef>
                  <a:spcPct val="0"/>
                </a:spcBef>
                <a:spcAft>
                  <a:spcPct val="35000"/>
                </a:spcAft>
                <a:buNone/>
                <a:defRPr cap="all"/>
              </a:pPr>
              <a:r>
                <a:rPr lang="en-US" sz="2000" kern="1200" cap="none" dirty="0"/>
                <a:t>Evaluate agreement with H</a:t>
              </a:r>
              <a:r>
                <a:rPr lang="el-GR" sz="2000" kern="1200" cap="none" dirty="0"/>
                <a:t>β </a:t>
              </a:r>
              <a:r>
                <a:rPr lang="el-GR" sz="2000" kern="1200" cap="none" dirty="0" err="1"/>
                <a:t>base</a:t>
              </a:r>
              <a:r>
                <a:rPr lang="en-US" sz="2000" kern="1200" cap="none" dirty="0"/>
                <a:t> </a:t>
              </a:r>
              <a:r>
                <a:rPr lang="el-GR" sz="2000" kern="1200" cap="none" dirty="0" err="1"/>
                <a:t>line</a:t>
              </a:r>
              <a:endParaRPr lang="en-US" sz="2000" kern="1200" cap="none" dirty="0"/>
            </a:p>
          </p:txBody>
        </p:sp>
      </p:grpSp>
      <p:pic>
        <p:nvPicPr>
          <p:cNvPr id="14" name="Graphic 13" descr="Supply And Demand outline">
            <a:extLst>
              <a:ext uri="{FF2B5EF4-FFF2-40B4-BE49-F238E27FC236}">
                <a16:creationId xmlns:a16="http://schemas.microsoft.com/office/drawing/2014/main" id="{7BF9E5B5-7EFF-780C-DC80-C0E91AAB4E87}"/>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98281" y="2546852"/>
            <a:ext cx="1371600" cy="1371600"/>
          </a:xfrm>
          <a:prstGeom prst="rect">
            <a:avLst/>
          </a:prstGeom>
        </p:spPr>
      </p:pic>
      <p:pic>
        <p:nvPicPr>
          <p:cNvPr id="16" name="Graphic 15" descr="Checkmark with solid fill">
            <a:extLst>
              <a:ext uri="{FF2B5EF4-FFF2-40B4-BE49-F238E27FC236}">
                <a16:creationId xmlns:a16="http://schemas.microsoft.com/office/drawing/2014/main" id="{2522834C-3A35-14FD-2B5A-D5CFE135126D}"/>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3886200" y="2546852"/>
            <a:ext cx="1371600" cy="1371600"/>
          </a:xfrm>
          <a:prstGeom prst="rect">
            <a:avLst/>
          </a:prstGeom>
        </p:spPr>
      </p:pic>
      <p:pic>
        <p:nvPicPr>
          <p:cNvPr id="18" name="Graphic 17" descr="Weights Uneven with solid fill">
            <a:extLst>
              <a:ext uri="{FF2B5EF4-FFF2-40B4-BE49-F238E27FC236}">
                <a16:creationId xmlns:a16="http://schemas.microsoft.com/office/drawing/2014/main" id="{476862F9-4EBB-C1F7-0A34-3C743E81821B}"/>
              </a:ext>
            </a:extLst>
          </p:cNvPr>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6839869" y="2546852"/>
            <a:ext cx="1371600" cy="1371600"/>
          </a:xfrm>
          <a:prstGeom prst="rect">
            <a:avLst/>
          </a:prstGeom>
        </p:spPr>
      </p:pic>
    </p:spTree>
    <p:extLst>
      <p:ext uri="{BB962C8B-B14F-4D97-AF65-F5344CB8AC3E}">
        <p14:creationId xmlns:p14="http://schemas.microsoft.com/office/powerpoint/2010/main" val="37163389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BA53D5-1417-028C-48A2-B1C954F00396}"/>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7D008533-2814-935C-3F73-F06982CA7552}"/>
              </a:ext>
            </a:extLst>
          </p:cNvPr>
          <p:cNvSpPr txBox="1">
            <a:spLocks noGrp="1" noRot="1" noMove="1" noResize="1" noEditPoints="1" noAdjustHandles="1" noChangeArrowheads="1" noChangeShapeType="1"/>
          </p:cNvSpPr>
          <p:nvPr/>
        </p:nvSpPr>
        <p:spPr>
          <a:xfrm>
            <a:off x="0" y="5638800"/>
            <a:ext cx="9144000" cy="1239430"/>
          </a:xfrm>
          <a:prstGeom prst="rect">
            <a:avLst/>
          </a:prstGeom>
          <a:solidFill>
            <a:schemeClr val="bg1"/>
          </a:solidFill>
        </p:spPr>
        <p:txBody>
          <a:bodyPr wrap="square" rtlCol="0">
            <a:spAutoFit/>
          </a:bodyPr>
          <a:lstStyle/>
          <a:p>
            <a:endParaRPr lang="en-US"/>
          </a:p>
        </p:txBody>
      </p:sp>
      <p:sp>
        <p:nvSpPr>
          <p:cNvPr id="18434" name="Rectangle 2">
            <a:extLst>
              <a:ext uri="{FF2B5EF4-FFF2-40B4-BE49-F238E27FC236}">
                <a16:creationId xmlns:a16="http://schemas.microsoft.com/office/drawing/2014/main" id="{7B789EFF-B6CB-4682-F364-2CC44D86C4F9}"/>
              </a:ext>
            </a:extLst>
          </p:cNvPr>
          <p:cNvSpPr>
            <a:spLocks noGrp="1" noChangeArrowheads="1"/>
          </p:cNvSpPr>
          <p:nvPr>
            <p:ph type="title"/>
          </p:nvPr>
        </p:nvSpPr>
        <p:spPr/>
        <p:txBody>
          <a:bodyPr/>
          <a:lstStyle/>
          <a:p>
            <a:pPr eaLnBrk="1" hangingPunct="1"/>
            <a:r>
              <a:rPr lang="en-US" sz="4000" b="1" dirty="0"/>
              <a:t>Sample &amp; Methods</a:t>
            </a:r>
          </a:p>
        </p:txBody>
      </p:sp>
      <p:sp>
        <p:nvSpPr>
          <p:cNvPr id="18435" name="Rectangle 3">
            <a:extLst>
              <a:ext uri="{FF2B5EF4-FFF2-40B4-BE49-F238E27FC236}">
                <a16:creationId xmlns:a16="http://schemas.microsoft.com/office/drawing/2014/main" id="{88F1219D-0902-9331-3A34-AF8B151D1AA2}"/>
              </a:ext>
            </a:extLst>
          </p:cNvPr>
          <p:cNvSpPr>
            <a:spLocks noGrp="1" noChangeArrowheads="1"/>
          </p:cNvSpPr>
          <p:nvPr>
            <p:ph type="body" idx="1"/>
          </p:nvPr>
        </p:nvSpPr>
        <p:spPr>
          <a:xfrm>
            <a:off x="457200" y="1371600"/>
            <a:ext cx="8229600" cy="3733800"/>
          </a:xfrm>
        </p:spPr>
        <p:txBody>
          <a:bodyPr/>
          <a:lstStyle/>
          <a:p>
            <a:pPr eaLnBrk="1" hangingPunct="1">
              <a:lnSpc>
                <a:spcPct val="80000"/>
              </a:lnSpc>
            </a:pPr>
            <a:r>
              <a:rPr lang="en-US" sz="2600" dirty="0"/>
              <a:t>14 Quasar Spectra, z ~ 4.8</a:t>
            </a:r>
          </a:p>
          <a:p>
            <a:pPr eaLnBrk="1" hangingPunct="1">
              <a:lnSpc>
                <a:spcPct val="80000"/>
              </a:lnSpc>
            </a:pPr>
            <a:r>
              <a:rPr lang="en-US" sz="2600" dirty="0"/>
              <a:t>C IV (1</a:t>
            </a:r>
            <a:r>
              <a:rPr lang="en-US" sz="2800" dirty="0"/>
              <a:t>549 </a:t>
            </a:r>
            <a:r>
              <a:rPr lang="en-US" sz="2800" dirty="0" err="1"/>
              <a:t>Å</a:t>
            </a:r>
            <a:r>
              <a:rPr lang="en-US" sz="2800" dirty="0"/>
              <a:t>)</a:t>
            </a:r>
            <a:r>
              <a:rPr lang="en-US" sz="2600" dirty="0"/>
              <a:t> rest-frame UV data (Sloan Digital Sky Survey)</a:t>
            </a:r>
            <a:endParaRPr lang="en-US" sz="2600" dirty="0">
              <a:cs typeface="Arial"/>
            </a:endParaRPr>
          </a:p>
          <a:p>
            <a:pPr eaLnBrk="1" hangingPunct="1">
              <a:lnSpc>
                <a:spcPct val="80000"/>
              </a:lnSpc>
            </a:pPr>
            <a:r>
              <a:rPr lang="en-US" sz="2600" dirty="0"/>
              <a:t>H</a:t>
            </a:r>
            <a:r>
              <a:rPr lang="el-GR" sz="2600" dirty="0"/>
              <a:t>β</a:t>
            </a:r>
            <a:r>
              <a:rPr lang="en-US" sz="2600" dirty="0"/>
              <a:t> </a:t>
            </a:r>
            <a:r>
              <a:rPr lang="en-US" sz="2800" dirty="0"/>
              <a:t>(4861 </a:t>
            </a:r>
            <a:r>
              <a:rPr lang="en-US" sz="2800" dirty="0" err="1"/>
              <a:t>Å</a:t>
            </a:r>
            <a:r>
              <a:rPr lang="en-US" sz="2800" dirty="0"/>
              <a:t>) </a:t>
            </a:r>
            <a:r>
              <a:rPr lang="en-US" sz="2600" dirty="0">
                <a:ea typeface="+mn-lt"/>
                <a:cs typeface="+mn-lt"/>
              </a:rPr>
              <a:t>rest-frame optical (IR with JWST)</a:t>
            </a:r>
          </a:p>
          <a:p>
            <a:pPr eaLnBrk="1" hangingPunct="1">
              <a:lnSpc>
                <a:spcPct val="80000"/>
              </a:lnSpc>
            </a:pPr>
            <a:r>
              <a:rPr lang="en-US" sz="2600" dirty="0"/>
              <a:t>Line fitting: </a:t>
            </a:r>
          </a:p>
          <a:p>
            <a:pPr marL="800100" lvl="1" indent="-342900">
              <a:buFont typeface="System Font Regular"/>
              <a:buChar char="-"/>
            </a:pPr>
            <a:r>
              <a:rPr lang="en-US" sz="2600" dirty="0"/>
              <a:t>FWHM, </a:t>
            </a:r>
            <a:r>
              <a:rPr lang="en-US" sz="2600" dirty="0">
                <a:cs typeface="Arial"/>
              </a:rPr>
              <a:t>Blueshift, Asymmetry, Peak</a:t>
            </a:r>
          </a:p>
          <a:p>
            <a:pPr eaLnBrk="1" hangingPunct="1">
              <a:lnSpc>
                <a:spcPct val="80000"/>
              </a:lnSpc>
            </a:pPr>
            <a:endParaRPr lang="en-US" sz="2600" dirty="0"/>
          </a:p>
        </p:txBody>
      </p:sp>
      <p:grpSp>
        <p:nvGrpSpPr>
          <p:cNvPr id="14" name="Group 13">
            <a:extLst>
              <a:ext uri="{FF2B5EF4-FFF2-40B4-BE49-F238E27FC236}">
                <a16:creationId xmlns:a16="http://schemas.microsoft.com/office/drawing/2014/main" id="{96B228BD-A062-FE0F-F387-1E4B295E6FC3}"/>
              </a:ext>
            </a:extLst>
          </p:cNvPr>
          <p:cNvGrpSpPr/>
          <p:nvPr/>
        </p:nvGrpSpPr>
        <p:grpSpPr>
          <a:xfrm>
            <a:off x="120452" y="3909122"/>
            <a:ext cx="9023548" cy="2861634"/>
            <a:chOff x="120452" y="3909122"/>
            <a:chExt cx="9023548" cy="2861634"/>
          </a:xfrm>
        </p:grpSpPr>
        <p:grpSp>
          <p:nvGrpSpPr>
            <p:cNvPr id="11" name="Group 10">
              <a:extLst>
                <a:ext uri="{FF2B5EF4-FFF2-40B4-BE49-F238E27FC236}">
                  <a16:creationId xmlns:a16="http://schemas.microsoft.com/office/drawing/2014/main" id="{530792A3-1B89-BC1D-361A-10EA15BB09EE}"/>
                </a:ext>
              </a:extLst>
            </p:cNvPr>
            <p:cNvGrpSpPr/>
            <p:nvPr/>
          </p:nvGrpSpPr>
          <p:grpSpPr>
            <a:xfrm>
              <a:off x="120452" y="3973445"/>
              <a:ext cx="9023548" cy="2797311"/>
              <a:chOff x="876300" y="4544568"/>
              <a:chExt cx="7391400" cy="2291343"/>
            </a:xfrm>
          </p:grpSpPr>
          <p:grpSp>
            <p:nvGrpSpPr>
              <p:cNvPr id="9" name="Group 8">
                <a:extLst>
                  <a:ext uri="{FF2B5EF4-FFF2-40B4-BE49-F238E27FC236}">
                    <a16:creationId xmlns:a16="http://schemas.microsoft.com/office/drawing/2014/main" id="{98FACE97-8344-D138-9457-5834FBA3E25E}"/>
                  </a:ext>
                </a:extLst>
              </p:cNvPr>
              <p:cNvGrpSpPr/>
              <p:nvPr/>
            </p:nvGrpSpPr>
            <p:grpSpPr>
              <a:xfrm>
                <a:off x="876300" y="4544568"/>
                <a:ext cx="7391400" cy="2032263"/>
                <a:chOff x="762000" y="4342906"/>
                <a:chExt cx="7391400" cy="2032263"/>
              </a:xfrm>
            </p:grpSpPr>
            <p:pic>
              <p:nvPicPr>
                <p:cNvPr id="5" name="Picture 4">
                  <a:extLst>
                    <a:ext uri="{FF2B5EF4-FFF2-40B4-BE49-F238E27FC236}">
                      <a16:creationId xmlns:a16="http://schemas.microsoft.com/office/drawing/2014/main" id="{1277D373-30CE-744B-6722-90884D862B6F}"/>
                    </a:ext>
                  </a:extLst>
                </p:cNvPr>
                <p:cNvPicPr>
                  <a:picLocks noChangeAspect="1"/>
                </p:cNvPicPr>
                <p:nvPr/>
              </p:nvPicPr>
              <p:blipFill>
                <a:blip r:embed="rId3"/>
                <a:srcRect l="7843" b="51796"/>
                <a:stretch>
                  <a:fillRect/>
                </a:stretch>
              </p:blipFill>
              <p:spPr>
                <a:xfrm>
                  <a:off x="990600" y="4342906"/>
                  <a:ext cx="7162800" cy="2032263"/>
                </a:xfrm>
                <a:prstGeom prst="rect">
                  <a:avLst/>
                </a:prstGeom>
              </p:spPr>
            </p:pic>
            <p:pic>
              <p:nvPicPr>
                <p:cNvPr id="6" name="Picture 5">
                  <a:extLst>
                    <a:ext uri="{FF2B5EF4-FFF2-40B4-BE49-F238E27FC236}">
                      <a16:creationId xmlns:a16="http://schemas.microsoft.com/office/drawing/2014/main" id="{9BDB8086-0FD9-BA1A-87B8-F316C1E8EC3C}"/>
                    </a:ext>
                  </a:extLst>
                </p:cNvPr>
                <p:cNvPicPr>
                  <a:picLocks noChangeAspect="1"/>
                </p:cNvPicPr>
                <p:nvPr/>
              </p:nvPicPr>
              <p:blipFill>
                <a:blip r:embed="rId3"/>
                <a:srcRect l="-1" t="20735" r="95099" b="25043"/>
                <a:stretch>
                  <a:fillRect/>
                </a:stretch>
              </p:blipFill>
              <p:spPr>
                <a:xfrm>
                  <a:off x="762000" y="4582115"/>
                  <a:ext cx="279400" cy="1676400"/>
                </a:xfrm>
                <a:prstGeom prst="rect">
                  <a:avLst/>
                </a:prstGeom>
              </p:spPr>
            </p:pic>
          </p:grpSp>
          <p:pic>
            <p:nvPicPr>
              <p:cNvPr id="10" name="Picture 9">
                <a:extLst>
                  <a:ext uri="{FF2B5EF4-FFF2-40B4-BE49-F238E27FC236}">
                    <a16:creationId xmlns:a16="http://schemas.microsoft.com/office/drawing/2014/main" id="{4A05010D-B872-6257-5E95-B7DEA7EFD39E}"/>
                  </a:ext>
                </a:extLst>
              </p:cNvPr>
              <p:cNvPicPr>
                <a:picLocks noChangeAspect="1"/>
              </p:cNvPicPr>
              <p:nvPr/>
            </p:nvPicPr>
            <p:blipFill>
              <a:blip r:embed="rId3"/>
              <a:srcRect l="41064" t="92180" r="35406" b="192"/>
              <a:stretch>
                <a:fillRect/>
              </a:stretch>
            </p:blipFill>
            <p:spPr>
              <a:xfrm>
                <a:off x="3657599" y="6514288"/>
                <a:ext cx="1828801" cy="321623"/>
              </a:xfrm>
              <a:prstGeom prst="rect">
                <a:avLst/>
              </a:prstGeom>
            </p:spPr>
          </p:pic>
        </p:grpSp>
        <p:sp>
          <p:nvSpPr>
            <p:cNvPr id="13" name="Rectangle 12">
              <a:extLst>
                <a:ext uri="{FF2B5EF4-FFF2-40B4-BE49-F238E27FC236}">
                  <a16:creationId xmlns:a16="http://schemas.microsoft.com/office/drawing/2014/main" id="{AB9A6181-B287-7537-BC76-08A9D1029C71}"/>
                </a:ext>
              </a:extLst>
            </p:cNvPr>
            <p:cNvSpPr/>
            <p:nvPr/>
          </p:nvSpPr>
          <p:spPr>
            <a:xfrm>
              <a:off x="2209800" y="3909122"/>
              <a:ext cx="2895600" cy="304800"/>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2" name="Left Brace 11">
            <a:extLst>
              <a:ext uri="{FF2B5EF4-FFF2-40B4-BE49-F238E27FC236}">
                <a16:creationId xmlns:a16="http://schemas.microsoft.com/office/drawing/2014/main" id="{0FB0229D-1384-5842-3920-B6C98C82F0C0}"/>
              </a:ext>
            </a:extLst>
          </p:cNvPr>
          <p:cNvSpPr/>
          <p:nvPr/>
        </p:nvSpPr>
        <p:spPr>
          <a:xfrm rot="5400000">
            <a:off x="3975098" y="3967231"/>
            <a:ext cx="182880" cy="274320"/>
          </a:xfrm>
          <a:prstGeom prst="leftBrace">
            <a:avLst>
              <a:gd name="adj1" fmla="val 20279"/>
              <a:gd name="adj2" fmla="val 50000"/>
            </a:avLst>
          </a:prstGeom>
          <a:ln w="38100">
            <a:solidFill>
              <a:srgbClr val="92D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5" name="TextBox 14">
            <a:extLst>
              <a:ext uri="{FF2B5EF4-FFF2-40B4-BE49-F238E27FC236}">
                <a16:creationId xmlns:a16="http://schemas.microsoft.com/office/drawing/2014/main" id="{D4C0424B-4F49-8B32-7F82-914200FA5C86}"/>
              </a:ext>
            </a:extLst>
          </p:cNvPr>
          <p:cNvSpPr txBox="1"/>
          <p:nvPr/>
        </p:nvSpPr>
        <p:spPr>
          <a:xfrm>
            <a:off x="3535231" y="3657156"/>
            <a:ext cx="1062613" cy="369332"/>
          </a:xfrm>
          <a:prstGeom prst="rect">
            <a:avLst/>
          </a:prstGeom>
          <a:noFill/>
        </p:spPr>
        <p:txBody>
          <a:bodyPr wrap="square" rtlCol="0">
            <a:spAutoFit/>
          </a:bodyPr>
          <a:lstStyle/>
          <a:p>
            <a:r>
              <a:rPr lang="en-US" dirty="0">
                <a:cs typeface="Arial"/>
              </a:rPr>
              <a:t>Blueshift</a:t>
            </a:r>
            <a:endParaRPr lang="en-US" dirty="0"/>
          </a:p>
        </p:txBody>
      </p:sp>
      <p:sp>
        <p:nvSpPr>
          <p:cNvPr id="16" name="Left Brace 15">
            <a:extLst>
              <a:ext uri="{FF2B5EF4-FFF2-40B4-BE49-F238E27FC236}">
                <a16:creationId xmlns:a16="http://schemas.microsoft.com/office/drawing/2014/main" id="{C12410F9-68D0-7403-7C0E-1551000CA90D}"/>
              </a:ext>
            </a:extLst>
          </p:cNvPr>
          <p:cNvSpPr/>
          <p:nvPr/>
        </p:nvSpPr>
        <p:spPr>
          <a:xfrm rot="16200000">
            <a:off x="3766906" y="4998809"/>
            <a:ext cx="403686" cy="596903"/>
          </a:xfrm>
          <a:prstGeom prst="leftBrace">
            <a:avLst>
              <a:gd name="adj1" fmla="val 44002"/>
              <a:gd name="adj2" fmla="val 49031"/>
            </a:avLst>
          </a:prstGeom>
          <a:ln w="38100">
            <a:solidFill>
              <a:srgbClr val="92D050"/>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7" name="TextBox 16">
            <a:extLst>
              <a:ext uri="{FF2B5EF4-FFF2-40B4-BE49-F238E27FC236}">
                <a16:creationId xmlns:a16="http://schemas.microsoft.com/office/drawing/2014/main" id="{B25E82B7-DD51-56FD-E7AE-4D5C13991254}"/>
              </a:ext>
            </a:extLst>
          </p:cNvPr>
          <p:cNvSpPr txBox="1"/>
          <p:nvPr/>
        </p:nvSpPr>
        <p:spPr>
          <a:xfrm>
            <a:off x="3575719" y="5499105"/>
            <a:ext cx="711679" cy="246221"/>
          </a:xfrm>
          <a:prstGeom prst="rect">
            <a:avLst/>
          </a:prstGeom>
          <a:solidFill>
            <a:schemeClr val="bg1"/>
          </a:solidFill>
        </p:spPr>
        <p:txBody>
          <a:bodyPr wrap="square" lIns="0" tIns="0" rIns="0" bIns="0" rtlCol="0">
            <a:spAutoFit/>
          </a:bodyPr>
          <a:lstStyle/>
          <a:p>
            <a:pPr algn="ctr"/>
            <a:r>
              <a:rPr lang="en-US" sz="1600" dirty="0">
                <a:cs typeface="Arial"/>
              </a:rPr>
              <a:t>FWHM</a:t>
            </a:r>
            <a:endParaRPr lang="en-US" sz="1600" dirty="0"/>
          </a:p>
        </p:txBody>
      </p:sp>
      <p:sp>
        <p:nvSpPr>
          <p:cNvPr id="19" name="TextBox 18">
            <a:extLst>
              <a:ext uri="{FF2B5EF4-FFF2-40B4-BE49-F238E27FC236}">
                <a16:creationId xmlns:a16="http://schemas.microsoft.com/office/drawing/2014/main" id="{7732998C-08FE-C0AC-4596-C76CB96BD47E}"/>
              </a:ext>
            </a:extLst>
          </p:cNvPr>
          <p:cNvSpPr txBox="1"/>
          <p:nvPr/>
        </p:nvSpPr>
        <p:spPr>
          <a:xfrm>
            <a:off x="2262156" y="3906427"/>
            <a:ext cx="711679" cy="246221"/>
          </a:xfrm>
          <a:prstGeom prst="rect">
            <a:avLst/>
          </a:prstGeom>
          <a:solidFill>
            <a:schemeClr val="bg1"/>
          </a:solidFill>
        </p:spPr>
        <p:txBody>
          <a:bodyPr wrap="square" lIns="0" tIns="0" rIns="0" bIns="0" rtlCol="0">
            <a:spAutoFit/>
          </a:bodyPr>
          <a:lstStyle/>
          <a:p>
            <a:pPr algn="ctr"/>
            <a:r>
              <a:rPr lang="en-US" sz="1600" dirty="0">
                <a:cs typeface="Arial"/>
              </a:rPr>
              <a:t>Peak</a:t>
            </a:r>
            <a:endParaRPr lang="en-US" sz="1600" dirty="0"/>
          </a:p>
        </p:txBody>
      </p:sp>
      <p:cxnSp>
        <p:nvCxnSpPr>
          <p:cNvPr id="21" name="Straight Arrow Connector 20">
            <a:extLst>
              <a:ext uri="{FF2B5EF4-FFF2-40B4-BE49-F238E27FC236}">
                <a16:creationId xmlns:a16="http://schemas.microsoft.com/office/drawing/2014/main" id="{E4D4C037-949C-61DB-E3D9-30B0037DC1AF}"/>
              </a:ext>
            </a:extLst>
          </p:cNvPr>
          <p:cNvCxnSpPr>
            <a:cxnSpLocks/>
          </p:cNvCxnSpPr>
          <p:nvPr/>
        </p:nvCxnSpPr>
        <p:spPr>
          <a:xfrm>
            <a:off x="2918435" y="4138686"/>
            <a:ext cx="1009914" cy="321431"/>
          </a:xfrm>
          <a:prstGeom prst="straightConnector1">
            <a:avLst/>
          </a:prstGeom>
          <a:ln w="57150">
            <a:solidFill>
              <a:srgbClr val="92D05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678791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951123-F3A4-8B71-78BB-E1AA990EA59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F635EE8-C39B-008E-7923-3B793AB7D700}"/>
              </a:ext>
            </a:extLst>
          </p:cNvPr>
          <p:cNvSpPr txBox="1">
            <a:spLocks noGrp="1" noRot="1" noMove="1" noResize="1" noEditPoints="1" noAdjustHandles="1" noChangeArrowheads="1" noChangeShapeType="1"/>
          </p:cNvSpPr>
          <p:nvPr/>
        </p:nvSpPr>
        <p:spPr>
          <a:xfrm>
            <a:off x="0" y="5638800"/>
            <a:ext cx="9144000" cy="1239430"/>
          </a:xfrm>
          <a:prstGeom prst="rect">
            <a:avLst/>
          </a:prstGeom>
          <a:solidFill>
            <a:schemeClr val="bg1"/>
          </a:solidFill>
        </p:spPr>
        <p:txBody>
          <a:bodyPr wrap="square" rtlCol="0">
            <a:spAutoFit/>
          </a:bodyPr>
          <a:lstStyle/>
          <a:p>
            <a:endParaRPr lang="en-US"/>
          </a:p>
        </p:txBody>
      </p:sp>
      <p:sp>
        <p:nvSpPr>
          <p:cNvPr id="18434" name="Rectangle 2">
            <a:extLst>
              <a:ext uri="{FF2B5EF4-FFF2-40B4-BE49-F238E27FC236}">
                <a16:creationId xmlns:a16="http://schemas.microsoft.com/office/drawing/2014/main" id="{4EC6FAA2-8DA2-1510-E305-3E660A39AA02}"/>
              </a:ext>
            </a:extLst>
          </p:cNvPr>
          <p:cNvSpPr>
            <a:spLocks noGrp="1" noChangeArrowheads="1"/>
          </p:cNvSpPr>
          <p:nvPr>
            <p:ph type="title"/>
          </p:nvPr>
        </p:nvSpPr>
        <p:spPr/>
        <p:txBody>
          <a:bodyPr/>
          <a:lstStyle/>
          <a:p>
            <a:pPr eaLnBrk="1" hangingPunct="1"/>
            <a:r>
              <a:rPr lang="en-US" sz="4000" b="1" dirty="0"/>
              <a:t>Sample &amp; Methods</a:t>
            </a:r>
          </a:p>
        </p:txBody>
      </p:sp>
      <p:pic>
        <p:nvPicPr>
          <p:cNvPr id="4" name="Picture 3">
            <a:extLst>
              <a:ext uri="{FF2B5EF4-FFF2-40B4-BE49-F238E27FC236}">
                <a16:creationId xmlns:a16="http://schemas.microsoft.com/office/drawing/2014/main" id="{CEE652D8-C6F7-7012-8F92-F9B56A46F785}"/>
              </a:ext>
            </a:extLst>
          </p:cNvPr>
          <p:cNvPicPr>
            <a:picLocks noChangeAspect="1"/>
          </p:cNvPicPr>
          <p:nvPr/>
        </p:nvPicPr>
        <p:blipFill>
          <a:blip r:embed="rId3">
            <a:extLst>
              <a:ext uri="{28A0092B-C50C-407E-A947-70E740481C1C}">
                <a14:useLocalDpi xmlns:a14="http://schemas.microsoft.com/office/drawing/2010/main" val="0"/>
              </a:ext>
            </a:extLst>
          </a:blip>
          <a:srcRect l="833" r="833"/>
          <a:stretch>
            <a:fillRect/>
          </a:stretch>
        </p:blipFill>
        <p:spPr>
          <a:xfrm>
            <a:off x="0" y="1383573"/>
            <a:ext cx="9144000" cy="5245827"/>
          </a:xfrm>
          <a:prstGeom prst="rect">
            <a:avLst/>
          </a:prstGeom>
        </p:spPr>
      </p:pic>
      <p:sp>
        <p:nvSpPr>
          <p:cNvPr id="3" name="TextBox 2">
            <a:extLst>
              <a:ext uri="{FF2B5EF4-FFF2-40B4-BE49-F238E27FC236}">
                <a16:creationId xmlns:a16="http://schemas.microsoft.com/office/drawing/2014/main" id="{77F80437-2D57-73B3-7515-9954B2CDC3CA}"/>
              </a:ext>
            </a:extLst>
          </p:cNvPr>
          <p:cNvSpPr txBox="1"/>
          <p:nvPr/>
        </p:nvSpPr>
        <p:spPr>
          <a:xfrm>
            <a:off x="7620000" y="840831"/>
            <a:ext cx="1429011" cy="646331"/>
          </a:xfrm>
          <a:prstGeom prst="rect">
            <a:avLst/>
          </a:prstGeom>
          <a:noFill/>
        </p:spPr>
        <p:txBody>
          <a:bodyPr wrap="square" rtlCol="0">
            <a:spAutoFit/>
          </a:bodyPr>
          <a:lstStyle/>
          <a:p>
            <a:pPr algn="r"/>
            <a:r>
              <a:rPr lang="en-US" dirty="0" err="1"/>
              <a:t>PyQSOFit</a:t>
            </a:r>
            <a:r>
              <a:rPr lang="en-US" dirty="0"/>
              <a:t> pipeline</a:t>
            </a:r>
          </a:p>
        </p:txBody>
      </p:sp>
    </p:spTree>
    <p:extLst>
      <p:ext uri="{BB962C8B-B14F-4D97-AF65-F5344CB8AC3E}">
        <p14:creationId xmlns:p14="http://schemas.microsoft.com/office/powerpoint/2010/main" val="89419892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E1465F-B4CB-1883-7989-1C34862C63C5}"/>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192EDE9F-E1A3-56FF-68B9-D781442C8739}"/>
              </a:ext>
            </a:extLst>
          </p:cNvPr>
          <p:cNvSpPr txBox="1">
            <a:spLocks noGrp="1" noRot="1" noMove="1" noResize="1" noEditPoints="1" noAdjustHandles="1" noChangeArrowheads="1" noChangeShapeType="1"/>
          </p:cNvSpPr>
          <p:nvPr/>
        </p:nvSpPr>
        <p:spPr>
          <a:xfrm>
            <a:off x="0" y="5638800"/>
            <a:ext cx="9144000" cy="1239430"/>
          </a:xfrm>
          <a:prstGeom prst="rect">
            <a:avLst/>
          </a:prstGeom>
          <a:solidFill>
            <a:schemeClr val="bg1"/>
          </a:solidFill>
        </p:spPr>
        <p:txBody>
          <a:bodyPr wrap="square" rtlCol="0">
            <a:spAutoFit/>
          </a:bodyPr>
          <a:lstStyle/>
          <a:p>
            <a:endParaRPr lang="en-US"/>
          </a:p>
        </p:txBody>
      </p:sp>
      <p:sp>
        <p:nvSpPr>
          <p:cNvPr id="18434" name="Rectangle 2">
            <a:extLst>
              <a:ext uri="{FF2B5EF4-FFF2-40B4-BE49-F238E27FC236}">
                <a16:creationId xmlns:a16="http://schemas.microsoft.com/office/drawing/2014/main" id="{CADEBA4D-B0DA-052D-DFE3-C726F395947D}"/>
              </a:ext>
            </a:extLst>
          </p:cNvPr>
          <p:cNvSpPr>
            <a:spLocks noGrp="1" noChangeArrowheads="1"/>
          </p:cNvSpPr>
          <p:nvPr>
            <p:ph type="title"/>
          </p:nvPr>
        </p:nvSpPr>
        <p:spPr/>
        <p:txBody>
          <a:bodyPr/>
          <a:lstStyle/>
          <a:p>
            <a:pPr algn="r" eaLnBrk="1" hangingPunct="1"/>
            <a:r>
              <a:rPr lang="en-US" sz="4000" b="1" dirty="0"/>
              <a:t>Key Results</a:t>
            </a:r>
          </a:p>
        </p:txBody>
      </p:sp>
      <p:pic>
        <p:nvPicPr>
          <p:cNvPr id="5" name="Picture 4">
            <a:extLst>
              <a:ext uri="{FF2B5EF4-FFF2-40B4-BE49-F238E27FC236}">
                <a16:creationId xmlns:a16="http://schemas.microsoft.com/office/drawing/2014/main" id="{58674DBC-A620-8D91-409D-A1C170984025}"/>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9160" y="458344"/>
            <a:ext cx="4572000" cy="3778785"/>
          </a:xfrm>
          <a:prstGeom prst="rect">
            <a:avLst/>
          </a:prstGeom>
        </p:spPr>
      </p:pic>
      <mc:AlternateContent xmlns:mc="http://schemas.openxmlformats.org/markup-compatibility/2006">
        <mc:Choice xmlns:a14="http://schemas.microsoft.com/office/drawing/2010/main" Requires="a14">
          <p:sp>
            <p:nvSpPr>
              <p:cNvPr id="3" name="TextBox 2">
                <a:extLst>
                  <a:ext uri="{FF2B5EF4-FFF2-40B4-BE49-F238E27FC236}">
                    <a16:creationId xmlns:a16="http://schemas.microsoft.com/office/drawing/2014/main" id="{5EC8EE84-9DD3-1635-BE70-40656FB1C278}"/>
                  </a:ext>
                </a:extLst>
              </p:cNvPr>
              <p:cNvSpPr txBox="1"/>
              <p:nvPr/>
            </p:nvSpPr>
            <p:spPr>
              <a:xfrm>
                <a:off x="4230346" y="4848560"/>
                <a:ext cx="4490901" cy="476726"/>
              </a:xfrm>
              <a:prstGeom prst="roundRect">
                <a:avLst/>
              </a:prstGeom>
              <a:noFill/>
              <a:ln w="28575">
                <a:solidFill>
                  <a:schemeClr val="accent2"/>
                </a:solidFill>
              </a:ln>
            </p:spPr>
            <p:txBody>
              <a:bodyPr wrap="none" lIns="91440" tIns="91440" rIns="91440" bIns="91440" rtlCol="0">
                <a:spAutoFit/>
              </a:bodyPr>
              <a:lstStyle/>
              <a:p>
                <a:pPr/>
                <a14:m>
                  <m:oMathPara xmlns:m="http://schemas.openxmlformats.org/officeDocument/2006/math">
                    <m:oMathParaPr>
                      <m:jc m:val="centerGroup"/>
                    </m:oMathParaPr>
                    <m:oMath xmlns:m="http://schemas.openxmlformats.org/officeDocument/2006/math">
                      <m:r>
                        <m:rPr>
                          <m:sty m:val="p"/>
                        </m:rPr>
                        <a:rPr lang="en-US" sz="1600" b="0" i="1" smtClean="0">
                          <a:latin typeface="Cambria Math" panose="02040503050406030204" pitchFamily="18" charset="0"/>
                        </a:rPr>
                        <m:t>FWHM</m:t>
                      </m:r>
                      <m:r>
                        <m:rPr>
                          <m:sty m:val="p"/>
                        </m:rPr>
                        <a:rPr lang="en-US" sz="1600" b="0" i="1" baseline="-25000" smtClean="0">
                          <a:latin typeface="Cambria Math" panose="02040503050406030204" pitchFamily="18" charset="0"/>
                        </a:rPr>
                        <m:t>C</m:t>
                      </m:r>
                      <m:r>
                        <a:rPr lang="en-US" sz="1600" b="0" i="1" baseline="-25000" smtClean="0">
                          <a:latin typeface="Cambria Math" panose="02040503050406030204" pitchFamily="18" charset="0"/>
                        </a:rPr>
                        <m:t> </m:t>
                      </m:r>
                      <m:r>
                        <m:rPr>
                          <m:sty m:val="p"/>
                        </m:rPr>
                        <a:rPr lang="en-US" sz="1600" b="0" i="1" baseline="-25000" smtClean="0">
                          <a:latin typeface="Cambria Math" panose="02040503050406030204" pitchFamily="18" charset="0"/>
                        </a:rPr>
                        <m:t>IV</m:t>
                      </m:r>
                      <m:r>
                        <a:rPr lang="en-US" sz="1600" b="0" i="1" smtClean="0">
                          <a:latin typeface="Cambria Math" panose="02040503050406030204" pitchFamily="18" charset="0"/>
                        </a:rPr>
                        <m:t>/</m:t>
                      </m:r>
                      <m:r>
                        <m:rPr>
                          <m:sty m:val="p"/>
                        </m:rPr>
                        <a:rPr lang="en-US" sz="1600" b="0" i="1" smtClean="0">
                          <a:latin typeface="Cambria Math" panose="02040503050406030204" pitchFamily="18" charset="0"/>
                        </a:rPr>
                        <m:t>FWHMH</m:t>
                      </m:r>
                      <m:r>
                        <a:rPr lang="en-US" sz="1600" i="1" baseline="-25000">
                          <a:latin typeface="Cambria Math" panose="02040503050406030204" pitchFamily="18" charset="0"/>
                          <a:ea typeface="Cambria Math" panose="02040503050406030204" pitchFamily="18" charset="0"/>
                        </a:rPr>
                        <m:t>𝛽</m:t>
                      </m:r>
                      <m:r>
                        <a:rPr lang="en-US" sz="1600" i="1">
                          <a:latin typeface="Cambria Math" panose="02040503050406030204" pitchFamily="18" charset="0"/>
                          <a:ea typeface="Cambria Math" panose="02040503050406030204" pitchFamily="18" charset="0"/>
                        </a:rPr>
                        <m:t>=</m:t>
                      </m:r>
                      <m:r>
                        <a:rPr lang="en-US" sz="1600" i="1">
                          <a:latin typeface="Cambria Math" panose="02040503050406030204" pitchFamily="18" charset="0"/>
                          <a:ea typeface="Cambria Math" panose="02040503050406030204" pitchFamily="18" charset="0"/>
                        </a:rPr>
                        <m:t>𝛼</m:t>
                      </m:r>
                      <m:r>
                        <a:rPr lang="en-US" sz="1600" i="1">
                          <a:latin typeface="Cambria Math" panose="02040503050406030204" pitchFamily="18" charset="0"/>
                          <a:ea typeface="Cambria Math" panose="02040503050406030204" pitchFamily="18" charset="0"/>
                        </a:rPr>
                        <m:t>+</m:t>
                      </m:r>
                      <m:r>
                        <a:rPr lang="en-US" sz="1600" i="1">
                          <a:latin typeface="Cambria Math" panose="02040503050406030204" pitchFamily="18" charset="0"/>
                          <a:ea typeface="Cambria Math" panose="02040503050406030204" pitchFamily="18" charset="0"/>
                        </a:rPr>
                        <m:t>𝛽</m:t>
                      </m:r>
                      <m:r>
                        <a:rPr lang="en-US" sz="1600" b="0" i="1" smtClean="0">
                          <a:latin typeface="Cambria Math" panose="02040503050406030204" pitchFamily="18" charset="0"/>
                          <a:ea typeface="Cambria Math" panose="02040503050406030204" pitchFamily="18" charset="0"/>
                        </a:rPr>
                        <m:t>(∆</m:t>
                      </m:r>
                      <m:r>
                        <m:rPr>
                          <m:sty m:val="p"/>
                        </m:rPr>
                        <a:rPr lang="en-US" sz="1600" b="0" i="1" smtClean="0">
                          <a:latin typeface="Cambria Math" panose="02040503050406030204" pitchFamily="18" charset="0"/>
                          <a:ea typeface="Cambria Math" panose="02040503050406030204" pitchFamily="18" charset="0"/>
                        </a:rPr>
                        <m:t>V</m:t>
                      </m:r>
                      <m:r>
                        <a:rPr lang="en-US" sz="1600" b="0" i="1" smtClean="0">
                          <a:latin typeface="Cambria Math" panose="02040503050406030204" pitchFamily="18" charset="0"/>
                          <a:ea typeface="Cambria Math" panose="02040503050406030204" pitchFamily="18" charset="0"/>
                        </a:rPr>
                        <m:t>/1000 </m:t>
                      </m:r>
                      <m:r>
                        <m:rPr>
                          <m:sty m:val="p"/>
                        </m:rPr>
                        <a:rPr lang="en-US" sz="1600" b="0" i="1" smtClean="0">
                          <a:latin typeface="Cambria Math" panose="02040503050406030204" pitchFamily="18" charset="0"/>
                          <a:ea typeface="Cambria Math" panose="02040503050406030204" pitchFamily="18" charset="0"/>
                        </a:rPr>
                        <m:t>km</m:t>
                      </m:r>
                      <m:r>
                        <a:rPr lang="en-US" sz="1600" b="0" i="1" smtClean="0">
                          <a:latin typeface="Cambria Math" panose="02040503050406030204" pitchFamily="18" charset="0"/>
                          <a:ea typeface="Cambria Math" panose="02040503050406030204" pitchFamily="18" charset="0"/>
                        </a:rPr>
                        <m:t> </m:t>
                      </m:r>
                      <m:r>
                        <m:rPr>
                          <m:sty m:val="p"/>
                        </m:rPr>
                        <a:rPr lang="en-US" sz="1600" b="0" i="1" smtClean="0">
                          <a:latin typeface="Cambria Math" panose="02040503050406030204" pitchFamily="18" charset="0"/>
                          <a:ea typeface="Cambria Math" panose="02040503050406030204" pitchFamily="18" charset="0"/>
                        </a:rPr>
                        <m:t>s</m:t>
                      </m:r>
                      <m:r>
                        <a:rPr lang="en-US" sz="1600" b="0" i="1" baseline="30000" smtClean="0">
                          <a:latin typeface="Cambria Math" panose="02040503050406030204" pitchFamily="18" charset="0"/>
                          <a:ea typeface="Cambria Math" panose="02040503050406030204" pitchFamily="18" charset="0"/>
                        </a:rPr>
                        <m:t>−1</m:t>
                      </m:r>
                      <m:r>
                        <a:rPr lang="en-US" sz="1600" b="0" i="1" smtClean="0">
                          <a:latin typeface="Cambria Math" panose="02040503050406030204" pitchFamily="18" charset="0"/>
                          <a:ea typeface="Cambria Math" panose="02040503050406030204" pitchFamily="18" charset="0"/>
                        </a:rPr>
                        <m:t>)</m:t>
                      </m:r>
                    </m:oMath>
                  </m:oMathPara>
                </a14:m>
                <a:endParaRPr lang="en-US" sz="1600" dirty="0"/>
              </a:p>
            </p:txBody>
          </p:sp>
        </mc:Choice>
        <mc:Fallback>
          <p:sp>
            <p:nvSpPr>
              <p:cNvPr id="3" name="TextBox 2">
                <a:extLst>
                  <a:ext uri="{FF2B5EF4-FFF2-40B4-BE49-F238E27FC236}">
                    <a16:creationId xmlns:a16="http://schemas.microsoft.com/office/drawing/2014/main" id="{5EC8EE84-9DD3-1635-BE70-40656FB1C278}"/>
                  </a:ext>
                </a:extLst>
              </p:cNvPr>
              <p:cNvSpPr txBox="1">
                <a:spLocks noRot="1" noChangeAspect="1" noMove="1" noResize="1" noEditPoints="1" noAdjustHandles="1" noChangeArrowheads="1" noChangeShapeType="1" noTextEdit="1"/>
              </p:cNvSpPr>
              <p:nvPr/>
            </p:nvSpPr>
            <p:spPr>
              <a:xfrm>
                <a:off x="4230346" y="4848560"/>
                <a:ext cx="4490901" cy="476726"/>
              </a:xfrm>
              <a:prstGeom prst="roundRect">
                <a:avLst/>
              </a:prstGeom>
              <a:blipFill>
                <a:blip r:embed="rId4"/>
                <a:stretch>
                  <a:fillRect/>
                </a:stretch>
              </a:blipFill>
              <a:ln w="28575">
                <a:solidFill>
                  <a:schemeClr val="accent2"/>
                </a:solidFill>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 name="TextBox 3">
                <a:extLst>
                  <a:ext uri="{FF2B5EF4-FFF2-40B4-BE49-F238E27FC236}">
                    <a16:creationId xmlns:a16="http://schemas.microsoft.com/office/drawing/2014/main" id="{0BC34EF2-F768-61A1-D686-72BBF6E8869B}"/>
                  </a:ext>
                </a:extLst>
              </p:cNvPr>
              <p:cNvSpPr txBox="1"/>
              <p:nvPr/>
            </p:nvSpPr>
            <p:spPr>
              <a:xfrm>
                <a:off x="4876800" y="5789103"/>
                <a:ext cx="3405077" cy="476726"/>
              </a:xfrm>
              <a:prstGeom prst="roundRect">
                <a:avLst/>
              </a:prstGeom>
              <a:noFill/>
              <a:ln w="28575">
                <a:solidFill>
                  <a:schemeClr val="accent2"/>
                </a:solidFill>
              </a:ln>
            </p:spPr>
            <p:txBody>
              <a:bodyPr wrap="none" lIns="91440" tIns="91440" rIns="91440" bIns="91440" rtlCol="0">
                <a:spAutoFit/>
              </a:bodyPr>
              <a:lstStyle/>
              <a:p>
                <a:pPr/>
                <a14:m>
                  <m:oMathPara xmlns:m="http://schemas.openxmlformats.org/officeDocument/2006/math">
                    <m:oMathParaPr>
                      <m:jc m:val="centerGroup"/>
                    </m:oMathParaPr>
                    <m:oMath xmlns:m="http://schemas.openxmlformats.org/officeDocument/2006/math">
                      <m:r>
                        <m:rPr>
                          <m:sty m:val="p"/>
                        </m:rPr>
                        <a:rPr lang="en-US" sz="1600" b="0" i="1" smtClean="0">
                          <a:latin typeface="Cambria Math" panose="02040503050406030204" pitchFamily="18" charset="0"/>
                        </a:rPr>
                        <m:t>FWHM</m:t>
                      </m:r>
                      <m:r>
                        <m:rPr>
                          <m:sty m:val="p"/>
                        </m:rPr>
                        <a:rPr lang="en-US" sz="1600" b="0" i="1" baseline="-25000" smtClean="0">
                          <a:latin typeface="Cambria Math" panose="02040503050406030204" pitchFamily="18" charset="0"/>
                        </a:rPr>
                        <m:t>C</m:t>
                      </m:r>
                      <m:r>
                        <a:rPr lang="en-US" sz="1600" b="0" i="1" baseline="-25000" smtClean="0">
                          <a:latin typeface="Cambria Math" panose="02040503050406030204" pitchFamily="18" charset="0"/>
                        </a:rPr>
                        <m:t> </m:t>
                      </m:r>
                      <m:r>
                        <m:rPr>
                          <m:sty m:val="p"/>
                        </m:rPr>
                        <a:rPr lang="en-US" sz="1600" b="0" i="1" baseline="-25000" smtClean="0">
                          <a:latin typeface="Cambria Math" panose="02040503050406030204" pitchFamily="18" charset="0"/>
                        </a:rPr>
                        <m:t>IV</m:t>
                      </m:r>
                      <m:r>
                        <a:rPr lang="en-US" sz="1600" b="0" i="1" smtClean="0">
                          <a:latin typeface="Cambria Math" panose="02040503050406030204" pitchFamily="18" charset="0"/>
                        </a:rPr>
                        <m:t>/</m:t>
                      </m:r>
                      <m:r>
                        <m:rPr>
                          <m:sty m:val="p"/>
                        </m:rPr>
                        <a:rPr lang="en-US" sz="1600" b="0" i="1" smtClean="0">
                          <a:latin typeface="Cambria Math" panose="02040503050406030204" pitchFamily="18" charset="0"/>
                        </a:rPr>
                        <m:t>FWHMH</m:t>
                      </m:r>
                      <m:r>
                        <a:rPr lang="en-US" sz="1600" i="1" baseline="-25000">
                          <a:latin typeface="Cambria Math" panose="02040503050406030204" pitchFamily="18" charset="0"/>
                          <a:ea typeface="Cambria Math" panose="02040503050406030204" pitchFamily="18" charset="0"/>
                        </a:rPr>
                        <m:t>𝛽</m:t>
                      </m:r>
                      <m:r>
                        <a:rPr lang="en-US" sz="1600" i="1">
                          <a:latin typeface="Cambria Math" panose="02040503050406030204" pitchFamily="18" charset="0"/>
                          <a:ea typeface="Cambria Math" panose="02040503050406030204" pitchFamily="18" charset="0"/>
                        </a:rPr>
                        <m:t>=</m:t>
                      </m:r>
                      <m:r>
                        <a:rPr lang="en-US" sz="1600" i="1">
                          <a:latin typeface="Cambria Math" panose="02040503050406030204" pitchFamily="18" charset="0"/>
                          <a:ea typeface="Cambria Math" panose="02040503050406030204" pitchFamily="18" charset="0"/>
                        </a:rPr>
                        <m:t>𝛼</m:t>
                      </m:r>
                      <m:r>
                        <a:rPr lang="en-US" sz="1600" i="1">
                          <a:latin typeface="Cambria Math" panose="02040503050406030204" pitchFamily="18" charset="0"/>
                          <a:ea typeface="Cambria Math" panose="02040503050406030204" pitchFamily="18" charset="0"/>
                        </a:rPr>
                        <m:t>+</m:t>
                      </m:r>
                      <m:r>
                        <a:rPr lang="en-US" sz="1600" i="1">
                          <a:latin typeface="Cambria Math" panose="02040503050406030204" pitchFamily="18" charset="0"/>
                          <a:ea typeface="Cambria Math" panose="02040503050406030204" pitchFamily="18" charset="0"/>
                        </a:rPr>
                        <m:t>𝛽</m:t>
                      </m:r>
                      <m:r>
                        <a:rPr lang="en-US" sz="1600" b="0" i="1" smtClean="0">
                          <a:latin typeface="Cambria Math" panose="02040503050406030204" pitchFamily="18" charset="0"/>
                          <a:ea typeface="Cambria Math" panose="02040503050406030204" pitchFamily="18" charset="0"/>
                        </a:rPr>
                        <m:t> </m:t>
                      </m:r>
                      <m:r>
                        <m:rPr>
                          <m:sty m:val="p"/>
                        </m:rPr>
                        <a:rPr lang="en-US" sz="1600" b="0" i="1" smtClean="0">
                          <a:latin typeface="Cambria Math" panose="02040503050406030204" pitchFamily="18" charset="0"/>
                          <a:ea typeface="Cambria Math" panose="02040503050406030204" pitchFamily="18" charset="0"/>
                        </a:rPr>
                        <m:t>ASC</m:t>
                      </m:r>
                      <m:r>
                        <a:rPr lang="en-US" sz="1600" b="0" i="1" baseline="-25000" smtClean="0">
                          <a:latin typeface="Cambria Math" panose="02040503050406030204" pitchFamily="18" charset="0"/>
                          <a:ea typeface="Cambria Math" panose="02040503050406030204" pitchFamily="18" charset="0"/>
                        </a:rPr>
                        <m:t> </m:t>
                      </m:r>
                      <m:r>
                        <m:rPr>
                          <m:sty m:val="p"/>
                        </m:rPr>
                        <a:rPr lang="en-US" sz="1600" b="0" i="1" baseline="-25000" smtClean="0">
                          <a:latin typeface="Cambria Math" panose="02040503050406030204" pitchFamily="18" charset="0"/>
                          <a:ea typeface="Cambria Math" panose="02040503050406030204" pitchFamily="18" charset="0"/>
                        </a:rPr>
                        <m:t>IV</m:t>
                      </m:r>
                    </m:oMath>
                  </m:oMathPara>
                </a14:m>
                <a:endParaRPr lang="en-US" sz="1600" baseline="-25000" dirty="0"/>
              </a:p>
            </p:txBody>
          </p:sp>
        </mc:Choice>
        <mc:Fallback>
          <p:sp>
            <p:nvSpPr>
              <p:cNvPr id="4" name="TextBox 3">
                <a:extLst>
                  <a:ext uri="{FF2B5EF4-FFF2-40B4-BE49-F238E27FC236}">
                    <a16:creationId xmlns:a16="http://schemas.microsoft.com/office/drawing/2014/main" id="{0BC34EF2-F768-61A1-D686-72BBF6E8869B}"/>
                  </a:ext>
                </a:extLst>
              </p:cNvPr>
              <p:cNvSpPr txBox="1">
                <a:spLocks noRot="1" noChangeAspect="1" noMove="1" noResize="1" noEditPoints="1" noAdjustHandles="1" noChangeArrowheads="1" noChangeShapeType="1" noTextEdit="1"/>
              </p:cNvSpPr>
              <p:nvPr/>
            </p:nvSpPr>
            <p:spPr>
              <a:xfrm>
                <a:off x="4876800" y="5789103"/>
                <a:ext cx="3405077" cy="476726"/>
              </a:xfrm>
              <a:prstGeom prst="roundRect">
                <a:avLst/>
              </a:prstGeom>
              <a:blipFill>
                <a:blip r:embed="rId5"/>
                <a:stretch>
                  <a:fillRect/>
                </a:stretch>
              </a:blipFill>
              <a:ln w="28575">
                <a:solidFill>
                  <a:schemeClr val="accent2"/>
                </a:solidFill>
              </a:ln>
            </p:spPr>
            <p:txBody>
              <a:bodyPr/>
              <a:lstStyle/>
              <a:p>
                <a:r>
                  <a:rPr lang="en-US">
                    <a:noFill/>
                  </a:rPr>
                  <a:t> </a:t>
                </a:r>
              </a:p>
            </p:txBody>
          </p:sp>
        </mc:Fallback>
      </mc:AlternateContent>
      <p:sp>
        <p:nvSpPr>
          <p:cNvPr id="6" name="TextBox 5">
            <a:extLst>
              <a:ext uri="{FF2B5EF4-FFF2-40B4-BE49-F238E27FC236}">
                <a16:creationId xmlns:a16="http://schemas.microsoft.com/office/drawing/2014/main" id="{63A8933B-4A7C-6199-1CFB-EBA461216F88}"/>
              </a:ext>
            </a:extLst>
          </p:cNvPr>
          <p:cNvSpPr txBox="1"/>
          <p:nvPr/>
        </p:nvSpPr>
        <p:spPr>
          <a:xfrm>
            <a:off x="762000" y="155040"/>
            <a:ext cx="3641327" cy="369332"/>
          </a:xfrm>
          <a:prstGeom prst="rect">
            <a:avLst/>
          </a:prstGeom>
          <a:noFill/>
        </p:spPr>
        <p:txBody>
          <a:bodyPr wrap="square" rtlCol="0">
            <a:spAutoFit/>
          </a:bodyPr>
          <a:lstStyle/>
          <a:p>
            <a:pPr algn="ctr"/>
            <a:r>
              <a:rPr lang="en-US" dirty="0"/>
              <a:t>Zuo+2020 Correction Parameters</a:t>
            </a:r>
          </a:p>
        </p:txBody>
      </p:sp>
    </p:spTree>
    <p:extLst>
      <p:ext uri="{BB962C8B-B14F-4D97-AF65-F5344CB8AC3E}">
        <p14:creationId xmlns:p14="http://schemas.microsoft.com/office/powerpoint/2010/main" val="20770515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BDCF75-D28A-82F2-3FCC-E4239528C8BB}"/>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3184D2E-4367-E84F-FCC4-2C327FD0D4D7}"/>
              </a:ext>
            </a:extLst>
          </p:cNvPr>
          <p:cNvSpPr txBox="1">
            <a:spLocks noGrp="1" noRot="1" noMove="1" noResize="1" noEditPoints="1" noAdjustHandles="1" noChangeArrowheads="1" noChangeShapeType="1"/>
          </p:cNvSpPr>
          <p:nvPr/>
        </p:nvSpPr>
        <p:spPr>
          <a:xfrm>
            <a:off x="0" y="5638800"/>
            <a:ext cx="9144000" cy="1239430"/>
          </a:xfrm>
          <a:prstGeom prst="rect">
            <a:avLst/>
          </a:prstGeom>
          <a:solidFill>
            <a:schemeClr val="bg1"/>
          </a:solidFill>
        </p:spPr>
        <p:txBody>
          <a:bodyPr wrap="square" rtlCol="0">
            <a:spAutoFit/>
          </a:bodyPr>
          <a:lstStyle/>
          <a:p>
            <a:endParaRPr lang="en-US"/>
          </a:p>
        </p:txBody>
      </p:sp>
      <p:sp>
        <p:nvSpPr>
          <p:cNvPr id="18434" name="Rectangle 2">
            <a:extLst>
              <a:ext uri="{FF2B5EF4-FFF2-40B4-BE49-F238E27FC236}">
                <a16:creationId xmlns:a16="http://schemas.microsoft.com/office/drawing/2014/main" id="{64D2D2C3-BAF3-4470-0A78-FD5241D6BB37}"/>
              </a:ext>
            </a:extLst>
          </p:cNvPr>
          <p:cNvSpPr>
            <a:spLocks noGrp="1" noChangeArrowheads="1"/>
          </p:cNvSpPr>
          <p:nvPr>
            <p:ph type="title"/>
          </p:nvPr>
        </p:nvSpPr>
        <p:spPr/>
        <p:txBody>
          <a:bodyPr/>
          <a:lstStyle/>
          <a:p>
            <a:pPr algn="r" eaLnBrk="1" hangingPunct="1"/>
            <a:r>
              <a:rPr lang="en-US" sz="4000" b="1" dirty="0"/>
              <a:t>Key Results</a:t>
            </a:r>
          </a:p>
        </p:txBody>
      </p:sp>
      <p:pic>
        <p:nvPicPr>
          <p:cNvPr id="5" name="Picture 4">
            <a:extLst>
              <a:ext uri="{FF2B5EF4-FFF2-40B4-BE49-F238E27FC236}">
                <a16:creationId xmlns:a16="http://schemas.microsoft.com/office/drawing/2014/main" id="{AE1D4EE0-BB84-C99B-01F2-ECEB8DD8E46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29160" y="458344"/>
            <a:ext cx="4572000" cy="3778785"/>
          </a:xfrm>
          <a:prstGeom prst="rect">
            <a:avLst/>
          </a:prstGeom>
        </p:spPr>
      </p:pic>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D7EE0395-7A7C-E728-FCBB-DCB2AC7FAA46}"/>
                  </a:ext>
                </a:extLst>
              </p:cNvPr>
              <p:cNvSpPr txBox="1"/>
              <p:nvPr/>
            </p:nvSpPr>
            <p:spPr>
              <a:xfrm>
                <a:off x="76200" y="4876800"/>
                <a:ext cx="4490901" cy="476726"/>
              </a:xfrm>
              <a:prstGeom prst="roundRect">
                <a:avLst/>
              </a:prstGeom>
              <a:noFill/>
              <a:ln w="28575">
                <a:solidFill>
                  <a:schemeClr val="accent2"/>
                </a:solidFill>
              </a:ln>
            </p:spPr>
            <p:txBody>
              <a:bodyPr wrap="none" lIns="91440" tIns="91440" rIns="91440" bIns="91440" rtlCol="0">
                <a:spAutoFit/>
              </a:bodyPr>
              <a:lstStyle/>
              <a:p>
                <a:pPr/>
                <a14:m>
                  <m:oMathPara xmlns:m="http://schemas.openxmlformats.org/officeDocument/2006/math">
                    <m:oMathParaPr>
                      <m:jc m:val="centerGroup"/>
                    </m:oMathParaPr>
                    <m:oMath xmlns:m="http://schemas.openxmlformats.org/officeDocument/2006/math">
                      <m:r>
                        <m:rPr>
                          <m:sty m:val="p"/>
                        </m:rPr>
                        <a:rPr lang="en-US" sz="1600" b="0" i="1" smtClean="0">
                          <a:latin typeface="Cambria Math" panose="02040503050406030204" pitchFamily="18" charset="0"/>
                        </a:rPr>
                        <m:t>FWHM</m:t>
                      </m:r>
                      <m:r>
                        <m:rPr>
                          <m:sty m:val="p"/>
                        </m:rPr>
                        <a:rPr lang="en-US" sz="1600" b="0" i="1" baseline="-25000" smtClean="0">
                          <a:latin typeface="Cambria Math" panose="02040503050406030204" pitchFamily="18" charset="0"/>
                        </a:rPr>
                        <m:t>C</m:t>
                      </m:r>
                      <m:r>
                        <a:rPr lang="en-US" sz="1600" b="0" i="1" baseline="-25000" smtClean="0">
                          <a:latin typeface="Cambria Math" panose="02040503050406030204" pitchFamily="18" charset="0"/>
                        </a:rPr>
                        <m:t> </m:t>
                      </m:r>
                      <m:r>
                        <m:rPr>
                          <m:sty m:val="p"/>
                        </m:rPr>
                        <a:rPr lang="en-US" sz="1600" b="0" i="1" baseline="-25000" smtClean="0">
                          <a:latin typeface="Cambria Math" panose="02040503050406030204" pitchFamily="18" charset="0"/>
                        </a:rPr>
                        <m:t>IV</m:t>
                      </m:r>
                      <m:r>
                        <a:rPr lang="en-US" sz="1600" b="0" i="1" smtClean="0">
                          <a:latin typeface="Cambria Math" panose="02040503050406030204" pitchFamily="18" charset="0"/>
                        </a:rPr>
                        <m:t>/</m:t>
                      </m:r>
                      <m:r>
                        <m:rPr>
                          <m:sty m:val="p"/>
                        </m:rPr>
                        <a:rPr lang="en-US" sz="1600" b="0" i="1" smtClean="0">
                          <a:latin typeface="Cambria Math" panose="02040503050406030204" pitchFamily="18" charset="0"/>
                        </a:rPr>
                        <m:t>FWHMH</m:t>
                      </m:r>
                      <m:r>
                        <a:rPr lang="en-US" sz="1600" i="1" baseline="-25000">
                          <a:latin typeface="Cambria Math" panose="02040503050406030204" pitchFamily="18" charset="0"/>
                          <a:ea typeface="Cambria Math" panose="02040503050406030204" pitchFamily="18" charset="0"/>
                        </a:rPr>
                        <m:t>𝛽</m:t>
                      </m:r>
                      <m:r>
                        <a:rPr lang="en-US" sz="1600" i="1">
                          <a:latin typeface="Cambria Math" panose="02040503050406030204" pitchFamily="18" charset="0"/>
                          <a:ea typeface="Cambria Math" panose="02040503050406030204" pitchFamily="18" charset="0"/>
                        </a:rPr>
                        <m:t>=</m:t>
                      </m:r>
                      <m:r>
                        <a:rPr lang="en-US" sz="1600" i="1">
                          <a:latin typeface="Cambria Math" panose="02040503050406030204" pitchFamily="18" charset="0"/>
                          <a:ea typeface="Cambria Math" panose="02040503050406030204" pitchFamily="18" charset="0"/>
                        </a:rPr>
                        <m:t>𝛼</m:t>
                      </m:r>
                      <m:r>
                        <a:rPr lang="en-US" sz="1600" i="1">
                          <a:latin typeface="Cambria Math" panose="02040503050406030204" pitchFamily="18" charset="0"/>
                          <a:ea typeface="Cambria Math" panose="02040503050406030204" pitchFamily="18" charset="0"/>
                        </a:rPr>
                        <m:t>+</m:t>
                      </m:r>
                      <m:r>
                        <a:rPr lang="en-US" sz="1600" i="1">
                          <a:latin typeface="Cambria Math" panose="02040503050406030204" pitchFamily="18" charset="0"/>
                          <a:ea typeface="Cambria Math" panose="02040503050406030204" pitchFamily="18" charset="0"/>
                        </a:rPr>
                        <m:t>𝛽</m:t>
                      </m:r>
                      <m:r>
                        <a:rPr lang="en-US" sz="1600" b="0" i="1" smtClean="0">
                          <a:latin typeface="Cambria Math" panose="02040503050406030204" pitchFamily="18" charset="0"/>
                          <a:ea typeface="Cambria Math" panose="02040503050406030204" pitchFamily="18" charset="0"/>
                        </a:rPr>
                        <m:t>(∆</m:t>
                      </m:r>
                      <m:r>
                        <m:rPr>
                          <m:sty m:val="p"/>
                        </m:rPr>
                        <a:rPr lang="en-US" sz="1600" b="0" i="1" smtClean="0">
                          <a:latin typeface="Cambria Math" panose="02040503050406030204" pitchFamily="18" charset="0"/>
                          <a:ea typeface="Cambria Math" panose="02040503050406030204" pitchFamily="18" charset="0"/>
                        </a:rPr>
                        <m:t>V</m:t>
                      </m:r>
                      <m:r>
                        <a:rPr lang="en-US" sz="1600" b="0" i="1" smtClean="0">
                          <a:latin typeface="Cambria Math" panose="02040503050406030204" pitchFamily="18" charset="0"/>
                          <a:ea typeface="Cambria Math" panose="02040503050406030204" pitchFamily="18" charset="0"/>
                        </a:rPr>
                        <m:t>/1000 </m:t>
                      </m:r>
                      <m:r>
                        <m:rPr>
                          <m:sty m:val="p"/>
                        </m:rPr>
                        <a:rPr lang="en-US" sz="1600" b="0" i="1" smtClean="0">
                          <a:latin typeface="Cambria Math" panose="02040503050406030204" pitchFamily="18" charset="0"/>
                          <a:ea typeface="Cambria Math" panose="02040503050406030204" pitchFamily="18" charset="0"/>
                        </a:rPr>
                        <m:t>km</m:t>
                      </m:r>
                      <m:r>
                        <a:rPr lang="en-US" sz="1600" b="0" i="1" smtClean="0">
                          <a:latin typeface="Cambria Math" panose="02040503050406030204" pitchFamily="18" charset="0"/>
                          <a:ea typeface="Cambria Math" panose="02040503050406030204" pitchFamily="18" charset="0"/>
                        </a:rPr>
                        <m:t> </m:t>
                      </m:r>
                      <m:r>
                        <m:rPr>
                          <m:sty m:val="p"/>
                        </m:rPr>
                        <a:rPr lang="en-US" sz="1600" b="0" i="1" smtClean="0">
                          <a:latin typeface="Cambria Math" panose="02040503050406030204" pitchFamily="18" charset="0"/>
                          <a:ea typeface="Cambria Math" panose="02040503050406030204" pitchFamily="18" charset="0"/>
                        </a:rPr>
                        <m:t>s</m:t>
                      </m:r>
                      <m:r>
                        <a:rPr lang="en-US" sz="1600" b="0" i="1" baseline="30000" smtClean="0">
                          <a:latin typeface="Cambria Math" panose="02040503050406030204" pitchFamily="18" charset="0"/>
                          <a:ea typeface="Cambria Math" panose="02040503050406030204" pitchFamily="18" charset="0"/>
                        </a:rPr>
                        <m:t>−1</m:t>
                      </m:r>
                      <m:r>
                        <a:rPr lang="en-US" sz="1600" b="0" i="1" smtClean="0">
                          <a:latin typeface="Cambria Math" panose="02040503050406030204" pitchFamily="18" charset="0"/>
                          <a:ea typeface="Cambria Math" panose="02040503050406030204" pitchFamily="18" charset="0"/>
                        </a:rPr>
                        <m:t>)</m:t>
                      </m:r>
                    </m:oMath>
                  </m:oMathPara>
                </a14:m>
                <a:endParaRPr lang="en-US" sz="1600" dirty="0"/>
              </a:p>
            </p:txBody>
          </p:sp>
        </mc:Choice>
        <mc:Fallback xmlns="">
          <p:sp>
            <p:nvSpPr>
              <p:cNvPr id="3" name="TextBox 2">
                <a:extLst>
                  <a:ext uri="{FF2B5EF4-FFF2-40B4-BE49-F238E27FC236}">
                    <a16:creationId xmlns:a16="http://schemas.microsoft.com/office/drawing/2014/main" id="{D7EE0395-7A7C-E728-FCBB-DCB2AC7FAA46}"/>
                  </a:ext>
                </a:extLst>
              </p:cNvPr>
              <p:cNvSpPr txBox="1">
                <a:spLocks noRot="1" noChangeAspect="1" noMove="1" noResize="1" noEditPoints="1" noAdjustHandles="1" noChangeArrowheads="1" noChangeShapeType="1" noTextEdit="1"/>
              </p:cNvSpPr>
              <p:nvPr/>
            </p:nvSpPr>
            <p:spPr>
              <a:xfrm>
                <a:off x="76200" y="4876800"/>
                <a:ext cx="4490901" cy="476726"/>
              </a:xfrm>
              <a:prstGeom prst="roundRect">
                <a:avLst/>
              </a:prstGeom>
              <a:blipFill>
                <a:blip r:embed="rId4"/>
                <a:stretch>
                  <a:fillRect b="-2500"/>
                </a:stretch>
              </a:blipFill>
              <a:ln w="28575">
                <a:solidFill>
                  <a:schemeClr val="accent2"/>
                </a:solidFill>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4" name="TextBox 3">
                <a:extLst>
                  <a:ext uri="{FF2B5EF4-FFF2-40B4-BE49-F238E27FC236}">
                    <a16:creationId xmlns:a16="http://schemas.microsoft.com/office/drawing/2014/main" id="{AF65658B-0F87-1008-3B7C-9F2D3A128E10}"/>
                  </a:ext>
                </a:extLst>
              </p:cNvPr>
              <p:cNvSpPr txBox="1"/>
              <p:nvPr/>
            </p:nvSpPr>
            <p:spPr>
              <a:xfrm>
                <a:off x="619111" y="5516471"/>
                <a:ext cx="3405077" cy="476726"/>
              </a:xfrm>
              <a:prstGeom prst="roundRect">
                <a:avLst/>
              </a:prstGeom>
              <a:noFill/>
              <a:ln w="28575">
                <a:solidFill>
                  <a:schemeClr val="accent2"/>
                </a:solidFill>
              </a:ln>
            </p:spPr>
            <p:txBody>
              <a:bodyPr wrap="none" lIns="91440" tIns="91440" rIns="91440" bIns="91440" rtlCol="0">
                <a:spAutoFit/>
              </a:bodyPr>
              <a:lstStyle/>
              <a:p>
                <a:pPr/>
                <a14:m>
                  <m:oMathPara xmlns:m="http://schemas.openxmlformats.org/officeDocument/2006/math">
                    <m:oMathParaPr>
                      <m:jc m:val="centerGroup"/>
                    </m:oMathParaPr>
                    <m:oMath xmlns:m="http://schemas.openxmlformats.org/officeDocument/2006/math">
                      <m:r>
                        <m:rPr>
                          <m:sty m:val="p"/>
                        </m:rPr>
                        <a:rPr lang="en-US" sz="1600" b="0" i="1" smtClean="0">
                          <a:latin typeface="Cambria Math" panose="02040503050406030204" pitchFamily="18" charset="0"/>
                        </a:rPr>
                        <m:t>FWHM</m:t>
                      </m:r>
                      <m:r>
                        <m:rPr>
                          <m:sty m:val="p"/>
                        </m:rPr>
                        <a:rPr lang="en-US" sz="1600" b="0" i="1" baseline="-25000" smtClean="0">
                          <a:latin typeface="Cambria Math" panose="02040503050406030204" pitchFamily="18" charset="0"/>
                        </a:rPr>
                        <m:t>C</m:t>
                      </m:r>
                      <m:r>
                        <a:rPr lang="en-US" sz="1600" b="0" i="1" baseline="-25000" smtClean="0">
                          <a:latin typeface="Cambria Math" panose="02040503050406030204" pitchFamily="18" charset="0"/>
                        </a:rPr>
                        <m:t> </m:t>
                      </m:r>
                      <m:r>
                        <m:rPr>
                          <m:sty m:val="p"/>
                        </m:rPr>
                        <a:rPr lang="en-US" sz="1600" b="0" i="1" baseline="-25000" smtClean="0">
                          <a:latin typeface="Cambria Math" panose="02040503050406030204" pitchFamily="18" charset="0"/>
                        </a:rPr>
                        <m:t>IV</m:t>
                      </m:r>
                      <m:r>
                        <a:rPr lang="en-US" sz="1600" b="0" i="1" smtClean="0">
                          <a:latin typeface="Cambria Math" panose="02040503050406030204" pitchFamily="18" charset="0"/>
                        </a:rPr>
                        <m:t>/</m:t>
                      </m:r>
                      <m:r>
                        <m:rPr>
                          <m:sty m:val="p"/>
                        </m:rPr>
                        <a:rPr lang="en-US" sz="1600" b="0" i="1" smtClean="0">
                          <a:latin typeface="Cambria Math" panose="02040503050406030204" pitchFamily="18" charset="0"/>
                        </a:rPr>
                        <m:t>FWHMH</m:t>
                      </m:r>
                      <m:r>
                        <a:rPr lang="en-US" sz="1600" i="1" baseline="-25000">
                          <a:latin typeface="Cambria Math" panose="02040503050406030204" pitchFamily="18" charset="0"/>
                          <a:ea typeface="Cambria Math" panose="02040503050406030204" pitchFamily="18" charset="0"/>
                        </a:rPr>
                        <m:t>𝛽</m:t>
                      </m:r>
                      <m:r>
                        <a:rPr lang="en-US" sz="1600" i="1">
                          <a:latin typeface="Cambria Math" panose="02040503050406030204" pitchFamily="18" charset="0"/>
                          <a:ea typeface="Cambria Math" panose="02040503050406030204" pitchFamily="18" charset="0"/>
                        </a:rPr>
                        <m:t>=</m:t>
                      </m:r>
                      <m:r>
                        <a:rPr lang="en-US" sz="1600" i="1">
                          <a:latin typeface="Cambria Math" panose="02040503050406030204" pitchFamily="18" charset="0"/>
                          <a:ea typeface="Cambria Math" panose="02040503050406030204" pitchFamily="18" charset="0"/>
                        </a:rPr>
                        <m:t>𝛼</m:t>
                      </m:r>
                      <m:r>
                        <a:rPr lang="en-US" sz="1600" i="1">
                          <a:latin typeface="Cambria Math" panose="02040503050406030204" pitchFamily="18" charset="0"/>
                          <a:ea typeface="Cambria Math" panose="02040503050406030204" pitchFamily="18" charset="0"/>
                        </a:rPr>
                        <m:t>+</m:t>
                      </m:r>
                      <m:r>
                        <a:rPr lang="en-US" sz="1600" i="1">
                          <a:latin typeface="Cambria Math" panose="02040503050406030204" pitchFamily="18" charset="0"/>
                          <a:ea typeface="Cambria Math" panose="02040503050406030204" pitchFamily="18" charset="0"/>
                        </a:rPr>
                        <m:t>𝛽</m:t>
                      </m:r>
                      <m:r>
                        <a:rPr lang="en-US" sz="1600" b="0" i="1" smtClean="0">
                          <a:latin typeface="Cambria Math" panose="02040503050406030204" pitchFamily="18" charset="0"/>
                          <a:ea typeface="Cambria Math" panose="02040503050406030204" pitchFamily="18" charset="0"/>
                        </a:rPr>
                        <m:t> </m:t>
                      </m:r>
                      <m:r>
                        <m:rPr>
                          <m:sty m:val="p"/>
                        </m:rPr>
                        <a:rPr lang="en-US" sz="1600" b="0" i="1" smtClean="0">
                          <a:latin typeface="Cambria Math" panose="02040503050406030204" pitchFamily="18" charset="0"/>
                          <a:ea typeface="Cambria Math" panose="02040503050406030204" pitchFamily="18" charset="0"/>
                        </a:rPr>
                        <m:t>ASC</m:t>
                      </m:r>
                      <m:r>
                        <a:rPr lang="en-US" sz="1600" b="0" i="1" baseline="-25000" smtClean="0">
                          <a:latin typeface="Cambria Math" panose="02040503050406030204" pitchFamily="18" charset="0"/>
                          <a:ea typeface="Cambria Math" panose="02040503050406030204" pitchFamily="18" charset="0"/>
                        </a:rPr>
                        <m:t> </m:t>
                      </m:r>
                      <m:r>
                        <m:rPr>
                          <m:sty m:val="p"/>
                        </m:rPr>
                        <a:rPr lang="en-US" sz="1600" b="0" i="1" baseline="-25000" smtClean="0">
                          <a:latin typeface="Cambria Math" panose="02040503050406030204" pitchFamily="18" charset="0"/>
                          <a:ea typeface="Cambria Math" panose="02040503050406030204" pitchFamily="18" charset="0"/>
                        </a:rPr>
                        <m:t>IV</m:t>
                      </m:r>
                    </m:oMath>
                  </m:oMathPara>
                </a14:m>
                <a:endParaRPr lang="en-US" sz="1600" baseline="-25000" dirty="0"/>
              </a:p>
            </p:txBody>
          </p:sp>
        </mc:Choice>
        <mc:Fallback>
          <p:sp>
            <p:nvSpPr>
              <p:cNvPr id="4" name="TextBox 3">
                <a:extLst>
                  <a:ext uri="{FF2B5EF4-FFF2-40B4-BE49-F238E27FC236}">
                    <a16:creationId xmlns:a16="http://schemas.microsoft.com/office/drawing/2014/main" id="{AF65658B-0F87-1008-3B7C-9F2D3A128E10}"/>
                  </a:ext>
                </a:extLst>
              </p:cNvPr>
              <p:cNvSpPr txBox="1">
                <a:spLocks noRot="1" noChangeAspect="1" noMove="1" noResize="1" noEditPoints="1" noAdjustHandles="1" noChangeArrowheads="1" noChangeShapeType="1" noTextEdit="1"/>
              </p:cNvSpPr>
              <p:nvPr/>
            </p:nvSpPr>
            <p:spPr>
              <a:xfrm>
                <a:off x="619111" y="5516471"/>
                <a:ext cx="3405077" cy="476726"/>
              </a:xfrm>
              <a:prstGeom prst="roundRect">
                <a:avLst/>
              </a:prstGeom>
              <a:blipFill>
                <a:blip r:embed="rId5"/>
                <a:stretch>
                  <a:fillRect/>
                </a:stretch>
              </a:blipFill>
              <a:ln w="28575">
                <a:solidFill>
                  <a:schemeClr val="accent2"/>
                </a:solidFill>
              </a:ln>
            </p:spPr>
            <p:txBody>
              <a:bodyPr/>
              <a:lstStyle/>
              <a:p>
                <a:r>
                  <a:rPr lang="en-US">
                    <a:noFill/>
                  </a:rPr>
                  <a:t> </a:t>
                </a:r>
              </a:p>
            </p:txBody>
          </p:sp>
        </mc:Fallback>
      </mc:AlternateContent>
      <p:pic>
        <p:nvPicPr>
          <p:cNvPr id="8" name="Picture 7">
            <a:extLst>
              <a:ext uri="{FF2B5EF4-FFF2-40B4-BE49-F238E27FC236}">
                <a16:creationId xmlns:a16="http://schemas.microsoft.com/office/drawing/2014/main" id="{38338E90-260F-B953-A06E-80E8A2A9EE4F}"/>
              </a:ext>
            </a:extLst>
          </p:cNvPr>
          <p:cNvPicPr>
            <a:picLocks noChangeAspect="1"/>
          </p:cNvPicPr>
          <p:nvPr/>
        </p:nvPicPr>
        <p:blipFill>
          <a:blip r:embed="rId6">
            <a:extLst>
              <a:ext uri="{28A0092B-C50C-407E-A947-70E740481C1C}">
                <a14:useLocalDpi xmlns:a14="http://schemas.microsoft.com/office/drawing/2010/main" val="0"/>
              </a:ext>
            </a:extLst>
          </a:blip>
          <a:srcRect/>
          <a:stretch>
            <a:fillRect/>
          </a:stretch>
        </p:blipFill>
        <p:spPr>
          <a:xfrm>
            <a:off x="4648200" y="2999547"/>
            <a:ext cx="4572000" cy="3778785"/>
          </a:xfrm>
          <a:prstGeom prst="rect">
            <a:avLst/>
          </a:prstGeom>
        </p:spPr>
      </p:pic>
      <p:sp>
        <p:nvSpPr>
          <p:cNvPr id="6" name="TextBox 5">
            <a:extLst>
              <a:ext uri="{FF2B5EF4-FFF2-40B4-BE49-F238E27FC236}">
                <a16:creationId xmlns:a16="http://schemas.microsoft.com/office/drawing/2014/main" id="{956527D6-DEC7-A188-BB26-2EF564232656}"/>
              </a:ext>
            </a:extLst>
          </p:cNvPr>
          <p:cNvSpPr txBox="1"/>
          <p:nvPr/>
        </p:nvSpPr>
        <p:spPr>
          <a:xfrm>
            <a:off x="762000" y="155040"/>
            <a:ext cx="3641327" cy="369332"/>
          </a:xfrm>
          <a:prstGeom prst="rect">
            <a:avLst/>
          </a:prstGeom>
          <a:noFill/>
        </p:spPr>
        <p:txBody>
          <a:bodyPr wrap="square" rtlCol="0">
            <a:spAutoFit/>
          </a:bodyPr>
          <a:lstStyle/>
          <a:p>
            <a:pPr algn="ctr"/>
            <a:r>
              <a:rPr lang="en-US" dirty="0"/>
              <a:t>Zuo+2020 Correction Parameters</a:t>
            </a:r>
          </a:p>
        </p:txBody>
      </p:sp>
      <p:sp>
        <p:nvSpPr>
          <p:cNvPr id="7" name="TextBox 6">
            <a:extLst>
              <a:ext uri="{FF2B5EF4-FFF2-40B4-BE49-F238E27FC236}">
                <a16:creationId xmlns:a16="http://schemas.microsoft.com/office/drawing/2014/main" id="{EBFE864B-0258-A38C-FDA9-DBA3405EEC34}"/>
              </a:ext>
            </a:extLst>
          </p:cNvPr>
          <p:cNvSpPr txBox="1"/>
          <p:nvPr/>
        </p:nvSpPr>
        <p:spPr>
          <a:xfrm>
            <a:off x="5373513" y="2714983"/>
            <a:ext cx="3641327" cy="369332"/>
          </a:xfrm>
          <a:prstGeom prst="rect">
            <a:avLst/>
          </a:prstGeom>
          <a:noFill/>
        </p:spPr>
        <p:txBody>
          <a:bodyPr wrap="square" rtlCol="0">
            <a:spAutoFit/>
          </a:bodyPr>
          <a:lstStyle/>
          <a:p>
            <a:pPr algn="ctr"/>
            <a:r>
              <a:rPr lang="en-US" dirty="0"/>
              <a:t>Fitted Correction Parameters</a:t>
            </a:r>
          </a:p>
        </p:txBody>
      </p:sp>
    </p:spTree>
    <p:extLst>
      <p:ext uri="{BB962C8B-B14F-4D97-AF65-F5344CB8AC3E}">
        <p14:creationId xmlns:p14="http://schemas.microsoft.com/office/powerpoint/2010/main" val="10750786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B82BBF-3CF6-1CBE-5B71-88CB258B92C0}"/>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8DD885C-579E-453C-7479-3D9AAB975815}"/>
              </a:ext>
            </a:extLst>
          </p:cNvPr>
          <p:cNvSpPr txBox="1">
            <a:spLocks noGrp="1" noRot="1" noMove="1" noResize="1" noEditPoints="1" noAdjustHandles="1" noChangeArrowheads="1" noChangeShapeType="1"/>
          </p:cNvSpPr>
          <p:nvPr/>
        </p:nvSpPr>
        <p:spPr>
          <a:xfrm>
            <a:off x="0" y="5638800"/>
            <a:ext cx="9144000" cy="1239430"/>
          </a:xfrm>
          <a:prstGeom prst="rect">
            <a:avLst/>
          </a:prstGeom>
          <a:solidFill>
            <a:schemeClr val="bg1"/>
          </a:solidFill>
        </p:spPr>
        <p:txBody>
          <a:bodyPr wrap="square" rtlCol="0">
            <a:spAutoFit/>
          </a:bodyPr>
          <a:lstStyle/>
          <a:p>
            <a:endParaRPr lang="en-US"/>
          </a:p>
        </p:txBody>
      </p:sp>
      <p:sp>
        <p:nvSpPr>
          <p:cNvPr id="18434" name="Rectangle 2">
            <a:extLst>
              <a:ext uri="{FF2B5EF4-FFF2-40B4-BE49-F238E27FC236}">
                <a16:creationId xmlns:a16="http://schemas.microsoft.com/office/drawing/2014/main" id="{A5A861DE-CD9F-B7E0-2F3F-93422E1A3CC3}"/>
              </a:ext>
            </a:extLst>
          </p:cNvPr>
          <p:cNvSpPr>
            <a:spLocks noGrp="1" noChangeArrowheads="1"/>
          </p:cNvSpPr>
          <p:nvPr>
            <p:ph type="title"/>
          </p:nvPr>
        </p:nvSpPr>
        <p:spPr/>
        <p:txBody>
          <a:bodyPr/>
          <a:lstStyle/>
          <a:p>
            <a:pPr algn="r" eaLnBrk="1" hangingPunct="1"/>
            <a:r>
              <a:rPr lang="en-US" sz="4000" b="1" dirty="0"/>
              <a:t>Key Results</a:t>
            </a:r>
          </a:p>
        </p:txBody>
      </p:sp>
      <mc:AlternateContent xmlns:mc="http://schemas.openxmlformats.org/markup-compatibility/2006" xmlns:a14="http://schemas.microsoft.com/office/drawing/2010/main">
        <mc:Choice Requires="a14">
          <p:graphicFrame>
            <p:nvGraphicFramePr>
              <p:cNvPr id="4" name="Table 3">
                <a:extLst>
                  <a:ext uri="{FF2B5EF4-FFF2-40B4-BE49-F238E27FC236}">
                    <a16:creationId xmlns:a16="http://schemas.microsoft.com/office/drawing/2014/main" id="{089A6837-EC53-56FE-1D40-694E642F74B1}"/>
                  </a:ext>
                </a:extLst>
              </p:cNvPr>
              <p:cNvGraphicFramePr>
                <a:graphicFrameLocks noGrp="1"/>
              </p:cNvGraphicFramePr>
              <p:nvPr>
                <p:extLst>
                  <p:ext uri="{D42A27DB-BD31-4B8C-83A1-F6EECF244321}">
                    <p14:modId xmlns:p14="http://schemas.microsoft.com/office/powerpoint/2010/main" val="3021583427"/>
                  </p:ext>
                </p:extLst>
              </p:nvPr>
            </p:nvGraphicFramePr>
            <p:xfrm>
              <a:off x="1104900" y="2230394"/>
              <a:ext cx="6934200" cy="3936041"/>
            </p:xfrm>
            <a:graphic>
              <a:graphicData uri="http://schemas.openxmlformats.org/drawingml/2006/table">
                <a:tbl>
                  <a:tblPr firstRow="1" bandRow="1">
                    <a:tableStyleId>{9DCAF9ED-07DC-4A11-8D7F-57B35C25682E}</a:tableStyleId>
                  </a:tblPr>
                  <a:tblGrid>
                    <a:gridCol w="1733550">
                      <a:extLst>
                        <a:ext uri="{9D8B030D-6E8A-4147-A177-3AD203B41FA5}">
                          <a16:colId xmlns:a16="http://schemas.microsoft.com/office/drawing/2014/main" val="3421523036"/>
                        </a:ext>
                      </a:extLst>
                    </a:gridCol>
                    <a:gridCol w="1733550">
                      <a:extLst>
                        <a:ext uri="{9D8B030D-6E8A-4147-A177-3AD203B41FA5}">
                          <a16:colId xmlns:a16="http://schemas.microsoft.com/office/drawing/2014/main" val="2643247143"/>
                        </a:ext>
                      </a:extLst>
                    </a:gridCol>
                    <a:gridCol w="1733550">
                      <a:extLst>
                        <a:ext uri="{9D8B030D-6E8A-4147-A177-3AD203B41FA5}">
                          <a16:colId xmlns:a16="http://schemas.microsoft.com/office/drawing/2014/main" val="3433552844"/>
                        </a:ext>
                      </a:extLst>
                    </a:gridCol>
                    <a:gridCol w="1733550">
                      <a:extLst>
                        <a:ext uri="{9D8B030D-6E8A-4147-A177-3AD203B41FA5}">
                          <a16:colId xmlns:a16="http://schemas.microsoft.com/office/drawing/2014/main" val="88567429"/>
                        </a:ext>
                      </a:extLst>
                    </a:gridCol>
                  </a:tblGrid>
                  <a:tr h="609600">
                    <a:tc>
                      <a:txBody>
                        <a:bodyPr/>
                        <a:lstStyle/>
                        <a:p>
                          <a:pPr algn="ctr"/>
                          <a:r>
                            <a:rPr lang="en-US" dirty="0"/>
                            <a:t>Correction</a:t>
                          </a:r>
                        </a:p>
                      </a:txBody>
                      <a:tcPr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algn="ctr"/>
                          <a:r>
                            <a:rPr lang="en-US" dirty="0"/>
                            <a:t>Median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algn="ctr"/>
                          <a:r>
                            <a:rPr lang="en-US" dirty="0"/>
                            <a:t>Scatter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algn="ctr"/>
                          <a14:m>
                            <m:oMathPara xmlns:m="http://schemas.openxmlformats.org/officeDocument/2006/math">
                              <m:oMathParaPr>
                                <m:jc m:val="centerGroup"/>
                              </m:oMathParaPr>
                              <m:oMath xmlns:m="http://schemas.openxmlformats.org/officeDocument/2006/math">
                                <m:r>
                                  <a:rPr lang="en-US" i="1" smtClean="0">
                                    <a:latin typeface="Cambria Math" panose="02040503050406030204" pitchFamily="18" charset="0"/>
                                    <a:ea typeface="Cambria Math" panose="02040503050406030204" pitchFamily="18" charset="0"/>
                                  </a:rPr>
                                  <m:t>∆</m:t>
                                </m:r>
                                <m:r>
                                  <a:rPr lang="en-US" i="1" smtClean="0">
                                    <a:latin typeface="Cambria Math" panose="02040503050406030204" pitchFamily="18" charset="0"/>
                                    <a:ea typeface="Cambria Math" panose="02040503050406030204" pitchFamily="18" charset="0"/>
                                  </a:rPr>
                                  <m:t>𝝈</m:t>
                                </m:r>
                              </m:oMath>
                            </m:oMathPara>
                          </a14:m>
                          <a:endParaRPr lang="en-US" dirty="0"/>
                        </a:p>
                      </a:txBody>
                      <a:tcPr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103441913"/>
                      </a:ext>
                    </a:extLst>
                  </a:tr>
                  <a:tr h="520225">
                    <a:tc>
                      <a:txBody>
                        <a:bodyPr/>
                        <a:lstStyle/>
                        <a:p>
                          <a:r>
                            <a:rPr lang="en-US" dirty="0"/>
                            <a:t>Uncorrected</a:t>
                          </a: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+0.338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0.198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a:t>
                          </a: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87972192"/>
                      </a:ext>
                    </a:extLst>
                  </a:tr>
                  <a:tr h="701554">
                    <a:tc>
                      <a:txBody>
                        <a:bodyPr/>
                        <a:lstStyle/>
                        <a:p>
                          <a:r>
                            <a:rPr lang="en-US" dirty="0"/>
                            <a:t>Blueshift (Zuo)</a:t>
                          </a: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+0.113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0.148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+0.050</a:t>
                          </a: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90639353"/>
                      </a:ext>
                    </a:extLst>
                  </a:tr>
                  <a:tr h="701554">
                    <a:tc>
                      <a:txBody>
                        <a:bodyPr/>
                        <a:lstStyle/>
                        <a:p>
                          <a:r>
                            <a:rPr lang="en-US" dirty="0"/>
                            <a:t>Asymmetry (Zuo)</a:t>
                          </a: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-0.299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0.137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+0.061</a:t>
                          </a: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11396594"/>
                      </a:ext>
                    </a:extLst>
                  </a:tr>
                  <a:tr h="701554">
                    <a:tc>
                      <a:txBody>
                        <a:bodyPr/>
                        <a:lstStyle/>
                        <a:p>
                          <a:r>
                            <a:rPr lang="en-US" dirty="0"/>
                            <a:t>Blueshift (fitted)</a:t>
                          </a: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+0.012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0.139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+0.060</a:t>
                          </a: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24105266"/>
                      </a:ext>
                    </a:extLst>
                  </a:tr>
                  <a:tr h="701554">
                    <a:tc>
                      <a:txBody>
                        <a:bodyPr/>
                        <a:lstStyle/>
                        <a:p>
                          <a:r>
                            <a:rPr lang="en-US" dirty="0"/>
                            <a:t>Asymmetry (fitted)</a:t>
                          </a: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r>
                            <a:rPr lang="en-US" dirty="0"/>
                            <a:t>-0.000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r>
                            <a:rPr lang="en-US" dirty="0"/>
                            <a:t>0.088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r>
                            <a:rPr lang="en-US" dirty="0"/>
                            <a:t>+0.111</a:t>
                          </a: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3716290924"/>
                      </a:ext>
                    </a:extLst>
                  </a:tr>
                </a:tbl>
              </a:graphicData>
            </a:graphic>
          </p:graphicFrame>
        </mc:Choice>
        <mc:Fallback xmlns="">
          <p:graphicFrame>
            <p:nvGraphicFramePr>
              <p:cNvPr id="4" name="Table 3">
                <a:extLst>
                  <a:ext uri="{FF2B5EF4-FFF2-40B4-BE49-F238E27FC236}">
                    <a16:creationId xmlns:a16="http://schemas.microsoft.com/office/drawing/2014/main" id="{089A6837-EC53-56FE-1D40-694E642F74B1}"/>
                  </a:ext>
                </a:extLst>
              </p:cNvPr>
              <p:cNvGraphicFramePr>
                <a:graphicFrameLocks noGrp="1"/>
              </p:cNvGraphicFramePr>
              <p:nvPr>
                <p:extLst>
                  <p:ext uri="{D42A27DB-BD31-4B8C-83A1-F6EECF244321}">
                    <p14:modId xmlns:p14="http://schemas.microsoft.com/office/powerpoint/2010/main" val="3021583427"/>
                  </p:ext>
                </p:extLst>
              </p:nvPr>
            </p:nvGraphicFramePr>
            <p:xfrm>
              <a:off x="1104900" y="2230394"/>
              <a:ext cx="6934200" cy="3936041"/>
            </p:xfrm>
            <a:graphic>
              <a:graphicData uri="http://schemas.openxmlformats.org/drawingml/2006/table">
                <a:tbl>
                  <a:tblPr firstRow="1" bandRow="1">
                    <a:tableStyleId>{9DCAF9ED-07DC-4A11-8D7F-57B35C25682E}</a:tableStyleId>
                  </a:tblPr>
                  <a:tblGrid>
                    <a:gridCol w="1733550">
                      <a:extLst>
                        <a:ext uri="{9D8B030D-6E8A-4147-A177-3AD203B41FA5}">
                          <a16:colId xmlns:a16="http://schemas.microsoft.com/office/drawing/2014/main" val="3421523036"/>
                        </a:ext>
                      </a:extLst>
                    </a:gridCol>
                    <a:gridCol w="1733550">
                      <a:extLst>
                        <a:ext uri="{9D8B030D-6E8A-4147-A177-3AD203B41FA5}">
                          <a16:colId xmlns:a16="http://schemas.microsoft.com/office/drawing/2014/main" val="2643247143"/>
                        </a:ext>
                      </a:extLst>
                    </a:gridCol>
                    <a:gridCol w="1733550">
                      <a:extLst>
                        <a:ext uri="{9D8B030D-6E8A-4147-A177-3AD203B41FA5}">
                          <a16:colId xmlns:a16="http://schemas.microsoft.com/office/drawing/2014/main" val="3433552844"/>
                        </a:ext>
                      </a:extLst>
                    </a:gridCol>
                    <a:gridCol w="1733550">
                      <a:extLst>
                        <a:ext uri="{9D8B030D-6E8A-4147-A177-3AD203B41FA5}">
                          <a16:colId xmlns:a16="http://schemas.microsoft.com/office/drawing/2014/main" val="88567429"/>
                        </a:ext>
                      </a:extLst>
                    </a:gridCol>
                  </a:tblGrid>
                  <a:tr h="609600">
                    <a:tc>
                      <a:txBody>
                        <a:bodyPr/>
                        <a:lstStyle/>
                        <a:p>
                          <a:pPr algn="ctr"/>
                          <a:r>
                            <a:rPr lang="en-US" dirty="0"/>
                            <a:t>Correction</a:t>
                          </a:r>
                        </a:p>
                      </a:txBody>
                      <a:tcPr anchor="ctr">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algn="ctr"/>
                          <a:r>
                            <a:rPr lang="en-US" dirty="0"/>
                            <a:t>Median</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pPr algn="ctr"/>
                          <a:r>
                            <a:rPr lang="en-US" dirty="0"/>
                            <a:t>Scatter</a:t>
                          </a:r>
                        </a:p>
                      </a:txBody>
                      <a:tcPr anchor="ct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B w="12700" cap="flat" cmpd="sng" algn="ctr">
                          <a:solidFill>
                            <a:schemeClr val="tx1"/>
                          </a:solidFill>
                          <a:prstDash val="solid"/>
                          <a:round/>
                          <a:headEnd type="none" w="med" len="med"/>
                          <a:tailEnd type="none" w="med" len="med"/>
                        </a:lnB>
                      </a:tcPr>
                    </a:tc>
                    <a:tc>
                      <a:txBody>
                        <a:bodyPr/>
                        <a:lstStyle/>
                        <a:p>
                          <a:endParaRPr lang="en-US"/>
                        </a:p>
                      </a:txBody>
                      <a:tcPr anchor="ctr">
                        <a:lnL w="12700" cap="flat" cmpd="sng" algn="ctr">
                          <a:solidFill>
                            <a:schemeClr val="tx1"/>
                          </a:solidFill>
                          <a:prstDash val="solid"/>
                          <a:round/>
                          <a:headEnd type="none" w="med" len="med"/>
                          <a:tailEnd type="none" w="med" len="med"/>
                        </a:lnL>
                        <a:lnB w="12700" cap="flat" cmpd="sng" algn="ctr">
                          <a:solidFill>
                            <a:schemeClr val="tx1"/>
                          </a:solidFill>
                          <a:prstDash val="solid"/>
                          <a:round/>
                          <a:headEnd type="none" w="med" len="med"/>
                          <a:tailEnd type="none" w="med" len="med"/>
                        </a:lnB>
                        <a:blipFill>
                          <a:blip r:embed="rId3"/>
                          <a:stretch>
                            <a:fillRect l="-302206" t="-2083" r="-1471" b="-554167"/>
                          </a:stretch>
                        </a:blipFill>
                      </a:tcPr>
                    </a:tc>
                    <a:extLst>
                      <a:ext uri="{0D108BD9-81ED-4DB2-BD59-A6C34878D82A}">
                        <a16:rowId xmlns:a16="http://schemas.microsoft.com/office/drawing/2014/main" val="2103441913"/>
                      </a:ext>
                    </a:extLst>
                  </a:tr>
                  <a:tr h="520225">
                    <a:tc>
                      <a:txBody>
                        <a:bodyPr/>
                        <a:lstStyle/>
                        <a:p>
                          <a:r>
                            <a:rPr lang="en-US" dirty="0"/>
                            <a:t>Uncorrected</a:t>
                          </a: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+0.338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0.198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a:t>
                          </a: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87972192"/>
                      </a:ext>
                    </a:extLst>
                  </a:tr>
                  <a:tr h="701554">
                    <a:tc>
                      <a:txBody>
                        <a:bodyPr/>
                        <a:lstStyle/>
                        <a:p>
                          <a:r>
                            <a:rPr lang="en-US" dirty="0"/>
                            <a:t>Blueshift (Zuo)</a:t>
                          </a: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+0.113</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0.148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+0.050</a:t>
                          </a: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90639353"/>
                      </a:ext>
                    </a:extLst>
                  </a:tr>
                  <a:tr h="701554">
                    <a:tc>
                      <a:txBody>
                        <a:bodyPr/>
                        <a:lstStyle/>
                        <a:p>
                          <a:r>
                            <a:rPr lang="en-US" dirty="0"/>
                            <a:t>Asymmetry (Zuo)</a:t>
                          </a: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-0.299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0.137</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+0.061</a:t>
                          </a: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11396594"/>
                      </a:ext>
                    </a:extLst>
                  </a:tr>
                  <a:tr h="701554">
                    <a:tc>
                      <a:txBody>
                        <a:bodyPr/>
                        <a:lstStyle/>
                        <a:p>
                          <a:r>
                            <a:rPr lang="en-US" dirty="0"/>
                            <a:t>Blueshift (fitted)</a:t>
                          </a: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+0.012</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0.139</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+0.060</a:t>
                          </a: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524105266"/>
                      </a:ext>
                    </a:extLst>
                  </a:tr>
                  <a:tr h="701554">
                    <a:tc>
                      <a:txBody>
                        <a:bodyPr/>
                        <a:lstStyle/>
                        <a:p>
                          <a:r>
                            <a:rPr lang="en-US" dirty="0"/>
                            <a:t>Asymmetry (fitted)</a:t>
                          </a:r>
                        </a:p>
                      </a:txBody>
                      <a:tcPr>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r>
                            <a:rPr lang="en-US" dirty="0"/>
                            <a:t>-0.000</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r>
                            <a:rPr lang="en-US" dirty="0"/>
                            <a:t>0.088</a:t>
                          </a:r>
                        </a:p>
                      </a:txBody>
                      <a:tcPr>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tcPr>
                    </a:tc>
                    <a:tc>
                      <a:txBody>
                        <a:bodyPr/>
                        <a:lstStyle/>
                        <a:p>
                          <a:r>
                            <a:rPr lang="en-US" dirty="0"/>
                            <a:t>+0.111</a:t>
                          </a:r>
                        </a:p>
                      </a:txBody>
                      <a:tcPr>
                        <a:lnL w="12700" cap="flat" cmpd="sng" algn="ctr">
                          <a:solidFill>
                            <a:schemeClr val="tx1"/>
                          </a:solidFill>
                          <a:prstDash val="solid"/>
                          <a:round/>
                          <a:headEnd type="none" w="med" len="med"/>
                          <a:tailEnd type="none" w="med" len="med"/>
                        </a:lnL>
                        <a:lnT w="12700" cap="flat" cmpd="sng" algn="ctr">
                          <a:solidFill>
                            <a:schemeClr val="tx1"/>
                          </a:solidFill>
                          <a:prstDash val="solid"/>
                          <a:round/>
                          <a:headEnd type="none" w="med" len="med"/>
                          <a:tailEnd type="none" w="med" len="med"/>
                        </a:lnT>
                      </a:tcPr>
                    </a:tc>
                    <a:extLst>
                      <a:ext uri="{0D108BD9-81ED-4DB2-BD59-A6C34878D82A}">
                        <a16:rowId xmlns:a16="http://schemas.microsoft.com/office/drawing/2014/main" val="3716290924"/>
                      </a:ext>
                    </a:extLst>
                  </a:tr>
                </a:tbl>
              </a:graphicData>
            </a:graphic>
          </p:graphicFrame>
        </mc:Fallback>
      </mc:AlternateContent>
      <mc:AlternateContent xmlns:mc="http://schemas.openxmlformats.org/markup-compatibility/2006">
        <mc:Choice xmlns:a14="http://schemas.microsoft.com/office/drawing/2010/main" Requires="a14">
          <p:sp>
            <p:nvSpPr>
              <p:cNvPr id="5" name="TextBox 4">
                <a:extLst>
                  <a:ext uri="{FF2B5EF4-FFF2-40B4-BE49-F238E27FC236}">
                    <a16:creationId xmlns:a16="http://schemas.microsoft.com/office/drawing/2014/main" id="{88241940-BF4F-C31D-1D25-6D0437927852}"/>
                  </a:ext>
                </a:extLst>
              </p:cNvPr>
              <p:cNvSpPr txBox="1"/>
              <p:nvPr/>
            </p:nvSpPr>
            <p:spPr>
              <a:xfrm>
                <a:off x="1371600" y="533400"/>
                <a:ext cx="3676793" cy="476726"/>
              </a:xfrm>
              <a:prstGeom prst="roundRect">
                <a:avLst/>
              </a:prstGeom>
              <a:noFill/>
              <a:ln w="28575">
                <a:solidFill>
                  <a:schemeClr val="accent2"/>
                </a:solidFill>
              </a:ln>
            </p:spPr>
            <p:txBody>
              <a:bodyPr wrap="none" lIns="91440" tIns="91440" rIns="91440" bIns="91440" rtlCol="0">
                <a:spAutoFit/>
              </a:bodyPr>
              <a:lstStyle/>
              <a:p>
                <a:pPr/>
                <a14:m>
                  <m:oMathPara xmlns:m="http://schemas.openxmlformats.org/officeDocument/2006/math">
                    <m:oMathParaPr>
                      <m:jc m:val="centerGroup"/>
                    </m:oMathParaPr>
                    <m:oMath xmlns:m="http://schemas.openxmlformats.org/officeDocument/2006/math">
                      <m:r>
                        <m:rPr>
                          <m:sty m:val="p"/>
                        </m:rPr>
                        <a:rPr lang="en-US" sz="1600" b="0" i="1" smtClean="0">
                          <a:latin typeface="Cambria Math" panose="02040503050406030204" pitchFamily="18" charset="0"/>
                        </a:rPr>
                        <m:t>FWHM</m:t>
                      </m:r>
                      <m:r>
                        <m:rPr>
                          <m:sty m:val="p"/>
                        </m:rPr>
                        <a:rPr lang="en-US" sz="1600" b="0" i="1" baseline="-25000" smtClean="0">
                          <a:latin typeface="Cambria Math" panose="02040503050406030204" pitchFamily="18" charset="0"/>
                        </a:rPr>
                        <m:t>C</m:t>
                      </m:r>
                      <m:r>
                        <a:rPr lang="en-US" sz="1600" b="0" i="1" baseline="-25000" smtClean="0">
                          <a:latin typeface="Cambria Math" panose="02040503050406030204" pitchFamily="18" charset="0"/>
                        </a:rPr>
                        <m:t> </m:t>
                      </m:r>
                      <m:r>
                        <m:rPr>
                          <m:sty m:val="p"/>
                        </m:rPr>
                        <a:rPr lang="en-US" sz="1600" b="0" i="1" baseline="-25000" smtClean="0">
                          <a:latin typeface="Cambria Math" panose="02040503050406030204" pitchFamily="18" charset="0"/>
                        </a:rPr>
                        <m:t>IV</m:t>
                      </m:r>
                      <m:r>
                        <a:rPr lang="en-US" sz="1600" b="0" i="1" smtClean="0">
                          <a:latin typeface="Cambria Math" panose="02040503050406030204" pitchFamily="18" charset="0"/>
                        </a:rPr>
                        <m:t>/(</m:t>
                      </m:r>
                      <m:r>
                        <a:rPr lang="en-US" sz="1600" i="1">
                          <a:latin typeface="Cambria Math" panose="02040503050406030204" pitchFamily="18" charset="0"/>
                          <a:ea typeface="Cambria Math" panose="02040503050406030204" pitchFamily="18" charset="0"/>
                        </a:rPr>
                        <m:t>𝛼</m:t>
                      </m:r>
                      <m:r>
                        <a:rPr lang="en-US" sz="1600" i="1">
                          <a:latin typeface="Cambria Math" panose="02040503050406030204" pitchFamily="18" charset="0"/>
                          <a:ea typeface="Cambria Math" panose="02040503050406030204" pitchFamily="18" charset="0"/>
                        </a:rPr>
                        <m:t>+</m:t>
                      </m:r>
                      <m:r>
                        <a:rPr lang="en-US" sz="1600" i="1">
                          <a:latin typeface="Cambria Math" panose="02040503050406030204" pitchFamily="18" charset="0"/>
                          <a:ea typeface="Cambria Math" panose="02040503050406030204" pitchFamily="18" charset="0"/>
                        </a:rPr>
                        <m:t>𝛽</m:t>
                      </m:r>
                      <m:r>
                        <a:rPr lang="en-US" sz="1600" b="0" i="1" smtClean="0">
                          <a:latin typeface="Cambria Math" panose="02040503050406030204" pitchFamily="18" charset="0"/>
                          <a:ea typeface="Cambria Math" panose="02040503050406030204" pitchFamily="18" charset="0"/>
                        </a:rPr>
                        <m:t> (∆</m:t>
                      </m:r>
                      <m:r>
                        <m:rPr>
                          <m:sty m:val="p"/>
                        </m:rPr>
                        <a:rPr lang="en-US" sz="1600" b="0" i="1" smtClean="0">
                          <a:latin typeface="Cambria Math" panose="02040503050406030204" pitchFamily="18" charset="0"/>
                          <a:ea typeface="Cambria Math" panose="02040503050406030204" pitchFamily="18" charset="0"/>
                        </a:rPr>
                        <m:t>V</m:t>
                      </m:r>
                      <m:r>
                        <a:rPr lang="en-US" sz="1600" b="0" i="1" smtClean="0">
                          <a:latin typeface="Cambria Math" panose="02040503050406030204" pitchFamily="18" charset="0"/>
                          <a:ea typeface="Cambria Math" panose="02040503050406030204" pitchFamily="18" charset="0"/>
                        </a:rPr>
                        <m:t>/1000 </m:t>
                      </m:r>
                      <m:r>
                        <m:rPr>
                          <m:sty m:val="p"/>
                        </m:rPr>
                        <a:rPr lang="en-US" sz="1600" b="0" i="1" smtClean="0">
                          <a:latin typeface="Cambria Math" panose="02040503050406030204" pitchFamily="18" charset="0"/>
                          <a:ea typeface="Cambria Math" panose="02040503050406030204" pitchFamily="18" charset="0"/>
                        </a:rPr>
                        <m:t>km</m:t>
                      </m:r>
                      <m:r>
                        <a:rPr lang="en-US" sz="1600" b="0" i="1" smtClean="0">
                          <a:latin typeface="Cambria Math" panose="02040503050406030204" pitchFamily="18" charset="0"/>
                          <a:ea typeface="Cambria Math" panose="02040503050406030204" pitchFamily="18" charset="0"/>
                        </a:rPr>
                        <m:t> </m:t>
                      </m:r>
                      <m:r>
                        <m:rPr>
                          <m:sty m:val="p"/>
                        </m:rPr>
                        <a:rPr lang="en-US" sz="1600" b="0" i="1" smtClean="0">
                          <a:latin typeface="Cambria Math" panose="02040503050406030204" pitchFamily="18" charset="0"/>
                          <a:ea typeface="Cambria Math" panose="02040503050406030204" pitchFamily="18" charset="0"/>
                        </a:rPr>
                        <m:t>s</m:t>
                      </m:r>
                      <m:r>
                        <a:rPr lang="en-US" sz="1600" b="0" i="1" baseline="30000" smtClean="0">
                          <a:latin typeface="Cambria Math" panose="02040503050406030204" pitchFamily="18" charset="0"/>
                          <a:ea typeface="Cambria Math" panose="02040503050406030204" pitchFamily="18" charset="0"/>
                        </a:rPr>
                        <m:t>−1</m:t>
                      </m:r>
                      <m:r>
                        <a:rPr lang="en-US" sz="1600" b="0" i="1" smtClean="0">
                          <a:latin typeface="Cambria Math" panose="02040503050406030204" pitchFamily="18" charset="0"/>
                          <a:ea typeface="Cambria Math" panose="02040503050406030204" pitchFamily="18" charset="0"/>
                        </a:rPr>
                        <m:t>))</m:t>
                      </m:r>
                    </m:oMath>
                  </m:oMathPara>
                </a14:m>
                <a:endParaRPr lang="en-US" sz="1600" dirty="0"/>
              </a:p>
            </p:txBody>
          </p:sp>
        </mc:Choice>
        <mc:Fallback>
          <p:sp>
            <p:nvSpPr>
              <p:cNvPr id="5" name="TextBox 4">
                <a:extLst>
                  <a:ext uri="{FF2B5EF4-FFF2-40B4-BE49-F238E27FC236}">
                    <a16:creationId xmlns:a16="http://schemas.microsoft.com/office/drawing/2014/main" id="{88241940-BF4F-C31D-1D25-6D0437927852}"/>
                  </a:ext>
                </a:extLst>
              </p:cNvPr>
              <p:cNvSpPr txBox="1">
                <a:spLocks noRot="1" noChangeAspect="1" noMove="1" noResize="1" noEditPoints="1" noAdjustHandles="1" noChangeArrowheads="1" noChangeShapeType="1" noTextEdit="1"/>
              </p:cNvSpPr>
              <p:nvPr/>
            </p:nvSpPr>
            <p:spPr>
              <a:xfrm>
                <a:off x="1371600" y="533400"/>
                <a:ext cx="3676793" cy="476726"/>
              </a:xfrm>
              <a:prstGeom prst="roundRect">
                <a:avLst/>
              </a:prstGeom>
              <a:blipFill>
                <a:blip r:embed="rId4"/>
                <a:stretch>
                  <a:fillRect/>
                </a:stretch>
              </a:blipFill>
              <a:ln w="28575">
                <a:solidFill>
                  <a:schemeClr val="accent2"/>
                </a:solidFill>
              </a:ln>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9" name="TextBox 8">
                <a:extLst>
                  <a:ext uri="{FF2B5EF4-FFF2-40B4-BE49-F238E27FC236}">
                    <a16:creationId xmlns:a16="http://schemas.microsoft.com/office/drawing/2014/main" id="{7672E472-362F-BAF3-8C69-783E758ED096}"/>
                  </a:ext>
                </a:extLst>
              </p:cNvPr>
              <p:cNvSpPr txBox="1"/>
              <p:nvPr/>
            </p:nvSpPr>
            <p:spPr>
              <a:xfrm>
                <a:off x="1371600" y="1128194"/>
                <a:ext cx="2388656" cy="476726"/>
              </a:xfrm>
              <a:prstGeom prst="roundRect">
                <a:avLst/>
              </a:prstGeom>
              <a:noFill/>
              <a:ln w="28575">
                <a:solidFill>
                  <a:schemeClr val="accent2"/>
                </a:solidFill>
              </a:ln>
            </p:spPr>
            <p:txBody>
              <a:bodyPr wrap="none" lIns="91440" tIns="91440" rIns="91440" bIns="91440" rtlCol="0">
                <a:spAutoFit/>
              </a:bodyPr>
              <a:lstStyle/>
              <a:p>
                <a:pPr/>
                <a14:m>
                  <m:oMathPara xmlns:m="http://schemas.openxmlformats.org/officeDocument/2006/math">
                    <m:oMathParaPr>
                      <m:jc m:val="centerGroup"/>
                    </m:oMathParaPr>
                    <m:oMath xmlns:m="http://schemas.openxmlformats.org/officeDocument/2006/math">
                      <m:r>
                        <m:rPr>
                          <m:sty m:val="p"/>
                        </m:rPr>
                        <a:rPr lang="en-US" sz="1600" b="0" i="1" smtClean="0">
                          <a:latin typeface="Cambria Math" panose="02040503050406030204" pitchFamily="18" charset="0"/>
                        </a:rPr>
                        <m:t>FWHM</m:t>
                      </m:r>
                      <m:r>
                        <m:rPr>
                          <m:sty m:val="p"/>
                        </m:rPr>
                        <a:rPr lang="en-US" sz="1600" b="0" i="1" baseline="-25000" smtClean="0">
                          <a:latin typeface="Cambria Math" panose="02040503050406030204" pitchFamily="18" charset="0"/>
                        </a:rPr>
                        <m:t>C</m:t>
                      </m:r>
                      <m:r>
                        <a:rPr lang="en-US" sz="1600" b="0" i="1" baseline="-25000" smtClean="0">
                          <a:latin typeface="Cambria Math" panose="02040503050406030204" pitchFamily="18" charset="0"/>
                        </a:rPr>
                        <m:t> </m:t>
                      </m:r>
                      <m:r>
                        <m:rPr>
                          <m:sty m:val="p"/>
                        </m:rPr>
                        <a:rPr lang="en-US" sz="1600" b="0" i="1" baseline="-25000" smtClean="0">
                          <a:latin typeface="Cambria Math" panose="02040503050406030204" pitchFamily="18" charset="0"/>
                        </a:rPr>
                        <m:t>IV</m:t>
                      </m:r>
                      <m:r>
                        <a:rPr lang="en-US" sz="1600" b="0" i="1" smtClean="0">
                          <a:latin typeface="Cambria Math" panose="02040503050406030204" pitchFamily="18" charset="0"/>
                        </a:rPr>
                        <m:t>/(</m:t>
                      </m:r>
                      <m:r>
                        <a:rPr lang="en-US" sz="1600" i="1">
                          <a:latin typeface="Cambria Math" panose="02040503050406030204" pitchFamily="18" charset="0"/>
                          <a:ea typeface="Cambria Math" panose="02040503050406030204" pitchFamily="18" charset="0"/>
                        </a:rPr>
                        <m:t>𝛼</m:t>
                      </m:r>
                      <m:r>
                        <a:rPr lang="en-US" sz="1600" i="1">
                          <a:latin typeface="Cambria Math" panose="02040503050406030204" pitchFamily="18" charset="0"/>
                          <a:ea typeface="Cambria Math" panose="02040503050406030204" pitchFamily="18" charset="0"/>
                        </a:rPr>
                        <m:t>+</m:t>
                      </m:r>
                      <m:r>
                        <a:rPr lang="en-US" sz="1600" i="1">
                          <a:latin typeface="Cambria Math" panose="02040503050406030204" pitchFamily="18" charset="0"/>
                          <a:ea typeface="Cambria Math" panose="02040503050406030204" pitchFamily="18" charset="0"/>
                        </a:rPr>
                        <m:t>𝛽</m:t>
                      </m:r>
                      <m:r>
                        <a:rPr lang="en-US" sz="1600" b="0" i="1" smtClean="0">
                          <a:latin typeface="Cambria Math" panose="02040503050406030204" pitchFamily="18" charset="0"/>
                          <a:ea typeface="Cambria Math" panose="02040503050406030204" pitchFamily="18" charset="0"/>
                        </a:rPr>
                        <m:t> </m:t>
                      </m:r>
                      <m:r>
                        <m:rPr>
                          <m:sty m:val="p"/>
                        </m:rPr>
                        <a:rPr lang="en-US" sz="1600" b="0" i="1" smtClean="0">
                          <a:latin typeface="Cambria Math" panose="02040503050406030204" pitchFamily="18" charset="0"/>
                          <a:ea typeface="Cambria Math" panose="02040503050406030204" pitchFamily="18" charset="0"/>
                        </a:rPr>
                        <m:t>ASC</m:t>
                      </m:r>
                      <m:r>
                        <a:rPr lang="en-US" sz="1600" b="0" i="1" baseline="-25000" smtClean="0">
                          <a:latin typeface="Cambria Math" panose="02040503050406030204" pitchFamily="18" charset="0"/>
                          <a:ea typeface="Cambria Math" panose="02040503050406030204" pitchFamily="18" charset="0"/>
                        </a:rPr>
                        <m:t> </m:t>
                      </m:r>
                      <m:r>
                        <m:rPr>
                          <m:sty m:val="p"/>
                        </m:rPr>
                        <a:rPr lang="en-US" sz="1600" b="0" i="1" baseline="-25000" smtClean="0">
                          <a:latin typeface="Cambria Math" panose="02040503050406030204" pitchFamily="18" charset="0"/>
                          <a:ea typeface="Cambria Math" panose="02040503050406030204" pitchFamily="18" charset="0"/>
                        </a:rPr>
                        <m:t>IV</m:t>
                      </m:r>
                      <m:r>
                        <a:rPr lang="en-US" sz="1600" b="0" i="1" smtClean="0">
                          <a:latin typeface="Cambria Math" panose="02040503050406030204" pitchFamily="18" charset="0"/>
                          <a:ea typeface="Cambria Math" panose="02040503050406030204" pitchFamily="18" charset="0"/>
                        </a:rPr>
                        <m:t>)</m:t>
                      </m:r>
                    </m:oMath>
                  </m:oMathPara>
                </a14:m>
                <a:endParaRPr lang="en-US" sz="1600" dirty="0"/>
              </a:p>
            </p:txBody>
          </p:sp>
        </mc:Choice>
        <mc:Fallback>
          <p:sp>
            <p:nvSpPr>
              <p:cNvPr id="9" name="TextBox 8">
                <a:extLst>
                  <a:ext uri="{FF2B5EF4-FFF2-40B4-BE49-F238E27FC236}">
                    <a16:creationId xmlns:a16="http://schemas.microsoft.com/office/drawing/2014/main" id="{7672E472-362F-BAF3-8C69-783E758ED096}"/>
                  </a:ext>
                </a:extLst>
              </p:cNvPr>
              <p:cNvSpPr txBox="1">
                <a:spLocks noRot="1" noChangeAspect="1" noMove="1" noResize="1" noEditPoints="1" noAdjustHandles="1" noChangeArrowheads="1" noChangeShapeType="1" noTextEdit="1"/>
              </p:cNvSpPr>
              <p:nvPr/>
            </p:nvSpPr>
            <p:spPr>
              <a:xfrm>
                <a:off x="1371600" y="1128194"/>
                <a:ext cx="2388656" cy="476726"/>
              </a:xfrm>
              <a:prstGeom prst="roundRect">
                <a:avLst/>
              </a:prstGeom>
              <a:blipFill>
                <a:blip r:embed="rId5"/>
                <a:stretch>
                  <a:fillRect b="-2439"/>
                </a:stretch>
              </a:blipFill>
              <a:ln w="28575">
                <a:solidFill>
                  <a:schemeClr val="accent2"/>
                </a:solidFill>
              </a:ln>
            </p:spPr>
            <p:txBody>
              <a:bodyPr/>
              <a:lstStyle/>
              <a:p>
                <a:r>
                  <a:rPr lang="en-US">
                    <a:noFill/>
                  </a:rPr>
                  <a:t> </a:t>
                </a:r>
              </a:p>
            </p:txBody>
          </p:sp>
        </mc:Fallback>
      </mc:AlternateContent>
      <p:sp>
        <p:nvSpPr>
          <p:cNvPr id="10" name="TextBox 9">
            <a:extLst>
              <a:ext uri="{FF2B5EF4-FFF2-40B4-BE49-F238E27FC236}">
                <a16:creationId xmlns:a16="http://schemas.microsoft.com/office/drawing/2014/main" id="{8036DA96-EFD4-B4ED-A461-DCE34FCF950D}"/>
              </a:ext>
            </a:extLst>
          </p:cNvPr>
          <p:cNvSpPr txBox="1"/>
          <p:nvPr/>
        </p:nvSpPr>
        <p:spPr>
          <a:xfrm>
            <a:off x="0" y="678118"/>
            <a:ext cx="1239371" cy="646331"/>
          </a:xfrm>
          <a:prstGeom prst="rect">
            <a:avLst/>
          </a:prstGeom>
          <a:noFill/>
        </p:spPr>
        <p:txBody>
          <a:bodyPr wrap="square" rtlCol="0">
            <a:spAutoFit/>
          </a:bodyPr>
          <a:lstStyle/>
          <a:p>
            <a:pPr algn="ctr"/>
            <a:r>
              <a:rPr lang="en-US" dirty="0"/>
              <a:t>FWHM Correction</a:t>
            </a:r>
          </a:p>
        </p:txBody>
      </p:sp>
    </p:spTree>
    <p:extLst>
      <p:ext uri="{BB962C8B-B14F-4D97-AF65-F5344CB8AC3E}">
        <p14:creationId xmlns:p14="http://schemas.microsoft.com/office/powerpoint/2010/main" val="115312374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a:extLst>
              <a:ext uri="{FF2B5EF4-FFF2-40B4-BE49-F238E27FC236}">
                <a16:creationId xmlns:a16="http://schemas.microsoft.com/office/drawing/2014/main" id="{9891D448-15EB-0AA3-68D5-62686C9D37C5}"/>
              </a:ext>
            </a:extLst>
          </p:cNvPr>
          <p:cNvSpPr txBox="1">
            <a:spLocks noGrp="1" noRot="1" noMove="1" noResize="1" noEditPoints="1" noAdjustHandles="1" noChangeArrowheads="1" noChangeShapeType="1"/>
          </p:cNvSpPr>
          <p:nvPr/>
        </p:nvSpPr>
        <p:spPr>
          <a:xfrm>
            <a:off x="0" y="5638800"/>
            <a:ext cx="9144000" cy="1239430"/>
          </a:xfrm>
          <a:prstGeom prst="rect">
            <a:avLst/>
          </a:prstGeom>
          <a:solidFill>
            <a:schemeClr val="bg1"/>
          </a:solidFill>
        </p:spPr>
        <p:txBody>
          <a:bodyPr wrap="square" rtlCol="0">
            <a:spAutoFit/>
          </a:bodyPr>
          <a:lstStyle/>
          <a:p>
            <a:endParaRPr lang="en-US"/>
          </a:p>
        </p:txBody>
      </p:sp>
      <p:sp>
        <p:nvSpPr>
          <p:cNvPr id="43010" name="Rectangle 2"/>
          <p:cNvSpPr>
            <a:spLocks noGrp="1" noChangeArrowheads="1"/>
          </p:cNvSpPr>
          <p:nvPr>
            <p:ph type="title"/>
          </p:nvPr>
        </p:nvSpPr>
        <p:spPr>
          <a:xfrm>
            <a:off x="457200" y="274638"/>
            <a:ext cx="8229600" cy="1143000"/>
          </a:xfrm>
        </p:spPr>
        <p:txBody>
          <a:bodyPr/>
          <a:lstStyle/>
          <a:p>
            <a:pPr eaLnBrk="1" hangingPunct="1"/>
            <a:r>
              <a:rPr lang="en-US" sz="4000" b="1" dirty="0"/>
              <a:t>Conclusions &amp; Next Steps</a:t>
            </a:r>
          </a:p>
        </p:txBody>
      </p:sp>
      <p:sp>
        <p:nvSpPr>
          <p:cNvPr id="43011" name="Rectangle 3"/>
          <p:cNvSpPr>
            <a:spLocks noGrp="1" noChangeArrowheads="1"/>
          </p:cNvSpPr>
          <p:nvPr>
            <p:ph type="body" idx="1"/>
          </p:nvPr>
        </p:nvSpPr>
        <p:spPr>
          <a:xfrm>
            <a:off x="457200" y="1341438"/>
            <a:ext cx="8229600" cy="1938377"/>
          </a:xfrm>
        </p:spPr>
        <p:txBody>
          <a:bodyPr/>
          <a:lstStyle/>
          <a:p>
            <a:pPr eaLnBrk="1" hangingPunct="1"/>
            <a:r>
              <a:rPr lang="en-US" sz="2600" dirty="0">
                <a:ea typeface="+mn-lt"/>
                <a:cs typeface="+mn-lt"/>
              </a:rPr>
              <a:t>Corrected C IV better isolates gravitational motion </a:t>
            </a:r>
            <a:endParaRPr lang="en-US" dirty="0">
              <a:ea typeface="+mn-lt"/>
              <a:cs typeface="+mn-lt"/>
            </a:endParaRPr>
          </a:p>
          <a:p>
            <a:r>
              <a:rPr lang="en-US" sz="2600" dirty="0">
                <a:ea typeface="+mn-lt"/>
                <a:cs typeface="+mn-lt"/>
              </a:rPr>
              <a:t>Agreement with Hβ improves after correction</a:t>
            </a:r>
            <a:endParaRPr lang="en-US" dirty="0"/>
          </a:p>
          <a:p>
            <a:pPr eaLnBrk="1" hangingPunct="1">
              <a:lnSpc>
                <a:spcPct val="90000"/>
              </a:lnSpc>
            </a:pPr>
            <a:r>
              <a:rPr lang="en-US" sz="2600" dirty="0">
                <a:cs typeface="Arial"/>
              </a:rPr>
              <a:t>Use mass estimation technique to compare multiple populations</a:t>
            </a:r>
          </a:p>
        </p:txBody>
      </p:sp>
      <p:pic>
        <p:nvPicPr>
          <p:cNvPr id="4" name="Picture 3">
            <a:extLst>
              <a:ext uri="{FF2B5EF4-FFF2-40B4-BE49-F238E27FC236}">
                <a16:creationId xmlns:a16="http://schemas.microsoft.com/office/drawing/2014/main" id="{32DF8489-F1BD-FDD7-16B3-320BC31865A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736480" y="4584160"/>
            <a:ext cx="2065338" cy="2065338"/>
          </a:xfrm>
          <a:prstGeom prst="rect">
            <a:avLst/>
          </a:prstGeom>
        </p:spPr>
      </p:pic>
      <p:pic>
        <p:nvPicPr>
          <p:cNvPr id="6" name="Picture 5">
            <a:extLst>
              <a:ext uri="{FF2B5EF4-FFF2-40B4-BE49-F238E27FC236}">
                <a16:creationId xmlns:a16="http://schemas.microsoft.com/office/drawing/2014/main" id="{4F81F0F8-7A41-2844-786E-441CA978B018}"/>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rot="21416409">
            <a:off x="190269" y="3864398"/>
            <a:ext cx="3355942" cy="2516136"/>
          </a:xfrm>
          <a:prstGeom prst="rect">
            <a:avLst/>
          </a:prstGeom>
        </p:spPr>
      </p:pic>
      <p:pic>
        <p:nvPicPr>
          <p:cNvPr id="9" name="Picture 8">
            <a:extLst>
              <a:ext uri="{FF2B5EF4-FFF2-40B4-BE49-F238E27FC236}">
                <a16:creationId xmlns:a16="http://schemas.microsoft.com/office/drawing/2014/main" id="{351F57BF-96C8-BA66-AA31-95CF9965F11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rot="1362398">
            <a:off x="4650021" y="3624887"/>
            <a:ext cx="4510822" cy="2537014"/>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Rectangle 2"/>
          <p:cNvSpPr>
            <a:spLocks noGrp="1" noChangeArrowheads="1"/>
          </p:cNvSpPr>
          <p:nvPr>
            <p:ph type="title"/>
          </p:nvPr>
        </p:nvSpPr>
        <p:spPr>
          <a:xfrm>
            <a:off x="457200" y="274638"/>
            <a:ext cx="8229600" cy="1143000"/>
          </a:xfrm>
        </p:spPr>
        <p:txBody>
          <a:bodyPr/>
          <a:lstStyle/>
          <a:p>
            <a:pPr eaLnBrk="1" hangingPunct="1"/>
            <a:r>
              <a:rPr lang="en-US" sz="4000" b="1" dirty="0"/>
              <a:t>Acknowledgements</a:t>
            </a:r>
          </a:p>
        </p:txBody>
      </p:sp>
      <p:sp>
        <p:nvSpPr>
          <p:cNvPr id="44035" name="Rectangle 3"/>
          <p:cNvSpPr>
            <a:spLocks noGrp="1" noChangeArrowheads="1"/>
          </p:cNvSpPr>
          <p:nvPr>
            <p:ph type="body" idx="1"/>
          </p:nvPr>
        </p:nvSpPr>
        <p:spPr>
          <a:xfrm>
            <a:off x="457200" y="1295400"/>
            <a:ext cx="8229600" cy="5334000"/>
          </a:xfrm>
        </p:spPr>
        <p:txBody>
          <a:bodyPr/>
          <a:lstStyle/>
          <a:p>
            <a:pPr eaLnBrk="1" hangingPunct="1"/>
            <a:r>
              <a:rPr lang="en-US" sz="2800" dirty="0"/>
              <a:t>Thank you to my advisors and mentors, Dr. Richard Green and Dr. Weizhe Liu, for their continued support through this project. Their </a:t>
            </a:r>
            <a:r>
              <a:rPr lang="en-US" sz="2800"/>
              <a:t>patience and guidance have been essential.</a:t>
            </a:r>
          </a:p>
          <a:p>
            <a:pPr eaLnBrk="1" hangingPunct="1"/>
            <a:r>
              <a:rPr lang="en-US" sz="2800" dirty="0"/>
              <a:t>This research has been funded in part through </a:t>
            </a:r>
          </a:p>
          <a:p>
            <a:pPr lvl="1" eaLnBrk="1" hangingPunct="1"/>
            <a:r>
              <a:rPr lang="en-US" sz="2400" dirty="0"/>
              <a:t>Arizona NASA Space Grant Consortium, Cooperative Agreement 80NSSC25M7084 </a:t>
            </a:r>
          </a:p>
          <a:p>
            <a:pPr lvl="1" eaLnBrk="1" hangingPunct="1"/>
            <a:r>
              <a:rPr lang="en-US" sz="2400" dirty="0"/>
              <a:t>University of Arizona W. A. Franke Honors College Exploratory Mini-Grant</a:t>
            </a:r>
          </a:p>
          <a:p>
            <a:pPr lvl="1" eaLnBrk="1" hangingPunct="1"/>
            <a:r>
              <a:rPr lang="en-US" sz="2400" dirty="0"/>
              <a:t>Generous donation from Mike Kaiserman</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0" name="Rectangle 2"/>
          <p:cNvSpPr>
            <a:spLocks noGrp="1" noChangeArrowheads="1"/>
          </p:cNvSpPr>
          <p:nvPr>
            <p:ph type="ctrTitle"/>
          </p:nvPr>
        </p:nvSpPr>
        <p:spPr>
          <a:xfrm>
            <a:off x="636020" y="3911462"/>
            <a:ext cx="7772400" cy="1470025"/>
          </a:xfrm>
        </p:spPr>
        <p:txBody>
          <a:bodyPr/>
          <a:lstStyle/>
          <a:p>
            <a:pPr eaLnBrk="1" hangingPunct="1"/>
            <a:r>
              <a:rPr lang="en-US" b="1" dirty="0"/>
              <a:t>Thank you!</a:t>
            </a:r>
          </a:p>
        </p:txBody>
      </p:sp>
      <p:sp>
        <p:nvSpPr>
          <p:cNvPr id="3" name="Rectangle 3">
            <a:extLst>
              <a:ext uri="{FF2B5EF4-FFF2-40B4-BE49-F238E27FC236}">
                <a16:creationId xmlns:a16="http://schemas.microsoft.com/office/drawing/2014/main" id="{64A1E65C-DC00-6EC0-D90A-933F963377C7}"/>
              </a:ext>
            </a:extLst>
          </p:cNvPr>
          <p:cNvSpPr txBox="1">
            <a:spLocks noChangeArrowheads="1"/>
          </p:cNvSpPr>
          <p:nvPr/>
        </p:nvSpPr>
        <p:spPr bwMode="auto">
          <a:xfrm>
            <a:off x="407420" y="5257800"/>
            <a:ext cx="8229600" cy="5118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prstTxWarp prst="textNoShape">
              <a:avLst/>
            </a:prstTxWarp>
          </a:bodyPr>
          <a:lstStyle>
            <a:lvl1pPr marL="0" indent="0" algn="ctr" rtl="0" eaLnBrk="0" fontAlgn="base" hangingPunct="0">
              <a:spcBef>
                <a:spcPct val="20000"/>
              </a:spcBef>
              <a:spcAft>
                <a:spcPct val="0"/>
              </a:spcAft>
              <a:buNone/>
              <a:defRPr sz="3200">
                <a:solidFill>
                  <a:schemeClr val="tx1"/>
                </a:solidFill>
                <a:latin typeface="+mn-lt"/>
                <a:ea typeface="+mn-ea"/>
                <a:cs typeface="+mn-cs"/>
              </a:defRPr>
            </a:lvl1pPr>
            <a:lvl2pPr marL="457200" indent="0" algn="ctr" rtl="0" eaLnBrk="0" fontAlgn="base" hangingPunct="0">
              <a:spcBef>
                <a:spcPct val="20000"/>
              </a:spcBef>
              <a:spcAft>
                <a:spcPct val="0"/>
              </a:spcAft>
              <a:buNone/>
              <a:defRPr sz="2800">
                <a:solidFill>
                  <a:schemeClr val="tx1"/>
                </a:solidFill>
                <a:latin typeface="+mn-lt"/>
              </a:defRPr>
            </a:lvl2pPr>
            <a:lvl3pPr marL="914400" indent="0" algn="ctr" rtl="0" eaLnBrk="0" fontAlgn="base" hangingPunct="0">
              <a:spcBef>
                <a:spcPct val="20000"/>
              </a:spcBef>
              <a:spcAft>
                <a:spcPct val="0"/>
              </a:spcAft>
              <a:buNone/>
              <a:defRPr sz="2400">
                <a:solidFill>
                  <a:schemeClr val="tx1"/>
                </a:solidFill>
                <a:latin typeface="+mn-lt"/>
              </a:defRPr>
            </a:lvl3pPr>
            <a:lvl4pPr marL="1371600" indent="0" algn="ctr" rtl="0" eaLnBrk="0" fontAlgn="base" hangingPunct="0">
              <a:spcBef>
                <a:spcPct val="20000"/>
              </a:spcBef>
              <a:spcAft>
                <a:spcPct val="0"/>
              </a:spcAft>
              <a:buNone/>
              <a:defRPr sz="2000">
                <a:solidFill>
                  <a:schemeClr val="tx1"/>
                </a:solidFill>
                <a:latin typeface="+mn-lt"/>
              </a:defRPr>
            </a:lvl4pPr>
            <a:lvl5pPr marL="1828800" indent="0" algn="ctr" rtl="0" eaLnBrk="0" fontAlgn="base" hangingPunct="0">
              <a:spcBef>
                <a:spcPct val="20000"/>
              </a:spcBef>
              <a:spcAft>
                <a:spcPct val="0"/>
              </a:spcAft>
              <a:buNone/>
              <a:defRPr sz="2000">
                <a:solidFill>
                  <a:schemeClr val="tx1"/>
                </a:solidFill>
                <a:latin typeface="+mn-lt"/>
              </a:defRPr>
            </a:lvl5pPr>
            <a:lvl6pPr marL="2286000" indent="0" algn="ctr" rtl="0" fontAlgn="base">
              <a:spcBef>
                <a:spcPct val="20000"/>
              </a:spcBef>
              <a:spcAft>
                <a:spcPct val="0"/>
              </a:spcAft>
              <a:buNone/>
              <a:defRPr sz="2000">
                <a:solidFill>
                  <a:schemeClr val="tx1"/>
                </a:solidFill>
                <a:latin typeface="+mn-lt"/>
              </a:defRPr>
            </a:lvl6pPr>
            <a:lvl7pPr marL="2743200" indent="0" algn="ctr" rtl="0" fontAlgn="base">
              <a:spcBef>
                <a:spcPct val="20000"/>
              </a:spcBef>
              <a:spcAft>
                <a:spcPct val="0"/>
              </a:spcAft>
              <a:buNone/>
              <a:defRPr sz="2000">
                <a:solidFill>
                  <a:schemeClr val="tx1"/>
                </a:solidFill>
                <a:latin typeface="+mn-lt"/>
              </a:defRPr>
            </a:lvl7pPr>
            <a:lvl8pPr marL="3200400" indent="0" algn="ctr" rtl="0" fontAlgn="base">
              <a:spcBef>
                <a:spcPct val="20000"/>
              </a:spcBef>
              <a:spcAft>
                <a:spcPct val="0"/>
              </a:spcAft>
              <a:buNone/>
              <a:defRPr sz="2000">
                <a:solidFill>
                  <a:schemeClr val="tx1"/>
                </a:solidFill>
                <a:latin typeface="+mn-lt"/>
              </a:defRPr>
            </a:lvl8pPr>
            <a:lvl9pPr marL="3657600" indent="0" algn="ctr" rtl="0" fontAlgn="base">
              <a:spcBef>
                <a:spcPct val="20000"/>
              </a:spcBef>
              <a:spcAft>
                <a:spcPct val="0"/>
              </a:spcAft>
              <a:buNone/>
              <a:defRPr sz="2000">
                <a:solidFill>
                  <a:schemeClr val="tx1"/>
                </a:solidFill>
                <a:latin typeface="+mn-lt"/>
              </a:defRPr>
            </a:lvl9pPr>
          </a:lstStyle>
          <a:p>
            <a:pPr eaLnBrk="1" hangingPunct="1"/>
            <a:r>
              <a:rPr lang="en-US" sz="2600" kern="0" dirty="0"/>
              <a:t>Contact: </a:t>
            </a:r>
            <a:r>
              <a:rPr lang="en-US" sz="2600" kern="0" dirty="0" err="1"/>
              <a:t>nmabdessalam@arizona.edu</a:t>
            </a:r>
            <a:endParaRPr lang="en-US" sz="2600" kern="0" dirty="0"/>
          </a:p>
        </p:txBody>
      </p:sp>
      <p:grpSp>
        <p:nvGrpSpPr>
          <p:cNvPr id="4" name="Group 3">
            <a:extLst>
              <a:ext uri="{FF2B5EF4-FFF2-40B4-BE49-F238E27FC236}">
                <a16:creationId xmlns:a16="http://schemas.microsoft.com/office/drawing/2014/main" id="{B8D38862-19B7-3CC8-0916-777D03D00716}"/>
              </a:ext>
            </a:extLst>
          </p:cNvPr>
          <p:cNvGrpSpPr/>
          <p:nvPr/>
        </p:nvGrpSpPr>
        <p:grpSpPr>
          <a:xfrm>
            <a:off x="0" y="0"/>
            <a:ext cx="9144000" cy="3911462"/>
            <a:chOff x="-49780" y="367636"/>
            <a:chExt cx="9144000" cy="3911462"/>
          </a:xfrm>
        </p:grpSpPr>
        <p:pic>
          <p:nvPicPr>
            <p:cNvPr id="5" name="Picture 2" descr="Artist’s impression of a high-redshift quasar as it would have appeared a few hundred million years after the Big Bang. P">
              <a:extLst>
                <a:ext uri="{FF2B5EF4-FFF2-40B4-BE49-F238E27FC236}">
                  <a16:creationId xmlns:a16="http://schemas.microsoft.com/office/drawing/2014/main" id="{E42EDE00-78D9-45C8-97DB-6B824B11429D}"/>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15551" b="8612"/>
            <a:stretch>
              <a:fillRect/>
            </a:stretch>
          </p:blipFill>
          <p:spPr bwMode="auto">
            <a:xfrm>
              <a:off x="-49780" y="367636"/>
              <a:ext cx="9144000" cy="3911462"/>
            </a:xfrm>
            <a:prstGeom prst="rect">
              <a:avLst/>
            </a:prstGeom>
            <a:extLst>
              <a:ext uri="{909E8E84-426E-40DD-AFC4-6F175D3DCCD1}">
                <a14:hiddenFill xmlns:a14="http://schemas.microsoft.com/office/drawing/2010/main">
                  <a:solidFill>
                    <a:srgbClr val="FFFFFF"/>
                  </a:solidFill>
                </a14:hiddenFill>
              </a:ext>
            </a:extLst>
          </p:spPr>
        </p:pic>
        <p:sp>
          <p:nvSpPr>
            <p:cNvPr id="6" name="TextBox 1">
              <a:extLst>
                <a:ext uri="{FF2B5EF4-FFF2-40B4-BE49-F238E27FC236}">
                  <a16:creationId xmlns:a16="http://schemas.microsoft.com/office/drawing/2014/main" id="{90094222-3840-E8E8-B0B5-3F3B7DC64D73}"/>
                </a:ext>
              </a:extLst>
            </p:cNvPr>
            <p:cNvSpPr txBox="1">
              <a:spLocks noChangeArrowheads="1"/>
            </p:cNvSpPr>
            <p:nvPr/>
          </p:nvSpPr>
          <p:spPr bwMode="auto">
            <a:xfrm>
              <a:off x="-49780" y="435077"/>
              <a:ext cx="43561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sz="1600" dirty="0" err="1">
                  <a:solidFill>
                    <a:schemeClr val="bg1"/>
                  </a:solidFill>
                </a:rPr>
                <a:t>NOIRLab</a:t>
              </a:r>
              <a:r>
                <a:rPr lang="en-US" sz="1600" dirty="0">
                  <a:solidFill>
                    <a:schemeClr val="bg1"/>
                  </a:solidFill>
                </a:rPr>
                <a:t>/NSF/AURA/J. da Silva</a:t>
              </a:r>
            </a:p>
          </p:txBody>
        </p:sp>
      </p:grpSp>
    </p:spTree>
    <p:extLst>
      <p:ext uri="{BB962C8B-B14F-4D97-AF65-F5344CB8AC3E}">
        <p14:creationId xmlns:p14="http://schemas.microsoft.com/office/powerpoint/2010/main" val="162959976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CF75E554-E3B1-5A1C-B7E2-A1CD367EC887}"/>
              </a:ext>
            </a:extLst>
          </p:cNvPr>
          <p:cNvSpPr txBox="1">
            <a:spLocks noGrp="1" noRot="1" noMove="1" noResize="1" noEditPoints="1" noAdjustHandles="1" noChangeArrowheads="1" noChangeShapeType="1"/>
          </p:cNvSpPr>
          <p:nvPr/>
        </p:nvSpPr>
        <p:spPr>
          <a:xfrm>
            <a:off x="0" y="5618570"/>
            <a:ext cx="9144000" cy="1239430"/>
          </a:xfrm>
          <a:prstGeom prst="rect">
            <a:avLst/>
          </a:prstGeom>
          <a:solidFill>
            <a:schemeClr val="bg1"/>
          </a:solidFill>
        </p:spPr>
        <p:txBody>
          <a:bodyPr wrap="square" rtlCol="0">
            <a:spAutoFit/>
          </a:bodyPr>
          <a:lstStyle/>
          <a:p>
            <a:endParaRPr lang="en-US"/>
          </a:p>
        </p:txBody>
      </p:sp>
      <p:sp>
        <p:nvSpPr>
          <p:cNvPr id="18434" name="Rectangle 2"/>
          <p:cNvSpPr>
            <a:spLocks noGrp="1" noChangeArrowheads="1"/>
          </p:cNvSpPr>
          <p:nvPr>
            <p:ph type="title"/>
          </p:nvPr>
        </p:nvSpPr>
        <p:spPr/>
        <p:txBody>
          <a:bodyPr/>
          <a:lstStyle/>
          <a:p>
            <a:pPr eaLnBrk="1" hangingPunct="1"/>
            <a:r>
              <a:rPr lang="en-US" sz="4000" b="1" dirty="0"/>
              <a:t>Extra</a:t>
            </a:r>
          </a:p>
        </p:txBody>
      </p:sp>
      <p:sp>
        <p:nvSpPr>
          <p:cNvPr id="18435" name="Rectangle 3"/>
          <p:cNvSpPr>
            <a:spLocks noGrp="1" noChangeArrowheads="1"/>
          </p:cNvSpPr>
          <p:nvPr>
            <p:ph type="body" idx="1"/>
          </p:nvPr>
        </p:nvSpPr>
        <p:spPr>
          <a:xfrm>
            <a:off x="457200" y="1371600"/>
            <a:ext cx="8229600" cy="5105400"/>
          </a:xfrm>
        </p:spPr>
        <p:txBody>
          <a:bodyPr/>
          <a:lstStyle/>
          <a:p>
            <a:pPr eaLnBrk="1" hangingPunct="1">
              <a:lnSpc>
                <a:spcPct val="80000"/>
              </a:lnSpc>
            </a:pPr>
            <a:r>
              <a:rPr lang="en-US" sz="2600" dirty="0"/>
              <a:t>Redshift (z): how far back in time we’re seeing</a:t>
            </a:r>
          </a:p>
          <a:p>
            <a:pPr eaLnBrk="1" hangingPunct="1">
              <a:lnSpc>
                <a:spcPct val="80000"/>
              </a:lnSpc>
            </a:pPr>
            <a:r>
              <a:rPr lang="en-US" sz="2600" dirty="0"/>
              <a:t>Quasar: black hole activ</a:t>
            </a:r>
            <a:r>
              <a:rPr lang="en-US" sz="2600"/>
              <a:t>ely accreting gas/dust</a:t>
            </a:r>
            <a:endParaRPr lang="en-US" sz="2600">
              <a:cs typeface="Arial"/>
            </a:endParaRPr>
          </a:p>
          <a:p>
            <a:pPr eaLnBrk="1" hangingPunct="1">
              <a:lnSpc>
                <a:spcPct val="80000"/>
              </a:lnSpc>
            </a:pPr>
            <a:r>
              <a:rPr lang="en-US" sz="2600" dirty="0"/>
              <a:t>Spectroscopy: measuring light intensity as a function of wavelength</a:t>
            </a:r>
          </a:p>
          <a:p>
            <a:pPr eaLnBrk="1" hangingPunct="1">
              <a:lnSpc>
                <a:spcPct val="80000"/>
              </a:lnSpc>
            </a:pPr>
            <a:endParaRPr lang="en-US" sz="2600" dirty="0"/>
          </a:p>
        </p:txBody>
      </p:sp>
      <p:grpSp>
        <p:nvGrpSpPr>
          <p:cNvPr id="19" name="Group 18">
            <a:extLst>
              <a:ext uri="{FF2B5EF4-FFF2-40B4-BE49-F238E27FC236}">
                <a16:creationId xmlns:a16="http://schemas.microsoft.com/office/drawing/2014/main" id="{79CC75BD-9F59-67EF-2437-DDF8CAF922D4}"/>
              </a:ext>
            </a:extLst>
          </p:cNvPr>
          <p:cNvGrpSpPr/>
          <p:nvPr/>
        </p:nvGrpSpPr>
        <p:grpSpPr>
          <a:xfrm rot="1510516">
            <a:off x="1675733" y="5330061"/>
            <a:ext cx="1511877" cy="679229"/>
            <a:chOff x="3021794" y="5945677"/>
            <a:chExt cx="1409052" cy="534801"/>
          </a:xfrm>
        </p:grpSpPr>
        <p:sp>
          <p:nvSpPr>
            <p:cNvPr id="9" name="Freeform 8">
              <a:extLst>
                <a:ext uri="{FF2B5EF4-FFF2-40B4-BE49-F238E27FC236}">
                  <a16:creationId xmlns:a16="http://schemas.microsoft.com/office/drawing/2014/main" id="{DBB71992-F187-84E4-744C-DEBFF1587E11}"/>
                </a:ext>
              </a:extLst>
            </p:cNvPr>
            <p:cNvSpPr/>
            <p:nvPr/>
          </p:nvSpPr>
          <p:spPr>
            <a:xfrm rot="20523940">
              <a:off x="3021794" y="5977293"/>
              <a:ext cx="1280382" cy="503185"/>
            </a:xfrm>
            <a:custGeom>
              <a:avLst/>
              <a:gdLst>
                <a:gd name="csX0" fmla="*/ 0 w 1828800"/>
                <a:gd name="csY0" fmla="*/ 0 h 503185"/>
                <a:gd name="csX1" fmla="*/ 337457 w 1828800"/>
                <a:gd name="csY1" fmla="*/ 489857 h 503185"/>
                <a:gd name="csX2" fmla="*/ 598714 w 1828800"/>
                <a:gd name="csY2" fmla="*/ 21771 h 503185"/>
                <a:gd name="csX3" fmla="*/ 892629 w 1828800"/>
                <a:gd name="csY3" fmla="*/ 500742 h 503185"/>
                <a:gd name="csX4" fmla="*/ 1175657 w 1828800"/>
                <a:gd name="csY4" fmla="*/ 21771 h 503185"/>
                <a:gd name="csX5" fmla="*/ 1436914 w 1828800"/>
                <a:gd name="csY5" fmla="*/ 500742 h 503185"/>
                <a:gd name="csX6" fmla="*/ 1654629 w 1828800"/>
                <a:gd name="csY6" fmla="*/ 206828 h 503185"/>
                <a:gd name="csX7" fmla="*/ 1828800 w 1828800"/>
                <a:gd name="csY7" fmla="*/ 174171 h 50318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1828800" h="503185">
                  <a:moveTo>
                    <a:pt x="0" y="0"/>
                  </a:moveTo>
                  <a:cubicBezTo>
                    <a:pt x="118835" y="243114"/>
                    <a:pt x="237671" y="486229"/>
                    <a:pt x="337457" y="489857"/>
                  </a:cubicBezTo>
                  <a:cubicBezTo>
                    <a:pt x="437243" y="493485"/>
                    <a:pt x="506185" y="19957"/>
                    <a:pt x="598714" y="21771"/>
                  </a:cubicBezTo>
                  <a:cubicBezTo>
                    <a:pt x="691243" y="23585"/>
                    <a:pt x="796472" y="500742"/>
                    <a:pt x="892629" y="500742"/>
                  </a:cubicBezTo>
                  <a:cubicBezTo>
                    <a:pt x="988786" y="500742"/>
                    <a:pt x="1084943" y="21771"/>
                    <a:pt x="1175657" y="21771"/>
                  </a:cubicBezTo>
                  <a:cubicBezTo>
                    <a:pt x="1266371" y="21771"/>
                    <a:pt x="1357085" y="469899"/>
                    <a:pt x="1436914" y="500742"/>
                  </a:cubicBezTo>
                  <a:cubicBezTo>
                    <a:pt x="1516743" y="531585"/>
                    <a:pt x="1589315" y="261256"/>
                    <a:pt x="1654629" y="206828"/>
                  </a:cubicBezTo>
                  <a:cubicBezTo>
                    <a:pt x="1719943" y="152400"/>
                    <a:pt x="1750786" y="172357"/>
                    <a:pt x="1828800" y="174171"/>
                  </a:cubicBezTo>
                </a:path>
              </a:pathLst>
            </a:custGeom>
            <a:noFill/>
            <a:ln w="63500">
              <a:solidFill>
                <a:schemeClr val="accent4">
                  <a:lumMod val="75000"/>
                  <a:lumOff val="25000"/>
                </a:schemeClr>
              </a:solidFill>
              <a:tailEnd type="none" w="lg" len="lg"/>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4" name="Straight Arrow Connector 13">
              <a:extLst>
                <a:ext uri="{FF2B5EF4-FFF2-40B4-BE49-F238E27FC236}">
                  <a16:creationId xmlns:a16="http://schemas.microsoft.com/office/drawing/2014/main" id="{2434241A-E3EE-A2F3-C73C-D520840200AC}"/>
                </a:ext>
              </a:extLst>
            </p:cNvPr>
            <p:cNvCxnSpPr>
              <a:cxnSpLocks/>
            </p:cNvCxnSpPr>
            <p:nvPr/>
          </p:nvCxnSpPr>
          <p:spPr>
            <a:xfrm flipV="1">
              <a:off x="4189784" y="5945677"/>
              <a:ext cx="241062" cy="51516"/>
            </a:xfrm>
            <a:prstGeom prst="straightConnector1">
              <a:avLst/>
            </a:prstGeom>
            <a:ln w="63500">
              <a:solidFill>
                <a:schemeClr val="accent4">
                  <a:lumMod val="75000"/>
                  <a:lumOff val="25000"/>
                </a:schemeClr>
              </a:solidFill>
              <a:headEnd w="lg" len="lg"/>
              <a:tailEnd type="triangle"/>
            </a:ln>
          </p:spPr>
          <p:style>
            <a:lnRef idx="1">
              <a:schemeClr val="accent1"/>
            </a:lnRef>
            <a:fillRef idx="0">
              <a:schemeClr val="accent1"/>
            </a:fillRef>
            <a:effectRef idx="0">
              <a:schemeClr val="accent1"/>
            </a:effectRef>
            <a:fontRef idx="minor">
              <a:schemeClr val="tx1"/>
            </a:fontRef>
          </p:style>
        </p:cxnSp>
      </p:grpSp>
      <p:cxnSp>
        <p:nvCxnSpPr>
          <p:cNvPr id="30" name="Straight Arrow Connector 29">
            <a:extLst>
              <a:ext uri="{FF2B5EF4-FFF2-40B4-BE49-F238E27FC236}">
                <a16:creationId xmlns:a16="http://schemas.microsoft.com/office/drawing/2014/main" id="{5B8CFF82-67C5-4E6E-ACAF-5DF2CEE0DC60}"/>
              </a:ext>
            </a:extLst>
          </p:cNvPr>
          <p:cNvCxnSpPr>
            <a:cxnSpLocks/>
          </p:cNvCxnSpPr>
          <p:nvPr/>
        </p:nvCxnSpPr>
        <p:spPr>
          <a:xfrm>
            <a:off x="7427640" y="5229566"/>
            <a:ext cx="0" cy="595334"/>
          </a:xfrm>
          <a:prstGeom prst="straightConnector1">
            <a:avLst/>
          </a:prstGeom>
          <a:ln w="63500">
            <a:solidFill>
              <a:schemeClr val="accent4">
                <a:lumMod val="75000"/>
                <a:lumOff val="25000"/>
              </a:schemeClr>
            </a:solidFill>
            <a:headEnd w="lg" len="lg"/>
            <a:tailEnd type="triangle"/>
          </a:ln>
        </p:spPr>
        <p:style>
          <a:lnRef idx="1">
            <a:schemeClr val="accent1"/>
          </a:lnRef>
          <a:fillRef idx="0">
            <a:schemeClr val="accent1"/>
          </a:fillRef>
          <a:effectRef idx="0">
            <a:schemeClr val="accent1"/>
          </a:effectRef>
          <a:fontRef idx="minor">
            <a:schemeClr val="tx1"/>
          </a:fontRef>
        </p:style>
      </p:cxnSp>
      <p:sp>
        <p:nvSpPr>
          <p:cNvPr id="33" name="TextBox 32">
            <a:extLst>
              <a:ext uri="{FF2B5EF4-FFF2-40B4-BE49-F238E27FC236}">
                <a16:creationId xmlns:a16="http://schemas.microsoft.com/office/drawing/2014/main" id="{D74C766C-F533-DFC2-E2B9-37CE9B6FE721}"/>
              </a:ext>
            </a:extLst>
          </p:cNvPr>
          <p:cNvSpPr txBox="1"/>
          <p:nvPr/>
        </p:nvSpPr>
        <p:spPr>
          <a:xfrm>
            <a:off x="6032433" y="6018220"/>
            <a:ext cx="2823230" cy="523220"/>
          </a:xfrm>
          <a:prstGeom prst="rect">
            <a:avLst/>
          </a:prstGeom>
          <a:ln w="63500">
            <a:solidFill>
              <a:schemeClr val="accent4">
                <a:lumMod val="75000"/>
                <a:lumOff val="25000"/>
              </a:schemeClr>
            </a:solidFill>
            <a:headEnd w="lg" len="lg"/>
            <a:tailEnd type="triangle"/>
          </a:ln>
        </p:spPr>
        <p:style>
          <a:lnRef idx="1">
            <a:schemeClr val="accent1"/>
          </a:lnRef>
          <a:fillRef idx="0">
            <a:schemeClr val="accent1"/>
          </a:fillRef>
          <a:effectRef idx="0">
            <a:schemeClr val="accent1"/>
          </a:effectRef>
          <a:fontRef idx="minor">
            <a:schemeClr val="tx1"/>
          </a:fontRef>
        </p:style>
        <p:txBody>
          <a:bodyPr wrap="square" rtlCol="0">
            <a:spAutoFit/>
          </a:bodyPr>
          <a:lstStyle/>
          <a:p>
            <a:pPr algn="ctr"/>
            <a:r>
              <a:rPr lang="en-US" sz="2800" dirty="0"/>
              <a:t>Mass Estimates</a:t>
            </a:r>
          </a:p>
        </p:txBody>
      </p:sp>
      <p:cxnSp>
        <p:nvCxnSpPr>
          <p:cNvPr id="37" name="Elbow Connector 36">
            <a:extLst>
              <a:ext uri="{FF2B5EF4-FFF2-40B4-BE49-F238E27FC236}">
                <a16:creationId xmlns:a16="http://schemas.microsoft.com/office/drawing/2014/main" id="{39793BEE-753A-0AA6-5641-E04201D7EDF3}"/>
              </a:ext>
            </a:extLst>
          </p:cNvPr>
          <p:cNvCxnSpPr>
            <a:cxnSpLocks/>
          </p:cNvCxnSpPr>
          <p:nvPr/>
        </p:nvCxnSpPr>
        <p:spPr>
          <a:xfrm flipV="1">
            <a:off x="4803483" y="3937999"/>
            <a:ext cx="807738" cy="754727"/>
          </a:xfrm>
          <a:prstGeom prst="bentConnector3">
            <a:avLst>
              <a:gd name="adj1" fmla="val 3605"/>
            </a:avLst>
          </a:prstGeom>
          <a:ln w="63500">
            <a:solidFill>
              <a:schemeClr val="accent4">
                <a:lumMod val="75000"/>
                <a:lumOff val="25000"/>
              </a:schemeClr>
            </a:solidFill>
            <a:headEnd w="lg" len="lg"/>
            <a:tailEnd type="triangle"/>
          </a:ln>
        </p:spPr>
        <p:style>
          <a:lnRef idx="1">
            <a:schemeClr val="accent1"/>
          </a:lnRef>
          <a:fillRef idx="0">
            <a:schemeClr val="accent1"/>
          </a:fillRef>
          <a:effectRef idx="0">
            <a:schemeClr val="accent1"/>
          </a:effectRef>
          <a:fontRef idx="minor">
            <a:schemeClr val="tx1"/>
          </a:fontRef>
        </p:style>
      </p:cxnSp>
      <p:grpSp>
        <p:nvGrpSpPr>
          <p:cNvPr id="8" name="Group 7">
            <a:extLst>
              <a:ext uri="{FF2B5EF4-FFF2-40B4-BE49-F238E27FC236}">
                <a16:creationId xmlns:a16="http://schemas.microsoft.com/office/drawing/2014/main" id="{47F62DF4-B412-92BC-3287-9A67EDD0D5A3}"/>
              </a:ext>
            </a:extLst>
          </p:cNvPr>
          <p:cNvGrpSpPr/>
          <p:nvPr/>
        </p:nvGrpSpPr>
        <p:grpSpPr>
          <a:xfrm>
            <a:off x="59164" y="3014246"/>
            <a:ext cx="4356100" cy="2180843"/>
            <a:chOff x="-65946" y="3000757"/>
            <a:chExt cx="4356100" cy="2180843"/>
          </a:xfrm>
        </p:grpSpPr>
        <p:pic>
          <p:nvPicPr>
            <p:cNvPr id="5" name="Picture 4">
              <a:extLst>
                <a:ext uri="{FF2B5EF4-FFF2-40B4-BE49-F238E27FC236}">
                  <a16:creationId xmlns:a16="http://schemas.microsoft.com/office/drawing/2014/main" id="{1C8140A6-66CE-3F93-11BC-A0095C3741A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889" y="3327988"/>
              <a:ext cx="3035390" cy="1853612"/>
            </a:xfrm>
            <a:prstGeom prst="rect">
              <a:avLst/>
            </a:prstGeom>
          </p:spPr>
        </p:pic>
        <p:sp>
          <p:nvSpPr>
            <p:cNvPr id="50" name="TextBox 1">
              <a:extLst>
                <a:ext uri="{FF2B5EF4-FFF2-40B4-BE49-F238E27FC236}">
                  <a16:creationId xmlns:a16="http://schemas.microsoft.com/office/drawing/2014/main" id="{51B53290-C1CD-A137-547B-86C4E8AFD9A7}"/>
                </a:ext>
              </a:extLst>
            </p:cNvPr>
            <p:cNvSpPr txBox="1">
              <a:spLocks noChangeArrowheads="1"/>
            </p:cNvSpPr>
            <p:nvPr/>
          </p:nvSpPr>
          <p:spPr bwMode="auto">
            <a:xfrm>
              <a:off x="-65946" y="3000757"/>
              <a:ext cx="43561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sz="1600" dirty="0"/>
                <a:t>Source: Antonucci 2022</a:t>
              </a:r>
            </a:p>
          </p:txBody>
        </p:sp>
      </p:grpSp>
      <p:grpSp>
        <p:nvGrpSpPr>
          <p:cNvPr id="7" name="Group 6">
            <a:extLst>
              <a:ext uri="{FF2B5EF4-FFF2-40B4-BE49-F238E27FC236}">
                <a16:creationId xmlns:a16="http://schemas.microsoft.com/office/drawing/2014/main" id="{1DF5E809-2FF0-26CA-D349-1AE7366CD756}"/>
              </a:ext>
            </a:extLst>
          </p:cNvPr>
          <p:cNvGrpSpPr/>
          <p:nvPr/>
        </p:nvGrpSpPr>
        <p:grpSpPr>
          <a:xfrm>
            <a:off x="3429000" y="4874788"/>
            <a:ext cx="2184973" cy="1986909"/>
            <a:chOff x="3297532" y="4892602"/>
            <a:chExt cx="2184973" cy="1986909"/>
          </a:xfrm>
        </p:grpSpPr>
        <p:pic>
          <p:nvPicPr>
            <p:cNvPr id="1028" name="Picture 4" descr="Telescopes and Instruments | SDSS">
              <a:extLst>
                <a:ext uri="{FF2B5EF4-FFF2-40B4-BE49-F238E27FC236}">
                  <a16:creationId xmlns:a16="http://schemas.microsoft.com/office/drawing/2014/main" id="{37E8E7AB-941B-A98C-3D50-E2084A51A84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flipH="1">
              <a:off x="3409827" y="4892602"/>
              <a:ext cx="2072678" cy="1657528"/>
            </a:xfrm>
            <a:prstGeom prst="rect">
              <a:avLst/>
            </a:prstGeom>
            <a:noFill/>
            <a:extLst>
              <a:ext uri="{909E8E84-426E-40DD-AFC4-6F175D3DCCD1}">
                <a14:hiddenFill xmlns:a14="http://schemas.microsoft.com/office/drawing/2010/main">
                  <a:solidFill>
                    <a:srgbClr val="FFFFFF"/>
                  </a:solidFill>
                </a14:hiddenFill>
              </a:ext>
            </a:extLst>
          </p:spPr>
        </p:pic>
        <p:sp>
          <p:nvSpPr>
            <p:cNvPr id="51" name="TextBox 1">
              <a:extLst>
                <a:ext uri="{FF2B5EF4-FFF2-40B4-BE49-F238E27FC236}">
                  <a16:creationId xmlns:a16="http://schemas.microsoft.com/office/drawing/2014/main" id="{F2110657-09CC-8F62-6E0B-91B9E60AD2C6}"/>
                </a:ext>
              </a:extLst>
            </p:cNvPr>
            <p:cNvSpPr txBox="1">
              <a:spLocks noChangeArrowheads="1"/>
            </p:cNvSpPr>
            <p:nvPr/>
          </p:nvSpPr>
          <p:spPr bwMode="auto">
            <a:xfrm>
              <a:off x="3297532" y="6540957"/>
              <a:ext cx="182791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eaLnBrk="1" hangingPunct="1"/>
              <a:r>
                <a:rPr lang="en-US" sz="1600" dirty="0"/>
                <a:t>Source: SDSS</a:t>
              </a:r>
            </a:p>
          </p:txBody>
        </p:sp>
      </p:grpSp>
      <p:grpSp>
        <p:nvGrpSpPr>
          <p:cNvPr id="6" name="Group 5">
            <a:extLst>
              <a:ext uri="{FF2B5EF4-FFF2-40B4-BE49-F238E27FC236}">
                <a16:creationId xmlns:a16="http://schemas.microsoft.com/office/drawing/2014/main" id="{0E01AFCE-595A-5B08-01AB-6CD9C7C3C732}"/>
              </a:ext>
            </a:extLst>
          </p:cNvPr>
          <p:cNvGrpSpPr/>
          <p:nvPr/>
        </p:nvGrpSpPr>
        <p:grpSpPr>
          <a:xfrm>
            <a:off x="5921513" y="2695277"/>
            <a:ext cx="3110118" cy="2453284"/>
            <a:chOff x="5847262" y="2551517"/>
            <a:chExt cx="3110118" cy="2453284"/>
          </a:xfrm>
        </p:grpSpPr>
        <p:pic>
          <p:nvPicPr>
            <p:cNvPr id="1026" name="Picture 2">
              <a:extLst>
                <a:ext uri="{FF2B5EF4-FFF2-40B4-BE49-F238E27FC236}">
                  <a16:creationId xmlns:a16="http://schemas.microsoft.com/office/drawing/2014/main" id="{95D7EF03-E743-76C8-79E1-AEC58144B7C1}"/>
                </a:ext>
              </a:extLst>
            </p:cNvPr>
            <p:cNvPicPr>
              <a:picLocks noChangeAspect="1" noChangeArrowheads="1"/>
            </p:cNvPicPr>
            <p:nvPr/>
          </p:nvPicPr>
          <p:blipFill>
            <a:blip r:embed="rId5">
              <a:extLst>
                <a:ext uri="{BEBA8EAE-BF5A-486C-A8C5-ECC9F3942E4B}">
                  <a14:imgProps xmlns:a14="http://schemas.microsoft.com/office/drawing/2010/main">
                    <a14:imgLayer r:embed="rId6">
                      <a14:imgEffect>
                        <a14:sharpenSoften amount="50000"/>
                      </a14:imgEffect>
                      <a14:imgEffect>
                        <a14:brightnessContrast contrast="-40000"/>
                      </a14:imgEffect>
                    </a14:imgLayer>
                  </a14:imgProps>
                </a:ext>
                <a:ext uri="{28A0092B-C50C-407E-A947-70E740481C1C}">
                  <a14:useLocalDpi xmlns:a14="http://schemas.microsoft.com/office/drawing/2010/main" val="0"/>
                </a:ext>
              </a:extLst>
            </a:blip>
            <a:srcRect/>
            <a:stretch>
              <a:fillRect/>
            </a:stretch>
          </p:blipFill>
          <p:spPr bwMode="auto">
            <a:xfrm>
              <a:off x="5847262" y="2870360"/>
              <a:ext cx="3045070" cy="2134441"/>
            </a:xfrm>
            <a:prstGeom prst="rect">
              <a:avLst/>
            </a:prstGeom>
            <a:noFill/>
            <a:extLst>
              <a:ext uri="{909E8E84-426E-40DD-AFC4-6F175D3DCCD1}">
                <a14:hiddenFill xmlns:a14="http://schemas.microsoft.com/office/drawing/2010/main">
                  <a:solidFill>
                    <a:srgbClr val="FFFFFF"/>
                  </a:solidFill>
                </a14:hiddenFill>
              </a:ext>
            </a:extLst>
          </p:spPr>
        </p:pic>
        <p:sp>
          <p:nvSpPr>
            <p:cNvPr id="2" name="TextBox 1">
              <a:extLst>
                <a:ext uri="{FF2B5EF4-FFF2-40B4-BE49-F238E27FC236}">
                  <a16:creationId xmlns:a16="http://schemas.microsoft.com/office/drawing/2014/main" id="{6987A211-6F2A-0EAD-15A1-BB81B70B5BE6}"/>
                </a:ext>
              </a:extLst>
            </p:cNvPr>
            <p:cNvSpPr txBox="1">
              <a:spLocks noChangeArrowheads="1"/>
            </p:cNvSpPr>
            <p:nvPr/>
          </p:nvSpPr>
          <p:spPr bwMode="auto">
            <a:xfrm>
              <a:off x="6097949" y="2551517"/>
              <a:ext cx="2859431"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r" eaLnBrk="1" hangingPunct="1"/>
              <a:r>
                <a:rPr lang="en-US" sz="1600" dirty="0"/>
                <a:t>Quasar 3C 273 Spectrum</a:t>
              </a:r>
            </a:p>
          </p:txBody>
        </p:sp>
      </p:grpSp>
    </p:spTree>
  </p:cSld>
  <p:clrMapOvr>
    <a:masterClrMapping/>
  </p:clrMapOvr>
</p:sld>
</file>

<file path=ppt/theme/theme1.xml><?xml version="1.0" encoding="utf-8"?>
<a:theme xmlns:a="http://schemas.openxmlformats.org/drawingml/2006/main" name="Default Design">
  <a:themeElements>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Default Design">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raClrScheme>
      <a:clrScheme name="Default Design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Default Design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Default Design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Default Design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Default Design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Default Design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Default Design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Default Design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Default Design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Default Design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Default Design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Default Design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815E158B290FB04C85E3A58298661110" ma:contentTypeVersion="13" ma:contentTypeDescription="Create a new document." ma:contentTypeScope="" ma:versionID="210b815ceb6506e01618af2d17eefaef">
  <xsd:schema xmlns:xsd="http://www.w3.org/2001/XMLSchema" xmlns:xs="http://www.w3.org/2001/XMLSchema" xmlns:p="http://schemas.microsoft.com/office/2006/metadata/properties" xmlns:ns2="18db2308-d939-430a-b691-238a8dea59b6" xmlns:ns3="5b8b13da-f81b-454a-95eb-607e33c0c50f" targetNamespace="http://schemas.microsoft.com/office/2006/metadata/properties" ma:root="true" ma:fieldsID="adfff1f5fea1391eb144090130f045bf" ns2:_="" ns3:_="">
    <xsd:import namespace="18db2308-d939-430a-b691-238a8dea59b6"/>
    <xsd:import namespace="5b8b13da-f81b-454a-95eb-607e33c0c50f"/>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MediaServiceObjectDetectorVersions" minOccurs="0"/>
                <xsd:element ref="ns2:MediaServiceGenerationTime" minOccurs="0"/>
                <xsd:element ref="ns2:MediaServiceEventHashCode" minOccurs="0"/>
                <xsd:element ref="ns2:MediaLengthInSeconds" minOccurs="0"/>
                <xsd:element ref="ns2:lcf76f155ced4ddcb4097134ff3c332f" minOccurs="0"/>
                <xsd:element ref="ns3:TaxCatchAll" minOccurs="0"/>
                <xsd:element ref="ns2:MediaServiceOCR"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18db2308-d939-430a-b691-238a8dea59b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MediaServiceObjectDetectorVersions" ma:index="12" nillable="true" ma:displayName="MediaServiceObjectDetectorVersions" ma:hidden="true" ma:indexed="true" ma:internalName="MediaServiceObjectDetectorVersions" ma:readOnly="true">
      <xsd:simpleType>
        <xsd:restriction base="dms:Text"/>
      </xsd:simpleType>
    </xsd:element>
    <xsd:element name="MediaServiceGenerationTime" ma:index="13" nillable="true" ma:displayName="MediaServiceGenerationTime" ma:hidden="true" ma:internalName="MediaServiceGenerationTime" ma:readOnly="true">
      <xsd:simpleType>
        <xsd:restriction base="dms:Text"/>
      </xsd:simpleType>
    </xsd:element>
    <xsd:element name="MediaServiceEventHashCode" ma:index="14" nillable="true" ma:displayName="MediaServiceEventHashCode" ma:hidden="true" ma:internalName="MediaServiceEventHashCode" ma:readOnly="true">
      <xsd:simpleType>
        <xsd:restriction base="dms:Text"/>
      </xsd:simpleType>
    </xsd:element>
    <xsd:element name="MediaLengthInSeconds" ma:index="15" nillable="true" ma:displayName="MediaLengthInSeconds" ma:hidden="true" ma:internalName="MediaLengthInSeconds" ma:readOnly="true">
      <xsd:simpleType>
        <xsd:restriction base="dms:Unknown"/>
      </xsd:simpleType>
    </xsd:element>
    <xsd:element name="lcf76f155ced4ddcb4097134ff3c332f" ma:index="17" nillable="true" ma:taxonomy="true" ma:internalName="lcf76f155ced4ddcb4097134ff3c332f" ma:taxonomyFieldName="MediaServiceImageTags" ma:displayName="Image Tags" ma:readOnly="false" ma:fieldId="{5cf76f15-5ced-4ddc-b409-7134ff3c332f}" ma:taxonomyMulti="true" ma:sspId="a1dced58-e0b4-42b2-b81d-05092f917ffe" ma:termSetId="09814cd3-568e-fe90-9814-8d621ff8fb84" ma:anchorId="fba54fb3-c3e1-fe81-a776-ca4b69148c4d" ma:open="true" ma:isKeyword="false">
      <xsd:complexType>
        <xsd:sequence>
          <xsd:element ref="pc:Terms" minOccurs="0" maxOccurs="1"/>
        </xsd:sequence>
      </xsd:complexType>
    </xsd:element>
    <xsd:element name="MediaServiceOCR" ma:index="19" nillable="true" ma:displayName="Extracted Text" ma:internalName="MediaServiceOCR" ma:readOnly="true">
      <xsd:simpleType>
        <xsd:restriction base="dms:Note">
          <xsd:maxLength value="255"/>
        </xsd:restriction>
      </xsd:simpleType>
    </xsd:element>
    <xsd:element name="MediaServiceLocation" ma:index="20" nillable="true" ma:displayName="Location" ma:descrip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5b8b13da-f81b-454a-95eb-607e33c0c50f"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63870a5b-0f6f-4a43-975e-bd6ec4c6147b}" ma:internalName="TaxCatchAll" ma:showField="CatchAllData" ma:web="5b8b13da-f81b-454a-95eb-607e33c0c50f">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lcf76f155ced4ddcb4097134ff3c332f xmlns="18db2308-d939-430a-b691-238a8dea59b6">
      <Terms xmlns="http://schemas.microsoft.com/office/infopath/2007/PartnerControls"/>
    </lcf76f155ced4ddcb4097134ff3c332f>
    <TaxCatchAll xmlns="5b8b13da-f81b-454a-95eb-607e33c0c50f" xsi:nil="tru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F1A59173-72DA-402C-A421-5520E1EA5944}">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18db2308-d939-430a-b691-238a8dea59b6"/>
    <ds:schemaRef ds:uri="5b8b13da-f81b-454a-95eb-607e33c0c50f"/>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4C27869A-A1FB-4702-BBE3-AD57041F7992}">
  <ds:schemaRefs>
    <ds:schemaRef ds:uri="http://purl.org/dc/elements/1.1/"/>
    <ds:schemaRef ds:uri="http://purl.org/dc/dcmitype/"/>
    <ds:schemaRef ds:uri="http://schemas.microsoft.com/office/infopath/2007/PartnerControls"/>
    <ds:schemaRef ds:uri="http://schemas.microsoft.com/office/2006/documentManagement/types"/>
    <ds:schemaRef ds:uri="18db2308-d939-430a-b691-238a8dea59b6"/>
    <ds:schemaRef ds:uri="http://schemas.openxmlformats.org/package/2006/metadata/core-properties"/>
    <ds:schemaRef ds:uri="http://purl.org/dc/terms/"/>
    <ds:schemaRef ds:uri="5b8b13da-f81b-454a-95eb-607e33c0c50f"/>
    <ds:schemaRef ds:uri="http://schemas.microsoft.com/office/2006/metadata/properties"/>
    <ds:schemaRef ds:uri="http://www.w3.org/XML/1998/namespace"/>
  </ds:schemaRefs>
</ds:datastoreItem>
</file>

<file path=customXml/itemProps3.xml><?xml version="1.0" encoding="utf-8"?>
<ds:datastoreItem xmlns:ds="http://schemas.openxmlformats.org/officeDocument/2006/customXml" ds:itemID="{E6408966-3A48-4406-A5A0-D902B06B683B}">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otalTime>8802</TotalTime>
  <Words>850</Words>
  <Application>Microsoft Macintosh PowerPoint</Application>
  <PresentationFormat>On-screen Show (4:3)</PresentationFormat>
  <Paragraphs>130</Paragraphs>
  <Slides>13</Slides>
  <Notes>12</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Arial</vt:lpstr>
      <vt:lpstr>Calibri</vt:lpstr>
      <vt:lpstr>Cambria Math</vt:lpstr>
      <vt:lpstr>System Font Regular</vt:lpstr>
      <vt:lpstr>Default Design</vt:lpstr>
      <vt:lpstr>Probing Early Supermassive Black Hole Growth:  C IV-Based Mass Estimates in z ~ 4.8 Quasars</vt:lpstr>
      <vt:lpstr>PowerPoint Presentation</vt:lpstr>
      <vt:lpstr>Theory</vt:lpstr>
      <vt:lpstr>Objectives</vt:lpstr>
      <vt:lpstr>Sample &amp; Methods</vt:lpstr>
      <vt:lpstr>Sample &amp; Methods</vt:lpstr>
      <vt:lpstr>Key Results</vt:lpstr>
      <vt:lpstr>Key Results</vt:lpstr>
      <vt:lpstr>Key Results</vt:lpstr>
      <vt:lpstr>Conclusions &amp; Next Steps</vt:lpstr>
      <vt:lpstr>Acknowledgements</vt:lpstr>
      <vt:lpstr>Thank you!</vt:lpstr>
      <vt:lpstr>Extra</vt:lpstr>
    </vt:vector>
  </TitlesOfParts>
  <Company>University of Arizona</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Tips for Abstracts and Presentations</dc:title>
  <dc:creator>Barron J. Orr</dc:creator>
  <cp:lastModifiedBy>Abdessalam, Nayera Marie - (nmabdessalam)</cp:lastModifiedBy>
  <cp:revision>307</cp:revision>
  <cp:lastPrinted>2017-03-01T01:45:00Z</cp:lastPrinted>
  <dcterms:created xsi:type="dcterms:W3CDTF">2009-03-04T23:29:57Z</dcterms:created>
  <dcterms:modified xsi:type="dcterms:W3CDTF">2026-05-05T18:22:34Z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0x010100815E158B290FB04C85E3A58298661110</vt:lpwstr>
  </property>
  <property fmtid="{D5CDD505-2E9C-101B-9397-08002B2CF9AE}" pid="3" name="MediaServiceImageTags">
    <vt:lpwstr/>
  </property>
</Properties>
</file>